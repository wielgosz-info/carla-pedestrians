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2_framework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0" y="1061720"/>
            <a:ext cx="4459566" cy="4512944"/>
            <a:chOff x="0" y="0"/>
            <a:chExt cx="4459566" cy="451294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4459566" cy="4512944"/>
            </a:xfrm>
            <a:prstGeom prst="rect">
              <a:avLst/>
            </a:prstGeom>
          </p:spPr>
        </p:pic>
        <p:sp>
          <p:nvSpPr>
            <p:cNvPr id="4" name="textbox 4"/>
            <p:cNvSpPr/>
            <p:nvPr/>
          </p:nvSpPr>
          <p:spPr>
            <a:xfrm>
              <a:off x="1260619" y="49677"/>
              <a:ext cx="2908935" cy="12846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4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8000"/>
                </a:lnSpc>
              </a:pP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Vestibular Sy</a:t>
              </a: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stem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l" rtl="0" eaLnBrk="0">
                <a:lnSpc>
                  <a:spcPct val="14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ct val="82000"/>
                </a:lnSpc>
                <a:spcBef>
                  <a:spcPts val="515"/>
                </a:spcBef>
              </a:pP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r_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imu</a:t>
              </a:r>
              <a:endParaRPr sz="1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6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305685" algn="l" rtl="0" eaLnBrk="0">
                <a:lnSpc>
                  <a:spcPct val="82000"/>
                </a:lnSpc>
                <a:spcBef>
                  <a:spcPts val="5"/>
                </a:spcBef>
              </a:pPr>
              <a:r>
                <a:rPr sz="1700" kern="0" spc="1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v_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imu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6" name="textbox 6"/>
            <p:cNvSpPr/>
            <p:nvPr/>
          </p:nvSpPr>
          <p:spPr>
            <a:xfrm>
              <a:off x="1502859" y="2161636"/>
              <a:ext cx="2898139" cy="759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69000"/>
                </a:lnSpc>
              </a:pP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Visual Cortex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2014220" algn="l" rtl="0" eaLnBrk="0">
                <a:lnSpc>
                  <a:spcPct val="74000"/>
                </a:lnSpc>
                <a:spcBef>
                  <a:spcPts val="60"/>
                </a:spcBef>
              </a:pPr>
              <a:r>
                <a:rPr sz="17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HART</a:t>
              </a:r>
              <a:endParaRPr sz="1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ts val="2455"/>
                </a:lnSpc>
                <a:spcBef>
                  <a:spcPts val="90"/>
                </a:spcBef>
              </a:pP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dual-stre</a:t>
              </a: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am</a:t>
              </a:r>
              <a:endParaRPr sz="1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8" name="textbox 8"/>
            <p:cNvSpPr/>
            <p:nvPr/>
          </p:nvSpPr>
          <p:spPr>
            <a:xfrm>
              <a:off x="132348" y="3161299"/>
              <a:ext cx="1981835" cy="10648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6000"/>
                </a:lnSpc>
              </a:pPr>
              <a:r>
                <a:rPr sz="1500" kern="0" spc="3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MonocularTown</a:t>
              </a:r>
              <a:endParaRPr sz="15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63500" algn="l" rtl="0" eaLnBrk="0">
                <a:lnSpc>
                  <a:spcPct val="94000"/>
                </a:lnSpc>
                <a:spcBef>
                  <a:spcPts val="15"/>
                </a:spcBef>
              </a:pPr>
              <a:r>
                <a:rPr sz="1500" kern="0" spc="5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RGB</a:t>
              </a:r>
              <a:endParaRPr sz="15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l" rtl="0" eaLnBrk="0">
                <a:lnSpc>
                  <a:spcPct val="112000"/>
                </a:lnSpc>
              </a:pPr>
              <a:endParaRPr sz="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820420" indent="-256540" algn="l" rtl="0" eaLnBrk="0">
                <a:lnSpc>
                  <a:spcPct val="99000"/>
                </a:lnSpc>
                <a:spcBef>
                  <a:spcPts val="0"/>
                </a:spcBef>
              </a:pP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Dorsal stream</a:t>
              </a: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700" kern="0" spc="1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motion</a:t>
              </a:r>
              <a:r>
                <a:rPr sz="1700" kern="0" spc="1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</a:t>
              </a:r>
              <a:endParaRPr sz="1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" name="textbox 10"/>
            <p:cNvSpPr/>
            <p:nvPr/>
          </p:nvSpPr>
          <p:spPr>
            <a:xfrm>
              <a:off x="2753639" y="3698417"/>
              <a:ext cx="1497964" cy="5403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4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82550" indent="-69850" algn="l" rtl="0" eaLnBrk="0">
                <a:lnSpc>
                  <a:spcPct val="99000"/>
                </a:lnSpc>
              </a:pP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Ventral stream</a:t>
              </a:r>
              <a:r>
                <a:rPr sz="1700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(appearance)</a:t>
              </a:r>
              <a:endParaRPr sz="1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 rot="21600000">
            <a:off x="4718684" y="993647"/>
            <a:ext cx="4264025" cy="4581652"/>
            <a:chOff x="0" y="0"/>
            <a:chExt cx="4264025" cy="4581652"/>
          </a:xfrm>
        </p:grpSpPr>
        <p:sp>
          <p:nvSpPr>
            <p:cNvPr id="12" name="textbox 12"/>
            <p:cNvSpPr/>
            <p:nvPr/>
          </p:nvSpPr>
          <p:spPr>
            <a:xfrm>
              <a:off x="899427" y="2006798"/>
              <a:ext cx="2912110" cy="14471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4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9685" algn="l" rtl="0" eaLnBrk="0">
                <a:lnSpc>
                  <a:spcPct val="78000"/>
                </a:lnSpc>
              </a:pP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Complemen</a:t>
              </a: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tary Fusion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7000"/>
                </a:lnSpc>
                <a:spcBef>
                  <a:spcPts val="5"/>
                </a:spcBef>
              </a:pP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Hippocampal Spatia</a:t>
              </a: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 Cells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264025" cy="4581652"/>
            </a:xfrm>
            <a:prstGeom prst="rect">
              <a:avLst/>
            </a:prstGeom>
          </p:spPr>
        </p:pic>
        <p:sp>
          <p:nvSpPr>
            <p:cNvPr id="16" name="textbox 16"/>
            <p:cNvSpPr/>
            <p:nvPr/>
          </p:nvSpPr>
          <p:spPr>
            <a:xfrm>
              <a:off x="588492" y="28344"/>
              <a:ext cx="3333750" cy="8204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02260" algn="l" rtl="0" eaLnBrk="0">
                <a:lnSpc>
                  <a:spcPts val="2420"/>
                </a:lnSpc>
              </a:pP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囹</a:t>
              </a: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Temporal Pro</a:t>
              </a: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cessing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184785" algn="l" rtl="0" eaLnBrk="0">
                <a:lnSpc>
                  <a:spcPct val="82000"/>
                </a:lnSpc>
                <a:spcBef>
                  <a:spcPts val="210"/>
                </a:spcBef>
              </a:pP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LSTM</a:t>
              </a:r>
              <a:r>
                <a:rPr sz="1700" kern="0" spc="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                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Lightweight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12700" algn="l" rtl="0" eaLnBrk="0">
                <a:lnSpc>
                  <a:spcPct val="72000"/>
                </a:lnSpc>
                <a:spcBef>
                  <a:spcPts val="485"/>
                </a:spcBef>
              </a:pP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Fixed - Gate         Attention Module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 rot="21600000">
            <a:off x="9268459" y="1052829"/>
            <a:ext cx="2798444" cy="4521834"/>
            <a:chOff x="0" y="0"/>
            <a:chExt cx="2798444" cy="4521834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798444" cy="4521834"/>
            </a:xfrm>
            <a:prstGeom prst="rect">
              <a:avLst/>
            </a:prstGeom>
          </p:spPr>
        </p:pic>
        <p:sp>
          <p:nvSpPr>
            <p:cNvPr id="20" name="textbox 20"/>
            <p:cNvSpPr/>
            <p:nvPr/>
          </p:nvSpPr>
          <p:spPr>
            <a:xfrm>
              <a:off x="361708" y="131516"/>
              <a:ext cx="2024379" cy="5664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5000"/>
                </a:lnSpc>
              </a:pP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Location&amp;</a:t>
              </a: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mappin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17145" algn="l" rtl="0" eaLnBrk="0">
                <a:lnSpc>
                  <a:spcPts val="2450"/>
                </a:lnSpc>
              </a:pP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g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2" name="textbox 22"/>
            <p:cNvSpPr/>
            <p:nvPr/>
          </p:nvSpPr>
          <p:spPr>
            <a:xfrm>
              <a:off x="683791" y="4116511"/>
              <a:ext cx="1618614" cy="2641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8000"/>
                </a:lnSpc>
              </a:pP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experience map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1390" y="1251193"/>
            <a:ext cx="3434289" cy="1524317"/>
          </a:xfrm>
          <a:prstGeom prst="rect">
            <a:avLst/>
          </a:prstGeom>
        </p:spPr>
      </p:pic>
      <p:sp>
        <p:nvSpPr>
          <p:cNvPr id="26" name="textbox 26"/>
          <p:cNvSpPr/>
          <p:nvPr/>
        </p:nvSpPr>
        <p:spPr>
          <a:xfrm>
            <a:off x="5095950" y="4603357"/>
            <a:ext cx="3612515" cy="917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28345" algn="l" rtl="0" eaLnBrk="0">
              <a:lnSpc>
                <a:spcPct val="83000"/>
              </a:lnSpc>
            </a:pPr>
            <a:r>
              <a:rPr sz="3200" b="1" kern="0" spc="7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</a:t>
            </a:r>
            <a:endParaRPr sz="3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605"/>
              </a:lnSpc>
              <a:spcBef>
                <a:spcPts val="0"/>
              </a:spcBef>
            </a:pPr>
            <a:r>
              <a:rPr sz="2700" kern="0" spc="0" baseline="3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Hd</a:t>
            </a:r>
            <a:r>
              <a:rPr sz="1700" kern="0" spc="4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20" baseline="-3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20" baseline="-3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y,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20" baseline="-3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z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</a:t>
            </a:r>
            <a:r>
              <a:rPr sz="2700" kern="0" spc="20" baseline="3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r>
              <a:rPr sz="2700" kern="0" spc="0" baseline="3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0" baseline="3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</a:t>
            </a:r>
            <a:r>
              <a:rPr sz="2700" kern="0" spc="0" baseline="3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cell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DoF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pose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6628155" y="5340375"/>
            <a:ext cx="165100" cy="191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305"/>
              </a:lnSpc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ψ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6666624" y="5164175"/>
            <a:ext cx="197485" cy="189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3000"/>
              </a:lnSpc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id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5364912" y="5342204"/>
            <a:ext cx="137160" cy="1485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965"/>
              </a:lnSpc>
            </a:pP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5374055" y="5218353"/>
            <a:ext cx="119379" cy="1530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005"/>
              </a:lnSpc>
            </a:pP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441190" y="2746679"/>
            <a:ext cx="4844287" cy="464845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6079851" y="2724419"/>
            <a:ext cx="1737360" cy="213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Temporal     Features</a:t>
            </a:r>
            <a:endParaRPr sz="15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</Words>
  <Application>WPS 演示</Application>
  <PresentationFormat/>
  <Paragraphs>50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</vt:lpstr>
      <vt:lpstr>Times New Roman</vt:lpstr>
      <vt:lpstr>微软雅黑</vt:lpstr>
      <vt:lpstr>Arial Unicode MS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王海东</cp:lastModifiedBy>
  <cp:revision>1</cp:revision>
  <dcterms:created xsi:type="dcterms:W3CDTF">2026-04-07T05:45:34Z</dcterms:created>
  <dcterms:modified xsi:type="dcterms:W3CDTF">2026-04-07T05:45:34Z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2026-03-17T14:47:04Z</vt:filetime>
  </property>
  <property fmtid="{D5CDD505-2E9C-101B-9397-08002B2CF9AE}" pid="4" name="ICV">
    <vt:lpwstr>7642B7503873437A88EF9077B43521F2_12</vt:lpwstr>
  </property>
  <property fmtid="{D5CDD505-2E9C-101B-9397-08002B2CF9AE}" pid="5" name="KSOProductBuildVer">
    <vt:lpwstr>2052-12.1.0.23542</vt:lpwstr>
  </property>
</Properties>
</file>