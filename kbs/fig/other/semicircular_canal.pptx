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xml" ContentType="application/inkml+xml"/>
  <Override PartName="/ppt/ink/ink20.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xml" ContentType="application/inkml+xml"/>
  <Override PartName="/ppt/ink/ink30.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xml" ContentType="application/inkml+xml"/>
  <Override PartName="/ppt/ink/ink40.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xml" ContentType="application/inkml+xml"/>
  <Override PartName="/ppt/ink/ink50.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xml" ContentType="application/inkml+xml"/>
  <Override PartName="/ppt/ink/ink60.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xml" ContentType="application/inkml+xml"/>
  <Override PartName="/ppt/ink/ink670.xml" ContentType="application/inkml+xml"/>
  <Override PartName="/ppt/ink/ink671.xml" ContentType="application/inkml+xml"/>
  <Override PartName="/ppt/ink/ink68.xml" ContentType="application/inkml+xml"/>
  <Override PartName="/ppt/ink/ink69.xml" ContentType="application/inkml+xml"/>
  <Override PartName="/ppt/ink/ink7.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9" r:id="rId6"/>
    <p:sldId id="260" r:id="rId7"/>
  </p:sldIdLst>
  <p:sldSz cx="8858250" cy="75057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E4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49:4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7063.000 2342.000 767,'4.316'-4.317'0,"0.133"-0.133"0,-0.005 0.005 0,1.241-1.240-7,-0.043 0.877 7,0.808 0.748-1,-0.017 1.401 1,0.307 1.268-1,0.668 0.822 1,0.598 0.417 1,0.769 0.207-2,-1.123 0.079 0,-1.428 0.000 1,0.951 0.006-1,1.145-0.071 2,-1.473-0.895 1,0.034-1.566-1,-0.418-1.389-2,0.157 0.004 0,0.752 0.873 0,-1.384 0.590 2,-0.043-1.692 0,-5.140-2.068-1,3.635 0.884 1,0.944 1.563 0,0.119-2.601-2,-0.063 2.886 0,0.893 1.219 1,0.783 0.645 0,-1.022-0.725-1,-0.463-3.515 1,-3.591-0.459 1,-2.110-0.460-1,-0.492-0.063-1,6.243 2.673 2,3.604 3.313 2,-0.579-0.691-5,-0.754-1.150-1,-1.167-0.964 2,-0.077-1.584 0,0.991-1.611 1,1.159 0.885 1,-0.661 0.296-1,-2.499-0.217 0,-0.421 1.233 1,2.160-0.406 0,0.114-0.115-1,-1.190 0.159-1,-1.935-0.093 0,-0.804-1.404 1,0.208 0.314 1,2.874 0.523 0,-0.961 1.646 0,1.680-1.799-3,1.376-2.151 1,-4.629 3.166 1,-0.538-0.296-1,2.777-3.613 0,0.286 1.741 1,-1.051 1.188 2,-1.754 0.632-1,-1.106-1.164-1,1.314-1.951 0,-0.118 1.483 1,-0.602-0.153-1,-0.756-1.440-1,-0.855 0.068 2,1.095 1.736-1,2.008 0.653 0,2.315-0.814 0,1.117-0.428-1,-0.344 0.348 0,-0.692 0.184-1,-1.858 0.016 0,-2.204 0.123 3,-0.082 0.832 1,1.761 1.527 2,1.504-0.237-3,0.101-0.610-2,-1.471-0.933 0,0.828-1.868-1,0.772 0.933 3,-1.448-0.244 0,-0.531 1.590-1,1.289 0.636-1,1.942-0.898 1,-0.129-1.395-1,-1.682-0.774 0,-0.018 1.295 2,0.199 0.185 0,-0.295-0.851-1,0.018 0.214 1,-1.813 2.385-1,0.582 0.417-1,4.810-1.806 0,0.097 2.372 2,-0.213 1.672-2,1.256 0.979 1,-2.321 0.813-1,-0.238 0.501 1,-1.175 0.210 0,-0.423-0.429 1,0.576-0.151 1,-0.605-0.006 0,0.898-1.253-2,-1.915-2.330-1,1.476-4.287 2,-2.829 2.918-2,0.153-0.212 0,0.019 0.010 1,-0.058 0.277-2,3.356-2.889-1,-1.303 2.872 1,1.226 1.711 4,-0.167 2.030 1,-0.311-0.688-1,-0.344-2.750-1,-3.504-0.654-1,-0.143-0.382 0,1.311 0.277 0,0.561 0.464-1,-0.256 0.309 1,0.846-0.893 0,-1.223 0.748 0,-1.457-3.072 0,-1.913 1.857 1,-0.131-1.313-1,1.298-1.042-1,2.335-2.304-1,-1.677 5.089 2,0.362 0.347-1,4.448-4.741 1,-3.024 3.507-1,-0.038-0.977 0,-0.297-0.214 1,0.080-0.680-1,0.113-0.600-1,0.820-1.805-1,-0.216 0.568 1,-0.318 0.942 2,-0.357 1.103-1,-0.355 1.117 1,-0.324 1.038 0,1.539-2.725 1,-1.672 1.249 1,-0.421 0.424 4,1.309-1.242-1,0.085-1.489-6,1.918-1.560 0,-2.154 4.842 0,1.295-2.294 1,-0.269-0.666 0,-0.607-0.519-3,-0.826 1.284 1,-0.065 0.241 0,0.058 0.355 1,-0.158 0.923 1,0.172 0.339 0,0.201 0.311 1,0.063 0.129 0,-0.308 0.392-1,-0.435 0.379 1,2.384-5.243 0,-1.109 1.617 1,-0.797 2.367-2,-0.257 1.637 0,2.096-1.741 0,-0.648 0.249 2,0.358-1.345 1,-0.167-0.861-5,-0.921 0.729-1,-0.525 0.140 2,-0.581 0.333-4,-0.583 0.443 4,0.004 0.099-1,0.017 1.100 2,3.604-2.801 9,1.689 4.026-6,0.301-2.471-2,-2.991-1.115 2,-0.215-0.292-5,1.175-0.130 0,0.813 1.806 0,-2.443 2.167 1,0.256-0.660 2,0.200-0.394 2,-0.042 0.009-2,-0.057 0.100-3,-0.110 0.206 0,-0.135 0.255 0,-0.250 0.394 2,0.049 0.060 0,0.094 0.003 0,-0.009-0.362 0,-0.576-0.034 0,-0.688-0.028 1,1.768-2.322 0,0.673 1.886 0,1.225 1.941 1,1.792 0.561-1,0.360-0.611-2,-2.570-1.015 0,-2.109 0.702 1,3.707-3.523 0,-1.032 1.897 0,0.065 0.041-1,0.323-0.626 0,1.669-1.931 2,-3.890 3.326-1,0.146-0.233-1,0.460-0.081 1,0.015 0.604-1,-0.039 0.762 0,-0.067 0.349 0,-0.080 0.065 2,-0.081-0.115 0,-0.220 0.532 0,0.571-0.224-1,0.356-0.267 0,0.189 0.013 1,0.064 0.205-1,-0.024 0.326-1,1.575-0.410-1,-0.175 0.222 0,-0.242 0.135 3,-0.261 0.071-1,-0.252 0.026-1,-1.200 0.301 1,-0.353-0.126-1,-0.342-0.163 0,4.084-3.507 2,-2.520-1.098 1,-0.935-0.414 1,0.268 2.055-3,0.920 2.162 4,1.446 1.544-4,-0.500 1.347-1,-0.883 0.748 1,-0.297 0.313 0,0.577 0.069 0,0.742-0.035 1,1.562-0.040-1,-1.270-0.080-1,-1.542-0.059 0,1.388-0.034 1,-1.468-0.019 1,0.757-0.004 0,-0.565 0.001 0,-0.112 0.003-2,3.291 0.002-1,1.777 0.002 1,-5.724 0.001 1,0.297 0.000-1,-0.524 0.000 1,4.118 0.000 0,-2.456 0.000 0,-0.350 0.000 1,4.411 0.000 1,-5.269 0.000 0,0.693 0.000-4,0.655 0.000 0,2.147 0.000-1,-0.082 0.000 1,-0.429 0.000 1,-0.622 0.000 0,-0.706 0.000 0,-0.712 0.000 0,-0.665 0.000 0,1.362 0.000 1,0.189 0.000-1,-0.139 0.000 3,-0.804 0.000 4,-0.340 0.000-2,-0.347 0.000-6,-0.326 0.000 0,-0.288 0.000 2,6.232 0.000 2,-5.752 0.000-1,5.291 0.000-1,-0.702 0.000 0,-0.613 0.000 0,-0.809 0.000 0,0.854 0.000-1,-4.350 0.000 2,0.667 0.000 0,-0.204 0.000-2,0.123 0.000 0,-0.001 0.000 0,-0.085 0.000-1,-0.139 0.000 1,-0.168 0.000 1,-0.179 0.000 1,-0.177 0.000 0,6.511-0.393 0,-6.181-0.615-1,-0.227-0.712 1,4.145-1.830-1,0.801-0.480-1,-5.459 1.639 1,4.354-2.826 2,-1.363-0.067-3,1.991 1.220-1,0.440 1.552 2,0.002 1.004 0,-5.107 1.027 0,5.681 0.028 1,-1.139 0.399 0,-0.150 0.168 1,-0.014 0.050-4,0.597-0.901 1,-1.363-1.790 0,-1.597-1.206 2,-0.363 0.367 0,0.659-0.452 1,1.126-1.487-2,0.975 0.192 0,-1.026 0.773-1,-0.297-0.606 0,-1.712 1.418 1,-0.811 0.855 0,-0.216 0.396 0,-0.470 0.432 1,4.113-0.628 0,-2.691 1.321-3,-0.805 0.703 0,1.941 0.381 5,0.501 0.215 0,0.242 0.048-5,0.316-0.474 1,0.485-2.644-1,-0.248-1.395 3,-0.493 0.560 0,0.319 0.147 0,0.308-1.452 0,-4.069 2.480-1,0.725 0.258 0,0.374 0.336-2,0.122 0.361 1,-0.048 0.351-1,-1.049 0.409 1,5.619-0.258 2,-5.508 0.792 0,5.704 0.048 0,-5.255-0.169-1,-0.188-0.624 1,-0.198-0.741-1,-0.188-0.304 0,-0.167-0.010 0,5.058-1.216 0,0.636 1.153 1,1.354 0.678-2,-6.000 1.015 1,-0.182 0.170-2,-0.347 0.136 0,0.104 0.092 2,0.175 0.067 1,0.211 0.047-1,0.403 0.034 0,-0.105 0.018 0,-0.196 0.007-1,0.633 0.004 1,0.371-0.007 1,0.462-0.010 0,-1.746-0.018-1,-0.173-0.007-1,-0.250-0.006 1,6.926 0.010-1,-5.512-0.025 1,0.104-0.004 2,1.440-0.003-2,0.337-0.003 0,0.309-0.002-2,0.264-0.001 0,0.214 0.000 2,0.167 0.000-1,-0.184 0.000 1,0.771 0.000 0,0.490 0.000-1,-0.167 0.000 2,-0.309 0.000 2,-0.495 0.000-6,-0.589 0.000 0,-0.615 0.000 1,1.904 0.000 1,-0.519 0.000 1,-0.962 0.000 0,-1.151 0.000 5,-1.167 0.000-1,0.021 0.295-4,1.202 0.482-2,0.938 0.583 2,1.556 0.825 2,0.512 0.680-1,0.275 0.610-4,-0.765 0.204 0,0.032 0.402 0,-0.008 0.346 2,-0.178-0.092 0,0.078-0.235 0,0.102-0.381 1,0.114-0.463 0,-0.311-0.281 0,-0.588-0.141-1,-0.750-0.036 1,-0.821 0.039-1,2.850 0.975 1,0.280 0.282 4,0.063 0.278 1,-2.848-0.800 0,-0.556 0.084-7,-0.633 0.077 0,-0.651 0.067 0,3.673 0.724-1,0.632-0.530 5,-0.140-0.661 1,-2.368-0.901-3,0.131-0.072 1,0.236 0.037-2,0.296 0.111-1,-0.104 0.156 0,-0.376 0.179 1,-0.544 0.186 1,-0.632 0.180-1,1.198 0.587 0,-0.199 0.151 3,-0.473 0.102 0,-0.623 0.064 1,1.311 0.225 1,-1.631-1.205-6,-0.083-0.413 0,0.373 0.047 3,-0.316 0.057 2,-0.362 0.198-3,0.101 0.537-2,-0.428 0.336 2,-0.398 0.321 0,-0.350-0.105 1,-0.293-0.370-1,-0.235-0.513 0,4.218 1.810 2,1.057 0.125-1,-3.952-0.990-2,-1.372-0.370 1,-0.117 0.001-1,-0.166-0.202 0,0.691 0.472 2,-0.323-0.111 0,-0.338-0.069-2,-0.322-0.036 0,-0.126 0.263 1,0.393 0.578 1,0.199 0.364-1,0.054 0.196 1,1.917 1.561 0,0.556 0.011-2,0.557-0.119-2,-1.390-1.263 0,-0.219-0.231 3,-0.331-0.229 0,-0.386-0.214-1,2.593 0.420 1,0.631-0.850 1,-2.243-1.313 0,-0.225-0.174 3,-0.321-0.060-2,-0.370 0.022-3,1.596 0.960-2,-0.175 0.099 3,-0.091 0.070 0,-0.031 0.047 0,-0.450 0.911-1,-0.295 0.225 1,-0.318-0.292 0,0.027-0.999 1,0.507 0.020 3,-0.048 0.095-6,-0.549-0.011 2,-0.636 0.048 0,-0.758 0.034-1,4.739 4.509-1,-4.258-4.557 3,-0.040-0.618 0,-0.146-0.643 3,1.615 1.866-4,-0.517 0.158-2,0.688 0.496 5,-0.186 0.313-2,-0.708 0.175-4,-0.970 0.075 1,1.291 1.960 0,-0.695-0.547 3,0.161 0.228 1,-0.374-0.504-2,-0.005-0.108 0,-0.032-0.168-2,0.552 0.152-1,0.215-0.414 3,0.247-0.442 0,0.248-0.427 1,-0.437 0.407-2,-0.060 0.476 1,-0.115 0.247-1,-0.391 0.112 4,-0.732-0.189 0,-0.832-0.296-4,-0.844-0.347-1,2.407 2.446 0,-1.159-2.035 4,0.295 0.546 3,-0.509-0.256-4,-0.407 0.051-3,-0.542-0.053 0,-0.286-0.093 0,-0.192-0.309 0,-0.074-0.352 4,0.009-0.357-1,0.333 1.195 0,0.244 0.476-1,0.274 0.167 1,0.394 0.538 1,0.089 0.113-3,0.017 0.069-1,-0.030 0.036 0,-0.918-1.390 1,-0.401-0.318 0,-0.458-0.359 1,-0.471-0.365-1,0.476 1.479 1,0.734 0.407 3,1.003 0.095 0,0.315 0.281-1,-0.147 0.380-4,-0.434 0.415 0,-1.046-1.160 1,-0.459 0.128-1,-0.460 0.104 2,-0.437 0.082 0,-0.377 1.252-1,-0.360 0.838 1,-0.305 0.614 0,-0.237 0.667 0,-0.218-0.493 3,-0.163-0.802-4,-0.115-0.959-1,-0.076-1.004-1,-0.042-0.102 1,-0.021-0.184 4,-0.006-0.347 0,0.006-0.436 2,-0.001 1.860 1,0.021 0.833-7,0.023 0.609 1,0.019 1.162 3,0.023 0.233-4,0.020 0.062-1,0.018-0.774 0,0.011-0.047 2,0.009-0.046 1,0.217 3.293 0,0.355-4.199 0,0.427 0.030 0,0.456-0.083 1,0.747 2.046 3,0.049-0.843-7,-0.157-1.001 1,-0.272 0.327-1,-0.319-0.224 6,-0.321-0.544 1,-0.363-1.429-1,-0.209-0.260-2,-0.177-0.168-3,-0.145-0.096 0,-0.109 2.008 2,-0.103 0.290 0,-0.068-0.211 0,-0.032-1.606 2,-0.019-0.437 0,-0.010-0.444-3,-0.012 0.939-2,0.005 0.142 4,0.008 0.280 1,0.020-1.469-2,0.007 0.456 0,0.007 0.549-1,0.006 0.584 0,0.005 0.365 0,0.005 0.193 0,0.004 0.063 0,0.003-0.030-1,0.003-0.093 1,0.002-0.132 1,0.001-0.152 0,0.001-0.157 0,0.002 2.231 0,0.000-0.044 0,0.000-0.056 1,-0.001-1.913-1,0.000-0.198 1,0.000-0.184-1,0.000-0.164 0,-0.001-0.929 0,0.000 0.156 0,0.000 0.250 1,0.000 2.077-1,-0.001-0.294 0,0.000-0.514 0,0.000 0.562 0,0.000 0.030 1,0.000-0.312 0,0.000-1.078 1,0.000-0.494 0,0.000-0.496-3,0.000-1.123-1,0.000 5.044 2,0.000-0.557 3,0.000-0.068-2,0.000-2.400 0,0.000 0.594-1,0.000 0.792 1,0.000 1.919-1,0.000-0.608-1,0.000-1.383 1,0.000-1.076 0,0.000-0.928 0,0.000-0.673-1,0.000-0.620 2,0.000-0.135 1,0.000 0.796-1,0.000 1.260-1,-1.231-0.319-1,-2.177-1.467 1,-0.474-0.002 1,-0.627 0.871-1,-1.438 1.208-1,0.354 0.087 0,1.549-0.871 1,1.616-1.027-1,1.203-0.590 0,0.760-0.143 2,-0.428 2.489 1,-1.581-1.773-1,-1.407-1.298-1,-1.173-1.150 0,-2.852-1.623 0,0.676 0.240 1,3.251 2.722-1,1.899 0.676 0,-3.699-4.404 1,-0.748-1.823 0,5.070 5.790 0,1.457 0.201-1,-3.225 0.720-1,-2.445-1.349 1,-2.687-0.828-2,2.217 0.044 2,1.380 2.485-1,1.896 0.493 0,-0.017-1.673 2,-1.926-1.021-1,-3.482 1.172 0,3.446-2.221 0,-0.618 0.562 0,-0.006-0.118-3,0.137-0.350 1,0.225-0.483 1,-0.760 0.125 0,0.938 0.923 0,0.880 0.489 2,0.893 0.201 3,0.371 0.952-2,-1.921 1.552-3,0.073-0.142 1,-0.967 1.723 1,-0.568-0.328-2,0.505-0.689 0,1.607-0.723 1,-0.549 2.025 1,0.826-2.987 1,-0.540 0.878-2,-0.298 0.573-2,1.187-1.849 0,0.278-0.126 0,0.360-0.200 1,0.399-0.241-1,-0.740 1.240 0,-0.456-0.518 3,-0.668-0.526 1,-0.738-0.484 0,-0.185-0.292-2,0.001-0.006 0,0.171 0.109-1,0.259 0.170 1,0.292 0.193 0,0.704 0.383-1,0.094 0.563 1,0.039 0.204 0,0.000-0.045 1,-2.035 1.747 3,-1.221 0.293-7,-0.850-0.199 1,-0.552-0.490 3,-0.590 1.202-2,1.690-1.360-1,0.201-0.043-1,-0.330 0.490 5,0.618-0.658 2,0.665-0.766-7,0.641-0.772 1,0.574-0.714 1,0.567-0.727 2,-0.018-0.086 0,-0.157 0.067 0,-0.237 0.163-1,-0.274 0.215 0,-0.077 0.029 0,-0.655 0.630 0,-0.451 0.432 0,-1.972 2.345 1,-0.083 0.685 0,0.156 0.551-1,0.881-1.024-4,0.003-0.315 2,-0.051-0.473 1,-0.083-0.551 1,0.852-1.203-1,0.083-0.314 1,0.106-0.246 0,-1.864 1.078 0,0.358-1.036 2,0.420-1.108 0,0.044-0.820 0,0.270-0.223 0,0.688-0.005-1,-3.175 2.545 1,1.112 0.396-1,3.912-2.294-1,-2.335 4.033 0,2.752-0.418 0,-2.359-1.352 1,-2.115-2.185 4,0.414-1.579-6,2.280-0.700 0,0.764 1.643 1,4.845 2.738 1,0.836-0.141 0,-0.611-0.071-1,-0.026-0.016 1,0.007-12.240 0,0.000 0.035 0,6.896 4.493-1,1.306 1.559-1,0.368 0.083-1,0.289-0.273 0,-0.199-1.836 2,-2.929-0.263-1,0.765-0.746 0,0.798-0.639 0,-0.124-0.195 0,-0.052-0.255 0,-0.241-0.153-1,-0.350-0.075 1,-1.006 0.666 0,-0.302 0.338 1,4.429-2.161 0,-2.807 2.674 1,-0.812 0.663 1,0.094-0.048 0,-0.063-0.133-1,1.030-0.316 0,-0.072-0.129-3,-0.522-0.105 1,-0.783-0.082-1,4.764-3.056 5,-3.925 2.912-4,0.544-0.278 3,0.866-0.267-1,0.045 0.244-3,-0.142 0.389-1,0.659-0.090 1,0.221-0.068 0,0.282-0.194 4,-0.978 0.271-1,0.301-0.251-2,0.335-0.275 0,2.072-0.838 0,-0.413 0.401 1,-0.674 0.598-1,-1.737 1.114 1,0.498 0.441 0,0.761 0.416 2,0.311 0.080-2,-0.017-0.155-1,-0.242-0.308 1,2.001-1.062-1,-0.130-0.560 0,-0.118-0.488 2,-0.775 0.295-1,-0.024 0.305 0,0.020 0.454-1,1.224-0.663 1,0.727-0.150 0,0.354 0.188 1,-1.602 0.490 1,0.032-0.119-1,0.007-0.194-4,2.064-0.717-1,-0.931 0.410 3,-1.140 0.572 1,-1.715 0.750 0,-0.947 0.534 1,-0.824 0.486 2,-0.291 0.419 0,0.070 0.345-1,0.297 0.273 1,0.533 0.206-3,-0.210 0.163-1,-0.343 0.106 1,0.755 0.051-1,0.959 0.028 2,0.720 0.009 1,-1.663-0.029-1,0.345-0.007-2,0.342-0.009-1,1.594 0.000-1,-0.271-0.015 0,-0.499-0.015 3,-0.618-0.013-1,-0.658-0.012 1,-0.642-0.010 1,-0.776-0.008 0,0.050-0.005 1,0.229-0.004 0,-0.280-0.003-1,0.373-0.002-2,0.416-0.001 1,2.943-0.002-1,-0.270 0.000 0,-0.604 0.000 1,-0.113 0.001-1,-0.007 0.001 1,-0.336 0.001 1,-0.131 0.000 1,0.012 0.001 0,0.102 0.000-5,-0.843 0.000 2,-0.353 0.000 0,-0.424 0.000 1,-1.143 0.000 0,-0.450 0.000 0,5.012 0.000 2,-5.147 0.295 0,0.361 0.481-1,0.184 0.583 0,0.347 0.621 0,0.439 0.613 0,0.479 0.573-3,1.861 1.172 0,0.472 0.511 0,0.329 0.363 0,-1.986-1.140 1,0.194-0.261 0,0.225-0.365 0,1.830 0.341 0,0.199-0.056 0,0.106 0.066 1,-1.062-0.149 1,-0.445 0.177-1,-0.547 0.205-1,0.022 0.215 1,-0.697-0.335-1,-0.662-0.474 3,1.673 0.239-1,-0.002-0.017 3,-0.347 0.130-2,-0.881-0.868 0,0.705-0.270-2,0.581-0.332-3,2.897 0.442 4,0.285 0.157-1,0.004 0.299-3,-3.271-0.350 0,-0.010 0.691 2,0.052 0.827 0,1.706 1.251 0,0.050-0.017 1,-0.003-0.372 0,-0.381-0.241-1,-0.606-0.139 1,-0.718-0.063 0,-0.734-0.055 1,0.362 0.525 0,0.628 0.659 1,-0.595-0.098-1,-0.069 0.231-3,-0.228 0.130 1,1.375 1.104 0,-0.045-0.080-1,-0.002-0.174 2,0.027-0.226 2,0.046-0.246-2,0.054-0.243 0,-1.688-0.820 0,-0.307 0.304 0,-0.360 0.445 0,1.795 1.600 0,-0.066-0.558 0,0.028-0.895 1,-0.308 0.133-1,-0.500 0.781 1,-0.585 1.139-1,-1.563-1.049 0,-0.390-0.356 0,-0.327-0.635 0,0.501-0.083-1,0.284-0.448 1,0.434-0.333 5,1.253 0.486-4,-0.140-0.250-1,-0.344-0.193-1,-1.803-0.849 1,-0.252 0.466 0,-0.210 0.622 0,1.058 1.431 1,0.387 0.197-1,0.499-0.031-1,-1.130-1.313 1,-0.117-0.250-1,-0.214-0.273 1,-0.271-0.275-1,4.482 2.911 0,1.418 0.790 3,0.150 0.029-1,-0.627-0.433-2,-1.042-0.674 0,-1.198-0.759-2,3.149 5.386 2,-0.004 1.400 2,1.363 1.526 0,-2.325-2.453-1,0.263 0.600-3,0.141 0.538-4,3.412 3.887 1,0.358-0.329 1,0.263-0.732 5,-0.604-0.151 0,-1.114 0.232-1,-1.358 0.460 1,-0.629 0.180 0,-0.116-0.013 1,0.220-0.135 0,-0.790-1.692 0,-0.033-0.681-1,-0.068-0.744 0,-1.225-1.621 0,-0.261-0.061 1,-0.278 0.128 0,-0.276 0.253 1,5.694 5.920-2,-1.804-2.251-1,-0.298 0.855 0,-1.508-1.154 5,-0.819-0.360-1,-0.878-0.593-7,-1.436-2.123 0,-0.409-0.798 1,-0.275-0.802 5,-0.167-0.763 2,2.484 4.732-1,-2.164-2.628-2,-0.466-0.207 0,-0.580-1.102 9,-0.055-0.557-9,0.057-0.588-4,0.127-0.571-1,-0.132 0.517 4,-0.093 0.459 0,-0.141 0.273 1,-0.780-1.053 4,-0.230-0.149 0,-0.234-0.222-8,-0.226-0.261 0,0.601 1.606-1,-0.873-1.269 5,-0.929-1.404-1,-0.887-1.368 0,-0.786-1.232 1,-0.411-0.044 2,0.938 3.112 2,0.875 2.099-4,0.575 0.978 1,0.343 0.214-3,-0.753-1.771 0,0.218 0.597-2,0.231 0.377-1,-0.144 0.470 2,-0.256 0.050 9,-0.373-0.399-9,-0.437-0.690-1,0.760 1.166-1,0.083-0.389 8,-0.185-0.677-4,0.050 0.967 0,-0.582-0.511 4,-0.610-0.396-5,-0.642-2.609-1,0.013-0.260 3,0.128-0.200-1,0.200-0.148 1,0.027 0.748-1,-0.095 0.479 0,-0.173 0.266 0,-0.220 0.104 0,-0.106 1.114 4,-0.298-0.192-4,-0.279-0.295-3,-0.246-0.343 0,0.270 2.335 2,0.478 0.559 2,0.619 0.166-1,0.207-0.536 6,-0.063-0.924-7,-0.225-1.086-2,-0.483-0.771 0,-0.252 0.418 5,-0.249 0.316 2,-0.229 0.229-1,-0.202 0.156-3,-0.172 0.098-3,-0.121 1.774-1,-0.144-0.512 4,-0.099-0.677-1,-0.063-0.715 1,-0.028-0.159 0,-0.016 0.530 0,-0.006 0.307 1,0.009-1.423 4,0.005-0.548-3,0.006-0.695-5,0.008-0.752 1,0.002 2.451-1,0.015-1.456 6,0.006-0.012-1,0.006-0.272-2,0.004-0.227 1,0.004-0.183-1,0.003-0.142-1,0.002-0.106-1,0.002 3.677 1,0.001-1.056 1,0.001 0.484 1,0.000 0.169-1,0.001 3.388 0,0.000 0.691-2,-0.001 0.192-2,0.000-0.141 4,0.000-0.817 4,-0.001 0.062-8,0.000 0.128 0,0.000 0.162 0,-0.001-0.708 3,0.000-0.449 1,0.000-0.563 0,0.000-0.605 0,0.000-0.595 0,-0.266 1.294 1,-0.423 0.769 0,-0.499 0.630 0,-0.515 0.498 10,-2.085 4.463-13,-0.166-2.423-2,-0.080 0.782-2,0.482-1.586 6,0.370-0.968 7,0.449-1.297-11,0.425-2.102 0,0.034-0.583 1,-0.067-0.381 4,-0.136-0.219 7,-0.196 0.872-7,0.201-0.207-2,0.293-0.197 1,-0.384 2.481 0,0.242-3.188 1,-0.332-1.176 1,-0.694 1.457-1,0.220-1.801 2,-0.363 0.236-1,-0.892 2.522 3,0.314 0.110-7,0.534-0.048-2,0.616-1.602 1,0.079-0.349 2,-0.025-0.366 2,-0.092-0.353-1,-0.718 2.258 0,0.350-1.979 0,-0.306-0.278 0,-0.479 0.757 3,0.368-0.753 1,0.540-0.799-6,0.818-2.288 0,0.030-0.504 2,-2.612 4.482 3,2.221-4.081-1,0.212 0.438-2,0.304 0.210 1,0.002 0.388 1,-0.198 0.481-1,-0.318 0.512-3,-0.662 0.927 0,-0.104-0.911 1,0.006-1.248 0,0.073-1.350 0,-3.087 1.832 1,3.259-1.986 1,-0.273 2.575 1,0.008 2.214-2,-0.382 2.239-1,-0.165 0.507 1,-0.190-0.154-4,0.136-1.418 1,-0.183-0.681 1,-0.183-0.767-1,0.122-0.488 3,0.326-0.270 0,0.447-0.104 2,-0.031 0.375 1,0.054-0.481-2,-0.077-0.553 0,-0.730 0.018-1,-0.208-1.439 1,-0.191-1.475 0,0.154-1.552 1,-5.047 0.959 1,1.952-1.893-1,1.255 1.070 1,-0.110 1.966-2,-0.244 1.144-2,-2.452 3.595-2,3.164-2.446 2,0.299-0.533 1,-0.130-0.432-2,-0.038-0.823 0,-1.155 0.559 0,-0.607 0.224 2,-0.211-0.007 2,1.877-1.573-1,0.491-0.092 0,0.613-0.083-2,-0.588 1.292-2,0.436-0.189 1,0.263-0.224 4,0.781-0.633 1,0.566-0.167-3,0.601-0.134 0,-2.199 4.191 1,-0.003-2.845 1,-0.310-2.852 1,-0.762-1.916-2,-2.417-1.312-1,-0.896-0.585 1,0.028 1.575-2,1.055 1.500 0,0.497-0.222 0,-0.896 1.147 0,3.410-0.898 1,-2.911 1.961 0,-1.564 0.721-2,-1.452 0.410 0,-0.354 0.070 0,0.013 0.598-1,0.758 0.625 0,0.063 0.546 1,0.291-0.108 0,0.128-0.321 5,0.015-0.437-4,-0.062-0.481-2,-0.105-0.478 1,-0.128-0.441 0,-15.477 8.697-2,-5.353 2.908 4,-4.158 2.183 6,5.611-3.246-15,-1.179 0.483-2,-0.874 0.294 1,-1.640 0.611-1,1.415-1.070 1,2.065-1.428 5,2.407-1.600 5,-3.063 0.651 0,0.605-1.341 2,0.820-1.491 8,0.908-1.491 9,-1.876-1.778-9,-1.333-1.601-19,-0.554-1.499-1,-0.001-0.993 14,0.366-0.593 11,0.586-0.290-24,-1.840 0.164 0,0.353 0.077 6,0.294 0.172 5,6.926-0.877-1,0.240-0.218-1,0.113-0.285 0,-2.090-0.168 0,0.058-0.383 0,0.079-0.369 2,-2.338-0.275 0,-0.311-0.342-1,-0.337-0.286-1,2.170-0.244 0,0.085-0.158-1,0.134-0.122 0,-7.729-0.115-1,0.191-0.086 3,10.641-0.250-1,1.110-0.431 1,1.152-0.521 1,-6.398-0.983 0,0.874-0.149 1,0.655 0.111 1,-1.861-1.438-3,4.651-0.375-2,-0.423-0.640 1,-0.044-0.461 11,0.211-0.313-9,0.367-0.194-10,1.840 0.025 2,-0.160-0.538 2,-0.323-0.615 6,0.173-0.043-1,0.504 0.352-1,0.705 0.605 0,-2.671-0.708-1,0.661-0.163 1,0.602-0.388 3,-3.350-1.091 0,-1.825-0.197-3,6.865 2.099 0,1.011 0.245 0,1.365 0.284-1,1.538 0.296 1,-7.329-1.977-1,4.637 1.252 4,0.940-0.145 1,1.142-0.208 4,-3.327-2.271-6,-1.289-1.272-9,-0.672-0.823 5,4.899 2.290 10,0.229 0.287-8,0.283 0.436-5,0.306 0.516-1,-1.185 0.331 0,-0.454 0.185 7,0.078 0.074 0,0.442-0.007 0,-0.595-0.239 6,0.555 0.301-3,0.548 0.374-9,0.511 0.400 0,-6.206-2.528 3,4.105 0.976 3,0.778-0.172 1,1.157-0.018 2,1.329 0.084 3,-1.751 0.079-9,-2.340-0.284-4,-2.274-0.364 4,2.263 0.896 16,-0.759-0.360-16,-0.530-0.393-5,-3.461-1.559 0,1.098 0.148-1,1.612 0.370 6,2.863 1.514 2,1.208 0.890 0,1.411 0.979 1,1.477 0.988 4,-7.954-2.541 15,2.295 0.430-25,-1.294-0.723 7,-2.339-1.289 3,-0.184-0.624-13,0.223-0.476 0,-6.160-1.990 1,4.775 1.683 7,0.911-0.138 0,1.722 0.608 9,1.461 0.754-7,1.430 0.886-8,1.292 0.896 0,-1.170-0.470 8,-0.009 0.018 0,0.715 0.319 1,1.105 0.481 6,-1.339-0.756-4,-0.151-0.165-11,0.598 0.216 0,1.017 0.435 14,-0.842-1.197-4,4.146 1.025-9,0.758-0.187 1,0.835-0.048 7,0.834 0.048 9,-5.598-2.906-18,-0.861-0.628 0,0.518-0.097 8,1.304 0.232 7,1.545 1.012-13,-0.033 0.076-2,0.531 0.445 1,0.866 0.658 7,0.692 0.470 5,-0.278-0.300-6,0.152-0.172-6,0.444-0.075 4,-1.125-1.053 6,0.538 0.128-3,0.520 0.207-6,0.473 0.244-1,0.411-0.544 4,0.343 0.037 2,0.275 0.416 0,0.212 0.638 1,1.416 0.460 11,0.025-0.306-17,-0.045-0.175 1,-0.092-0.076 3,-2.422-1.613 9,0.902 1.294-13,1.154 1.573 0,-0.219-0.293 0,1.852 0.967 5,-0.233-0.521 9,-1.853-1.833-6,0.783 0.286-6,1.055 0.591-1,1.139 0.732-1,-1.396-1.226 2,1.800 1.992 4,0.307 0.839 1,-0.084-0.177 1,0.518-0.220-1,0.513-0.480-4,0.465 0.304 0,-0.282 0.016 1,-0.454 0.111 0,-0.138-0.228 0,0.075-0.429 0,0.206-0.526-1,0.699 0.337 1,0.392 0.194-1,0.402 0.344 1,0.383 0.419 0,-0.394 0.049 0,-0.429 0.331 1,-0.604 0.269 0,-0.128-0.113-1,-0.626-0.978 0,-0.614-1.231 0,-1.235-1.313-1,-0.508-0.163-1,-0.380 0.213 0,-0.100-0.131 0,1.233 0.660 1,1.528 0.705 1,0.799 1.539 0,-0.007 0.427 2,0.093 0.340 1,0.615 0.940 5,0.136 0.631-7,0.131 0.673-2,-0.728-0.281-2,0.941 0.226 3,0.180-0.680 1,0.161 0.637 3,-0.405-0.196-3,-0.216-0.239 0,-3.108-3.143-2,2.199-0.306-1,1.798 2.678 1,-4.333-1.622 5,0.230 2.411-3,1.074-1.807-3,-0.536-3.022 5,4.691 3.960-3,-2.046-4.516-4,2.430 1.211 2,1.862 0.721 2,1.106-0.433 1,0.616 0.874 2,0.388-0.692-2,0.024 1.139-2,-0.288 0.264 0,-0.173 0.354 3,-0.006-0.009-1,-2.327-1.734 0,-1.547 1.868 0,-1.370-1.041-2,-1.598-0.143 0,0.438-0.961-2,2.399 0.509 3,1.588-0.217 0,-0.158-0.502 1,-1.636 1.096-1,-1.904 1.112-1,-0.441 1.214 0,1.402 0.226 0,0.766-0.779 1,-0.745 0.426 2,0.289 0.822 0,0.807-0.501-2,0.552-1.335 1,1.162 0.105-1</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0:0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8551.000 4166.000 767,'0.000'-6.210'0,"0.000"0.206"0,3.120-0.387-5,1.972 1.005 4,5.158-4.667-1,-3.298 4.048 0,0.339 0.398-1,0.945-0.413 1,1.106-0.478-1,0.819-0.243 2,0.897-0.465 2,-0.411 0.247 0,-0.752 0.375-5,-0.915 0.431 1,0.024-0.323 0,0.521-0.414 5,0.419-0.175 0,-0.974 0.698 1,-0.324 0.172 0,-0.473 0.236-5,-0.550 0.268-1,1.599-1.127 0,-0.093 0.323 3,0.071 0.296 2,-1.615 1.331-1,0.246 0.090-1,0.326 0.031 1,1.247-0.647-1,-0.403 0.156 0,-0.626 0.191 0,-0.724 0.199 0,0.544-1.086 0,0.138-0.651 1,-0.133-0.325 0,-1.021 0.853 1,0.242-0.007 0,0.347 0.035-4,1.529-1.041-2,0.118-0.141 3,-0.029-0.148 1,-0.121-0.142 0,0.496 0.436-1,-1.698 1.989 0,-0.006 0.601 0,2.451-0.803 0,-0.579 0.419 7,-0.742 0.218-4,-2.071 0.859-4,-0.615 0.078 2,-0.564 0.034 0,-0.498 0.004 1,0.574-0.134 0,0.323 0.454 0,0.525 0.537 0,-0.263 0.325 0,0.048-0.092-1,-0.053-0.238 0,0.791-0.819 0,-0.265-0.400 0,-0.313-0.355 0,-0.508 0.405 0,0.073 0.377 0,0.166 0.507 0,0.214 0.552 0,3.650-1.915-1,-0.235-0.246 1,0.749-0.533 0,-0.688 0.425 2,-0.364 0.417-4,-0.566 0.591-1,-2.279 0.429 1,-0.378-0.078-1,-0.331 0.107 4,1.604-0.700 5,-0.524 0.596-4,-0.496 0.656-1,0.078 0.393-2,-1.019 0.415 2,0.177-0.219-1,1.142-0.438 1,-0.045 0.123 1,-0.150 0.243-4,-1.167 0.301 1,-0.139-0.176-1,-0.118-0.275 2,0.806-0.858 1,-0.162-0.432-1,-0.170-0.390 0,2.586-1.104 1,-1.201 1.245-2,-0.231 0.525 1,-0.448 0.589 0,-0.554 0.588 1,-0.425 0.543-1,5.021-0.379-3,0.073-0.310 6,-1.626-1.447 0,-1.181-1.143-3,-3.168 1.572 0,0.135 0.051-1,0.104 0.251 0,0.461 0.198 1,0.031 0.486-1,-0.007 0.491 2,4.216-1.351 0,-0.558-0.645-1,0.699-1.150 0,0.649-2.247 0,-4.358 2.731 0,0.641-0.328 0,0.288 0.154-2,0.041 0.451 0,-0.119 0.608 1,-0.113 0.314-1,-0.560 0.307 2,-0.615 0.185 2,-0.601 0.094-1,3.933-2.312 0,0.690 0.044 0,1.814-1.018 2,-4.551 3.081-5,0.650 0.389 0,0.787-1.012 0,-0.113-0.208 1,-0.337 0.196 1,-2.297 0.907 2,-0.204-0.129-1,-0.162-0.207 0,1.185-0.776-3,-0.225 0.284 2,-0.229 0.446 0,0.180 0.517 1,0.427 0.524 0,0.553 0.490 0,0.202 0.040-2,-0.039-0.251 1,-0.189-0.419-1,-0.272-0.103 0,-0.306 0.107 1,-0.304 0.233 1,-0.956-0.513-1,4.669-3.239 1,0.327-0.712 2,-4.298 2.505-3,0.131 0.089-2,-0.071 0.316 2,-0.351 0.682-1,0.399 0.414 0,0.515 0.421 0,1.413-0.171-1,0.013-0.138 2,-0.210-0.308 1,-0.337-0.001-1,-0.394 0.195 0,-0.400 0.307 0,-0.790 0.111 0,-0.271-0.232 1,-0.215-0.350 0,4.675-1.898 0,-4.489 2.460 0,1.435-0.059-1,0.178 0.326-1,-0.020 0.332 0,-0.661 0.376 1,-0.169 0.247-1,-0.188 0.217 1,4.985-1.008 0,0.292-1.489 2,-5.151 1.285-2,0.487 0.042 0,1.545-0.667 1,-0.771-0.396-3,-1.130-0.451 1,3.841-1.921 0,-4.810 2.934 2,0.726 0.164 2,0.118 0.364-4,-0.001 0.355 1,4.928-1.154 0,-0.868-0.819 0,-0.364-0.663 0,-0.893 0.568 0,1.622-0.059 1,-4.858 1.282 0,0.202-0.125 0,0.085 0.046 0,-0.003 0.161-3,0.233-0.063 1,0.383-0.215-1,0.464-0.307 2,-0.407 0.163 0,0.038 0.087-1,-0.058 0.181 0,-0.122 0.239 1,-0.164 0.269-1,-0.185 0.277 0,1.743 0.035 2,0.231 0.382 0,0.301 0.328 0,-0.650 0.288 0,-0.225 0.189-2,-0.321 0.146 0,0.132 0.112 0,-0.449 0.085 1,-0.438 0.053 1,-0.808 0.021 0,5.340 0.113 1,-1.385-1.104-1,-0.165-2.015 1,0.062-0.621-3,0.156 0.356 1,0.575 0.684-1,0.471 0.822 2,-4.582 1.136-1,0.588 0.161 0,0.272 0.131-1,0.045 0.103 1,-0.109 0.078 1,-0.203 0.056-2,0.693 0.048-1,-0.417 0.027 1,-0.436 0.011 2,3.743 0.050 0,-1.213-0.023 0,-2.517-0.051 0,-0.857-0.020-1,-0.131-0.008 1,4.945 0.004 0,-1.514-0.018-3,0.819-0.008 0,1.186-0.004 5,-4.863 0.001-3,0.182 0.000-2,-0.023 0.000 0,-0.164 0.000 3,-0.253 0.000-1,-0.301 0.000-1,6.505-0.001-2,-6.104 0.001 4,-0.316 0.000 1,3.933 0.000-1,-0.956 0.000 0,2.098 0.000 1,-5.153 0.000-1,-0.002 0.000-1,0.264 0.000 0,-0.108 0.000 0,-0.135 0.000-2,4.932 0.000 1,0.327 0.000 2,-0.285 0.000 0,-1.195 0.000-2,-0.943 0.000-1,-0.603 0.000 0,-0.313 0.000 0,-0.121 0.000 0,-0.017 0.000 0,-0.264 0.000 0,-0.487 0.000 1,-0.273 0.000 3,-0.532 0.000 5,1.743 0.000-1,-1.308 0.000-5,0.419-1.400 0,-0.440-2.251-1,0.009-0.257 0,0.546 0.630-1,0.512 1.010 0,0.165 0.977 1,-0.619 0.720 0,-0.976 0.435 0,1.368 0.000 0,-1.925-5.248 1,-1.328-0.143 1,1.658 2.376-2,2.767 1.690-1,-2.000 1.138 1,1.166 0.385-1,-0.974 0.208 0,1.167-0.136 0,-0.786-0.111 3,0.357-0.015 0,0.294-0.009-4,-0.914-0.004 0,-0.844 0.000 3,1.216 0.000 0,-1.408 0.003-1,0.381 0.001 1,2.029 0.001-1,-1.387-0.342-1,-1.676-2.085 0,1.515-1.413 1,1.727 0.013 0,0.347 0.847 0,-0.980 1.159 0,-1.582 0.949-1,2.323 0.449 0,-1.207 0.449 2,-0.134 0.112 1,-0.932-0.003-2,-0.515-0.035 0,1.119-0.023 0,1.597-0.029 0,1.438-0.026-1,-3.936-0.017 1,1.451-0.003-1,-0.109-0.002 0,-0.449-0.001 0,-0.617-0.001 0,4.441-0.002 0,0.480 0.001 1,-5.450 0.002 0,0.033 0.000 0,5.694 0.000 0,-1.006 0.001 0,0.898 0.000 1,-5.396 0.000 0,-0.161 0.000 0,0.651 0.000-1,0.557 0.000 0,0.209 0.000-1,-1.025 0.000 2,-0.079 0.000 0,-0.115 0.000-2,-0.134 0.000-1,-0.138 0.000 1,6.082 0.000 2,-6.059 0.000 0,5.523 0.000-1,-5.518 0.000 0,0.528 0.000 0,1.719 0.000-1,-0.149 0.000 0,-0.432 0.000 0,-0.571 0.000 0,0.091 0.159 0,0.221 0.251 3,-0.058 0.294-1,-0.235 0.301 1,-0.335 0.285 0,-0.376 0.254-4,-0.376 0.217 1,0.060 0.366-1,0.060 0.339 0,0.169 0.330 0,0.228 0.300 2,0.276 0.389 1,-0.456 0.044-1,-0.596-0.045 1,-0.633-0.096 0,3.466 3.024 0,-2.377-3.113-1,0.279-0.507 2,0.529 0.127 1,0.143 0.155-1,-0.330-0.152-3,-0.407-0.252-3,-0.517-0.339 3,4.330 1.206-2,-0.978-0.358 4,1.054 1.500 2,-0.596-0.317-1,-3.329-1.840-2,-0.282 0.501-1,1.074 0.955-1,0.938 0.711 4,1.567 0.503 1,0.676 0.333-7,0.057 0.199 1,0.309 0.047 0,-0.700-0.689 5,-0.832-0.850-4,-1.320-0.643 0,-0.667-0.114 2,-0.571 0.064 2,-1.417-0.476 1,4.301 3.342-2,0.626 2.359 1,-4.443-2.456-2,-0.445 0.512 0,-0.384 0.120 0,-0.315-0.139-1,-0.250-0.295 0,-0.188-0.373-1,-0.361-1.416 2,0.159-0.106 0,-0.074-0.042 1,0.672 0.770 0,0.059 0.006 1,0.083 0.003-1,0.093 0.001-2,0.094 0.000 1,0.088-0.001-1,0.449-0.012 1,0.049-0.645 0,0.018-0.758 0,3.008 2.234 0,-1.791 0.249 1,-0.331 0.899 2,-2.452-2.592-2,0.242 0.270-2,0.237 0.198 0,2.700 4.124 0,-1.438 0.052 0,-0.128 0.024 2,-2.212-4.127-1,0.289 0.086 0,0.292 0.059-1,0.626 0.458 0,0.262-0.006 1,0.207-0.038 0,0.146 0.351 0,-0.519-0.103-1,-0.677-0.120 1,2.372 4.130 0,0.283-0.367 2,0.871-1.754-1,-0.616-1.686-1,-0.183 1.040 0,0.776 1.677 2,-0.380-1.631-2,1.202-0.876-2,-0.754 0.428 3,-1.761-0.216 0,0.562 1.034-1,1.057 1.029 0,-2.569-3.482-1,0.013-0.497 1,-0.126-0.691-1,4.105 1.832-1,-3.146-2.162 3,-0.881 1.229 2,0.576 2.026-1,1.188 0.271-2,0.903-1.249-2,-0.959-0.364 2,-0.899 1.050 0,0.730 1.741 0,-0.352 1.035 0,-0.823-0.288-1,2.495-0.464 2,-3.349-4.154 0,-0.110 0.142-1,-0.309 0.131-2,0.101 0.522 0,-0.321-0.212 1,2.897 4.198 2,-0.753-1.405-1,0.440 1.117 0,-2.729-3.376-1,0.125 0.315 1,0.006-0.046 0,-0.071-0.273 0,-0.113-0.398 0,3.087 3.958 0,0.194-0.943-1,1.286 0.463 2,-3.458-4.041 0,0.236 0.139 1,2.231 2.923-3,-1.535 0.047 0,-0.248 2.547 2,1.258 0.335 1,-2.498-5.212-2,0.340-0.094-1,1.800 2.676 0,-0.258 1.423 0,-2.622-4.042 1,0.194 0.061 1,2.521 4.254 0,-1.424-1.173-3,-1.590-1.207 2,0.123 0.130 1,1.498 0.861 1,-0.200 1.105-1,-0.347-0.646-1,0.893 0.065-1,-0.481-0.340 0,-0.891 0.972 1,-2.204-3.636 0,-0.272 0.409-1,-0.159 1.177 1,-0.284-0.130 1,-0.231-0.333-2,-0.182-0.438-1,1.232 0.258 1,1.076 0.365 2,0.891 0.121 3,0.071-0.569-2,0.023-0.111-4,-0.181-0.150 0,-0.525-0.647 0,-0.323-0.129 1,-0.350-0.112 0,-0.115 0.813 2,-0.451-0.157 0,-0.402-0.166-1,-0.311 0.252 1,-0.319-0.196 0,-0.248-0.189-1,-0.160 5.795 1,-0.346 0.076-1,0.036-5.845-1,-0.145 5.505 0,0.058-1.960 0,0.077-1.932 0,0.067-1.440 1,0.040 1.580 0,0.040-0.884 0,0.008 0.672 0,-0.004-0.308 4,-0.003 1.096-1,-0.002 0.734-3,-0.001 0.776-1,-0.002 0.891 0,0.000 0.585 1,0.000-1.965 0,0.000-0.404-1,0.000-0.367 1,0.000-0.285 1,0.000 2.149-1,0.000 0.263 1,0.000 0.639-1,0.000 0.598-2,0.000-1.298 0,0.000-1.204 0,0.000-1.257 4,0.000-1.169 0,0.000-0.883-1,0.000 2.403 0,0.000-1.704-1,0.000 1.303 1,0.000 1.789-1,0.000 0.692-1,0.000 0.290 0,0.000-1.371 1,0.000 0.047-1,0.000-0.264 1,0.000-0.320 1,0.000-0.336-2,0.000 0.204 0,0.000 0.601 2,0.000 0.722-1,0.000-1.632 0,0.000-1.668 1,0.000-0.078-1,0.000 2.730 1,0.000 1.338 1,0.000 0.078-5,0.000-1.624 1,0.000-1.269 3,0.000-0.267-1,0.000-0.077 1,0.000 0.328-1,0.000-0.041 1,0.000-0.572-1,0.000 0.125 0,0.000 0.010 0,0.000-0.338 1,0.000-0.411 0,0.000-0.821-1,0.000 0.690-1,0.000 0.694 0,0.000 2.460-2,0.000-0.242 2,0.000-0.647-1,0.000-0.835 1,0.000-1.166 0,0.000-0.737 1,0.000 4.433 2,0.000-4.614 0,0.000 4.600 1,0.000-0.401-1,0.000-3.107-3,0.000 0.408-1,0.000-0.071 1,0.000-0.354 2,0.000-0.137 0,0.000 0.006-3,0.000 0.093 0,0.000 0.136 2,0.000-1.140 0,0.000 5.333 0,0.000-0.870 0,0.000 0.624 2,0.000-5.110-2,0.000 4.896-1,0.000-0.377 0,0.000-4.181 0,0.000-0.180 2,0.000-0.186 0,0.000 5.457 1,0.000-1.387-1,0.000 1.196-1,0.000-5.217 1,0.000-0.037-1,0.000 0.316 1,0.000-0.140-2,0.000-0.162-1,0.000 3.613 1,0.000-1.105 2,-0.238-0.967 0,-1.473-0.423-1,-1.898 1.687 0,1.536-2.740 0,0.131 0.480 0,0.429 0.164 0,0.200 0.639 0,0.211 0.325-2,-0.288 1.703 0,-0.366 0.418 3,-0.498 0.327-2,-0.153-0.979-2,-0.219-0.619 2,-0.147-0.791 0,-0.091-0.854 1,-0.048-0.842-1,-0.016-0.779 1,-2.280 5.212 1,3.104-4.652 0,-1.593 5.218 1,-0.556-0.194 0,1.593-4.681-1,0.173-0.142-1,0.294-0.146 0,-1.543 3.649 0,-0.654-0.605 1,-1.146 1.060 0,1.271-1.265-2,1.108 0.066 2,-1.274 0.773 0,0.218-2.304 0,0.670-0.229-2,0.673 1.222 2,1.307-0.550 0,0.653-0.929-1,-1.140-0.366 0,-1.317-0.010-1,0.069 0.061 1,0.083 1.593 0,-1.329 1.723-1,-0.933 0.442 1,0.624-0.002-1,-0.867 0.093 1,0.241-0.569 0,1.353-0.506-1,1.376-0.404 1,1.521-2.693 1,0.368 0.051-1,0.300-0.044 0,-1.331 5.161 0,-2.108-0.665 0,-2.135-0.479 0,2.389-4.972 0,0.168-0.386-1,-2.361 3.471 0,1.969-1.746 1,0.809 1.037 1,0.151-2.153 0,-2.281 1.708 0,-1.086 0.271 0,-0.252 0.113-2,1.427 0.806 0,0.971-1.533 1,-0.699-1.525 1,0.535 0.062 1,-0.812 0.792-1,-0.696-1.478-2,-0.363-0.295 1,-0.685 0.854 0,0.746 1.043-2,0.919 1.562 1,-0.793 1.775 1,-0.135-0.637 0,0.018-0.899-1,0.211-1.017 1,-0.904 0.327 0,-0.592 0.210 0,0.399-0.559 1,0.404-0.460 0,0.174-0.177-3,-0.833 0.854 1,-0.490 0.518 1,0.686-0.661 1,0.910-0.893-1,1.188-1.181 0,-0.040 0.043 0,-3.082 3.084 0,-0.136 0.136 1,0.580-0.974-1,-0.216-2.120-1,0.958-1.479 1,-1.936 1.256 2,-1.949 0.094-2,1.859-1.948-1,-1.585-0.782 0,4.583-1.518 1,0.015-0.262 1,-6.276 1.219-1,5.277-0.155-1,0.781-0.048 0,-0.113 0.058 1,-0.034-0.037-1,-1.027 0.129 0,0.152-0.204 1,0.224-0.234 0,0.909-0.314 0,-5.174 0.434 1,0.891-0.603 0,0.781-0.457 0,-0.063 0.144-1,-0.563 2.413 1,4.260-0.928-1,-0.711 0.027 0,-0.355-0.131 0,-0.103 0.170 1,0.067 0.350-1,0.171 0.439-1,-0.651 0.271-1,-0.379-0.211 1,-0.462-0.373 1,0.718-0.362 0,-0.153 0.065-1,-0.112 0.161 1,-0.078 0.212-1,-1.459 0.100 0,-0.359-0.224 0,0.102-0.326 1,1.600-0.589 0,0.104-0.268 3,0.073-0.255-3,0.049-0.233-2,-1.596-0.167 1,-0.276-0.206 0,0.101-0.165 1,-0.338 0.215 1,-0.608 0.453 2,-0.748 0.583-5,-0.938 0.440-1,0.434 0.067 2,0.759-0.106 0,-0.150-0.111 0,0.415-0.300 0,0.271-0.312 4,0.160 1.047-2,0.079 0.457 0,0.021 0.054 2,-0.909 0.249-1,-0.066 0.347-3,0.460 0.380-2,2.877-0.980 3,-0.008-0.162 2,-0.133-0.238-3,-0.396-0.169-1,0.316-0.336 1,0.442-0.332 1,0.506-0.312 1,-1.031-0.243-1,-0.395-0.271 1,-0.227-0.224 0,-0.101-0.180 2,-1.594-0.139-1,-0.244-0.115-5,0.219-0.078 0,0.506-0.048 1,0.657-0.025 5,0.712-0.009-2,1.464 0.015-3,0.493 0.007 0,0.419 0.011 0,-0.432 0.007 0,-0.210 0.014 6,-0.376 0.014 2,-0.190 0.012-4,0.309 0.012-3,0.478 0.009 0,0.555 0.008 1,-4.553 0.270-1,1.610 1.622 2,1.119 1.533 0,-0.594 0.003 0,-2.513-0.381-1,4.466-1.782-1,-0.428-0.244 1,-0.341-0.228-1,-4.974 0.040-1,3.362-0.476 1,0.581-0.142 0,0.849-0.105 2,0.951-0.074 1,-3.940-0.102-2,3.722 0.975-2,-1.846 0.584 2,-1.202 0.307 1,-0.697 0.101 1,-1.244 0.022-2,-0.827-0.155-3,-0.760-0.215-1,-1.902-0.096 0,0.856-0.316 3,1.298-0.289 0,0.933-0.271 0,0.580-0.182 1,0.842-0.145 5,-0.499-0.087 0,2.452-0.104-2,0.459-0.043-5,0.556-0.031 0,-2.085-0.037 6,-0.547-0.015-5,-0.795-0.003-1,2.590 0.022 1,-0.265 0.004 0,-0.267 0.006 1,-0.726 0.004-1,0.005 0.007 0,0.109 0.007 1,0.177 0.006 0,-1.916 0.003 0,0.872 0.007 0,0.991 0.005 0,-0.884 0.003-1,-0.565 0.002 5,0.071 0.001-1,1.577 0.000-3,0.645 0.000 0,0.729 0.000 0,0.742 0.000-2,-0.969 0.000-1,-0.604 0.000 6,-0.507 0.000 0,-1.151 0.000 0,-0.300 0.000-4,-0.170 0.000-2,1.762 0.000 0,0.136 0.000 2,0.160 0.000 0,0.170 0.000 1,-0.208-0.754 0,-0.594-0.501 0,-0.467-0.298 0,-0.896-0.467 1,-0.016-0.362 1,0.154-0.337-2,0.264-0.302-2,-0.584-0.417-2,0.925 0.188 3,1.030 0.340 0,1.031 0.417 1,-2.596 0.249 1,-0.508 0.530 5,0.193 0.470-4,0.844 0.031-1,0.067-0.333 0,0.016-0.492-4,0.673-0.047 1,0.210 0.041 2,0.230 0.163 0,0.228 0.232 0,-0.323-0.744 0,0.103-0.360 0,0.484-0.062 0,0.706 0.139 1,0.808 0.264 1,0.823 0.330-1,-1.125-0.922-1,-0.473-0.273-2,-0.308 0.066 3,-0.181 0.279 2,-0.369 0.539-1,-0.396 0.382-5,-0.017 0.382 1,1.235 0.245 0,-0.184-0.177 5,-0.249-0.304-1,-1.786-0.828-5,-0.289-0.513 1,-0.205-0.477 2,0.645-0.101-1,-0.116-0.336 0,-0.109-0.298 0,-0.103-0.128 0,0.576 0.300 1,0.733 0.456-1,0.797 0.535 1,0.726 0.801 0,-0.033 0.428 1,0.081 0.400 1,-1.817-0.136 2,0.128 0.009 0,0.167-0.160-5,0.181-0.256-1,-0.709-1.182 1,-0.046-0.510 0,0.380-0.042 0,0.625 0.261 2,-0.219 0.528 0,-0.092 0.479-1,0.184 0.494-2,0.351 0.469 5,0.436 0.421 0,0.461 0.360-4,-0.007-0.052-1,0.674-0.232 0,0.646-0.374 0,-5.458-3.594 5,5.233 1.397 0,-0.034-0.098-1,0.154 0.221-2,0.112 0.304 0,-0.325 0.112-2,-0.428 0.074 0,-0.464 0.044 1,-0.458 0.021 0,0.307-0.016 1,0.646-0.093-1,0.880-0.115 0,0.976-0.123 1,0.339-0.506-1,-3.097-4.176 8,1.331 0.631-5,0.688 1.927-1,-0.021 1.765-1,-1.051 0.723 1,-2.342-0.684-1,3.252 1.153-1,-0.156-0.337 1,0.052-0.295-1,0.179-0.247 0,-3.545-2.082 1,0.583 1.088-1,0.456 0.117 2,2.431-0.496 0,-0.800-1.572 2,0.467-0.916-1,-0.405 1.128-3,-0.947 0.671 0,-0.456-0.194 0,-0.357 0.461 1,-1.188 1.086-1,-0.522 1.467 2,1.422 0.574-1,1.187-1.483-1,-0.330-0.847 3,1.162-1.801-2,1.994 0.999-1,-1.180 0.478 1,-1.847 1.115 2,-0.637 0.818-2,0.348-0.158-1,0.707-0.557 0,0.478-0.758 1,1.065-0.143-1,0.845 0.051 1,0.555 0.120 0,-0.569-2.379 1,-1.152-0.108 0,-0.441 0.350 0,-0.287 0.037-2,-1.727-1.588-1,3.929 3.635 1,-3.825-3.724 1,0.737 0.610 0,0.854 0.753 0,-0.451 1.063 0,-0.621 1.734 1,-0.728-0.667 1,0.151-0.795-2,0.843-0.201-2,1.041 0.141 2,0.590 0.349-1,-0.743 1.200 1,-0.499 0.741 2,0.244-0.213-1,0.489-0.553-1,1.461-0.251 0,0.294-2.909-1,1.393 1.027 3,-1.848 0.106 0,0.814 0.166-2,0.090 0.064-2,-1.796-0.541 2,1.334-0.210 1,1.704-0.556-3,-0.024-0.003 2,-1.825 0.953 0,-1.310 0.615 2,-0.153 0.427-3,0.961 0.514 0,0.144-2.718-1,2.905 0.662 3,1.209 0.551 1,0.741-1.321-2,0.590 1.266 0,-5.871-1.301 1,0.935 2.225 0,-1.076 0.991-1,0.878 0.722-1,0.105-1.475 1,-0.641-0.250 0,-0.337 1.214 0,-0.755-0.715-1,2.833-1.044 1,3.219-0.408 1,0.735-0.249-1,-1.498-2.177 0,-1.366 2.649 0,-0.959 0.170 0,0.348 0.008-1,0.836-0.198 1,0.015 0.397 0,-2.958 0.189 1,-0.079 0.409 0,2.082-3.364 0,1.997-0.753-2,0.546-0.227 0,-0.933 1.905 0,-1.863 0.927 0,-0.556-0.500 1,-0.222 1.023 1,-0.895 1.558-1,0.720-0.243 1,-0.801-1.033-1,-1.158 0.917 0,-0.203 0.494 0,0.491 0.134-1,0.608-0.070 0,-0.084 0.437 0,-0.573 1.152 0,0.410-0.487 3,-0.017-3.804 1,0.513 0.108-3,-2.522-0.373-2,-1.465 1.822 0,-0.512 1.701 1,1.872-0.156 2,2.600-0.791 0,1.041-0.603-1,-0.056-0.607 0,-3.115 0.166-1,-1.402 1.701 2,2.884 1.135 0,-0.661-0.650-1,-0.284-0.476-2,-0.014-0.329 0,-0.161-0.468 2,0.185-0.250-1,0.229-0.193-1,-0.647-0.469-1,0.370 0.628 3,0.372 0.802 0,0.788 0.618 1,-2.913-2.311 2,3.747 0.831-1,-0.464-1.388 0,-0.158 1.469 0,-0.806-0.477-2,-0.265-0.162-2,-0.763-0.841 1,0.765 0.478-2,-0.263-0.358 0,0.464 0.571 3,0.003 0.331 1,0.060 0.490 0,-0.427-0.023-3,0.164 0.242 0,0.191 0.131 1,-0.273-0.296 3,0.249 0.005-1,0.244-0.029 0,-0.192-0.404-1,0.254-0.040 0,0.231-0.027 0,0.577 0.341 1,0.123-0.031-1,0.083-0.040 0,-0.341-0.435 0,0.562 0.479 0,0.631 0.580 1,-2.593-2.704-1,1.924 1.918 0,-0.433-0.434 0,-0.956-0.039 1,-3.052-2.991 5,-1.645-2.060-9,-1.454-1.315-2,0.172 0.643 0,0.701 1.353 2,2.551 2.202-2,1.310 0.789 3,1.374 0.636-1,0.669 0.106 6,0.763 0.437 6,0.469 0.322-5,-2.420-2.087-1,-1.204 1.111-2,-1.609-0.210 2,4.720 3.163-3,-0.094-0.247-1,-0.069-0.267 0,-0.049-0.260 0,-0.031-0.237 1,-0.019-0.204 0,-0.170-0.319 0,0.188 0.044 0,0.228 0.116 0,0.232 0.152-1,-0.845-0.507 1,-0.660-0.079 0,-0.344 0.348 0,-0.339-0.499 1,0.834-0.212-1,1.608 1.070 0,0.357 0.056-1,0.259 0.077 1,-3.363-3.862 2,0.404 1.836-3,0.125 1.723 1,1.131 0.423 1,1.237-0.553 1,-0.339-1.280-1,-1.908-2.334-1,-0.818-0.479-1,0.359 1.795 0,-0.313 1.859 0,-0.036 0.852 1,2.086 0.197 1,0.413-2.782 2,1.620 1.789-2,-1.249-0.274-2,-1.744-0.785 0,-0.585-2.011 1,1.780 0.008-2,1.572-0.455 2,-0.761-0.833 1,0.234 1.720-1,0.132-0.856 0,-0.771-0.594 0,-0.721 0.407 0,0.824 1.253-1,1.520 1.483 0,0.890-1.112 1,1.801-0.106 1,0.676-1.181 2,0.085 0.362-1,-1.264 0.633-3,-2.913 2.465 1,-0.239-0.335 0,-0.516-0.886-1,-1.397-1.275 0,0.597 0.386 1,1.709 1.383 0,1.040-0.614-1,2.126 0.172 0,0.839-0.027 2,-0.055 0.160 1,-0.337-1.317-1,-1.800 1.008-1,-1.970 1.763 0,-1.751-0.529 0,1.923-0.861 0,3.024-1.217 0,0.681-0.048 0,-2.074 1.753 1,-4.384 2.271-1,2.258-0.821 0,0.330-1.279 0,-2.237 1.523 0,0.549 0.762 1,2.354-2.510-2,2.958-0.299 1,-5.850 3.456 0,-0.247 2.840 1</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0:0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8167.000 4390.000 767</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0:5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7367.000 2790.000 767,'6.209'0.000'0,"-0.174"0.000"0,1.353 0.000-5,-0.341 0.000 4,-0.285 0.000 1,1.313-0.436-1,-0.845-1.808 0,-1.294-1.580 0,-0.777-0.610 0,1.495 1.224 1,-0.735 1.005 1,0.964-1.356 0,1.413-0.809-2,1.035 0.448 0,-0.088-0.313 1,-0.824-0.639-1,-2.274-0.544 0,-1.722-0.954 0,0.165 0.732 2,1.274 0.200 2,1.812-1.142-3,1.678-1.539-2,-4.653 3.797 2,-0.381 0.035-1,2.662-3.855-1,-2.358 0.796 1,2.152 1.058 2,1.770 2.132 5,1.593-1.606-6,-4.833 2.837-2,0.086-0.147 3,0.049-0.280-1,0.021-0.338-2,4.136-2.362 1,0.186 0.846 0,-1.773-0.711 2,-1.450-1.350 0,-0.358-0.612-1,1.986-0.237 0,-4.031 3.744 0,3.560-3.231 1,-0.063 1.877-2,2.191 0.535 1,-3.642 2.300 0,-0.740 0.129-1,-0.243-0.319 1,3.948-3.548-2,0.748 0.701 2,-4.146 2.901 0,-0.231-0.088 0,-0.465-0.183 0,0.451-0.668-1,-0.145-0.046 0,-0.018 0.031 3,0.065 0.077-1,0.114 0.102-2,-0.661 0.212 0,3.247-4.066 0,-0.476-0.536 2,-0.509 2.057 4,-1.777 0.026-5,-0.495-1.148 1,0.463-0.344-2,0.636-0.046 1,-1.152 1.533-1,0.420-0.911 0,0.268-0.866-1,-0.571 0.965 1,-0.041 0.527 0,-0.086 0.772 0,-0.110 0.883 0,1.433 0.100 0,0.014 0.363 3,-0.505 0.136 0,2.567-2.339 1,-0.590-0.141-4,0.784-0.069 1,0.017 1.467 0,-1.526 0.289 1,-1.573-0.368 0,0.188 0.711 0,1.638-0.240 0,0.444-0.847-1,-1.416-0.979-1,0.279-1.703 0,-0.021 1.940 1,0.421-0.508 1,0.667 0.570 0,0.151 0.255-1,0.272-0.600-2,-1.284-0.655 0,-1.214-0.135 1,0.592-0.038 2,-0.433-0.089 2,0.674 1.304-4,-0.263 1.205 0,-1.209-0.125 2,0.458-2.122 1,1.235-1.348-2,-2.647 3.946-1,0.372-0.206 1,0.323-0.157-1,0.266-0.114 0,0.207-0.077-1,-0.292-0.049 2,-0.575-0.027 0,-0.702-0.011 0,1.286-4.859 1,-2.271 0.730 0,1.510 1.064 0,0.496 0.367 2,-1.129 2.795-3,0.381-0.409-1,-0.065 0.048 0,-0.337 0.328 0,1.830-3.865 1,-2.025 2.037-2,-0.562 1.289 0,1.127-0.118 3,1.185-0.188 2,1.252-0.592-1,-0.007-0.520-3,-1.323-0.376 0,-1.374-1.576 1,-1.444 0.273 1,0.596 2.175-1,1.325 1.709 1,-0.066-0.339-1,-0.971-1.319 1,-1.039-1.773-1,-0.895-1.476-1,-0.607 0.026 0,0.053-0.032 0,1.970 0.056 1,1.684-0.643 0,-0.292 0.620-1,-2.122 3.438 0,-0.326-0.574 2,-0.310-0.129 0,-0.273 0.153 0,-0.227 0.312-1,-0.179 0.381-2,-0.135 0.390 0,-0.094-0.190 1,-0.054-0.422-1,-0.036-0.132 1,-0.022 0.065 5,-0.011 0.189-1,-0.003 0.257-3,-0.048-5.219-4,0.028 0.489 1,0.027-0.296 2,0.035 5.029 2,0.006 0.030-1,0.005 0.083 0,0.004-0.281 1,0.002 0.168 1,0.002 0.179 0,0.003-4.204-1,0.001 0.152 0,0.000-0.050-1,-0.002 3.873 0,-0.001-0.324 0,0.000 0.123-1,0.000 0.049 1,-0.001 0.123 1,0.922-2.028-1,1.919 1.493-1,0.799 0.221 3,-0.118-1.067-1,-0.905-0.880-2,-0.948-0.826 1,-0.767-0.629 0,-0.530-0.030-1,-0.291 0.091 1,-0.157-1.035 0,-0.059-0.068-2,0.004 0.055 3,0.981 0.229-1,1.971 0.782-1,-0.605 4.181 1,0.324 0.002 0,0.217 0.430 1,3.090-3.271 0,0.762 1.838-2,1.274-2.155 0,-1.421-0.621 2,-1.124-0.833-3,0.390 1.320 2,1.117 2.663 2,1.499 1.931-2,-0.861-0.473 1,-2.928-0.641 1,-1.467-1.234-2,0.714 0.667 0,2.226-0.042 0,1.816-0.751 0,0.169 0.078-1,-0.829 0.650 0,-0.975 0.678-1,-0.533-2.424 1,-1.779 1.821 2,-0.680 0.443 2,0.282-0.253-2,0.296 0.157-3,1.760-1.142-1,0.973 0.266 3,0.946 0.280-1,-0.625 1.350 0,0.107 0.688 0,-0.032 0.739 0,-0.791 0.716 1,-0.233 0.214-1,-0.264 0.081 2,7.261-4.408 2,-5.090 2.339-3,-0.139 0.180 0,-0.384 0.480 0,0.472-0.415 0,0.346-0.060-2,0.017 0.296 0,-1.228 0.647 4,-0.187-0.040 0,-0.204-0.122-2,0.263-0.145-2,-0.249 0.345 1,-0.241 0.457 2,0.464 0.502-1,0.902 0.500 2,1.136 0.466-1,0.620 0.134-2,-0.053-0.059 0,-0.391-0.202-1,-0.585-0.282 1,0.968-1.734 0,0.044-1.156 1,-0.271-0.770 1,-0.657 0.316 1,0.108 0.303 0,0.208 0.527-4,0.602 0.642-1,0.825 0.677 2,0.920 0.657 1,-0.253 0.651 0,-0.312 0.493-1,-0.602 0.419 0,-0.761 0.343 0,1.280 0.261 0,-0.212 0.245 2,-0.498 0.169 2,-0.186 0.094 1,0.037 0.056-1,-0.250 0.027-6,-0.569-0.001 2,-0.206-0.007 4,-0.174-0.015-4,-0.142-0.020-1,1.150-0.451 1,-0.577-0.715 1,-0.648-0.801-1,-0.899 0.265 2,0.726-0.063 0,0.390 0.032 0,0.604 0.011 0,-0.212 0.161-1,-0.402 0.187 0,-0.513 0.195-1,0.288 0.191-1,-0.021 0.178 0,-0.236 0.159 3,-0.372 0.138 1,1.331 0.086 0,-0.661 0.136 0,-0.648 0.096-4,-0.368 0.056 0,0.264 0.032 4,0.039 0.019 0,0.405 0.015 0,-0.272 0.002-1,-0.344-0.004-3,-0.460-0.011 0,0.263-0.008 2,0.403-0.008 1,-0.632-0.010-1,-0.127-0.006-1,-0.234-0.005 1,-0.295-0.005-1,0.748-0.003 1,-0.343-0.004 0,-0.313-0.003 0,1.632-0.002 1,-0.916-0.001 1,0.134-0.001-1,-0.534 0.000-1,-0.087 0.000 1,-0.126 0.000-2,0.790 0.000-1,-0.261 0.000 1,-0.285 0.000 1,4.621 0.000 1,0.695 0.001 0,-4.105 0.001-2,-0.089 0.000 1,-0.258 0.000-1,-1.339 0.000 0,0.297 0.000 1,0.436 0.000 1,1.248 0.000 0,-0.187 0.000-2,-0.411 0.000 1,-0.525 0.000-1,-0.870 0.000 1,5.274 0.000 0,0.505 0.000 2,-5.188 0.000 0,-0.234 0.000-2,0.104 0.000-1,0.001 0.000 1,-0.569 0.000-1,5.813 0.000 0,-5.585 0.000 1,-0.123 0.000 0,-0.129 0.000 1,0.315 0.000-1,-0.163 0.000 1,-0.162 0.000-1,0.324 0.000 0,0.463 0.000 0,0.237 0.000 1,0.726 0.000-1,-0.463 0.000 0,-0.649 0.000 0,4.479 0.000-3,-2.670 0.000 2,-1.948 0.000 2,0.720 0.000 1,1.301 0.000 1,0.863 0.000-2,0.470 0.000-3,0.262 0.000 0,1.122 0.000 1,-5.089 0.000 2,0.364 0.000-1,0.071 0.000 0,-0.125 0.000-1,-0.247 0.000 0,6.825 0.000 0,-5.467 0.000 3,0.121 0.000-1,-0.098 0.000-1,-0.229 0.000 0,-0.298 0.000-2,0.109 0.000 0,-0.380 0.000 0,-0.357 0.000 1,3.058 0.000 2,-0.787 0.000 5,3.496 0.000-4,-5.714 0.000-2,-0.076 0.000 1,-0.220 0.000-1,5.288 0.000-2,-5.134 0.000 0,0.596 0.000 0,0.279 0.000 0,-0.120 0.000 3,-0.352 0.000 2,-0.201 0.000-1,0.304 0.000-3,0.010 0.000 0,-0.186 0.000 2,-0.384 0.000 0,0.079 0.000-1,0.149 0.000-1,0.188 0.000-1,0.063 0.000 1,-0.282 0.000 1,-0.395 0.000 0,4.771 0.000-1,-3.360 0.000 2,-0.933 0.000 0,-0.051 0.000 1,-0.220 0.000-1,0.626 0.000 1,0.438 0.000-4,0.544 0.000 0,-0.842 0.000 1,-0.296 0.000 1,-0.438 0.000 0,4.846 0.000-1,-4.130 0.000 2,-1.048 0.000 0,5.336 0.000 1,-1.597 0.000 0,-2.936 1.473-4,1.074 1.129 0,0.399 0.825 4,-0.061 0.570-1,-1.107-0.104-3,-0.379 0.206 0,-0.420 0.134 0,-0.424 0.076 0,-0.399-0.205 1,-0.360-0.384 2,4.263 2.239 0,-0.134-1.248 2,0.566-0.278-1,0.828 0.270-3,-4.881-2.106 1,0.375 0.216-1,0.362 0.217 0,1.078 0.426 1,-0.313-0.304-1,-0.521-0.441 0,-0.610-0.492 0,0.465-0.120 1,3.469 3.403 3,-1.459 1.949-1,-4.404-3.057-1,0.436 0.292-1,0.673 0.235 0,0.146-0.324-1,0.139-0.375 1,-0.004-0.505-1,-0.099-0.563 0,4.473 2.080 1,-0.617-0.100 1,0.568 1.337 0,-4.984-2.764-1,0.744 0.499 1,-0.011-0.371-1,-0.036-0.550 0,0.397 0.280 0,0.631 0.767 0,0.722 1.003 0,-1.283-0.473-1,-0.450 0.192 0,-0.643 0.067 0,-0.734-0.021 0,1.525 0.497 0,0.408-0.745 1,0.176-0.865 1,-0.482-0.717 5,-0.194-0.245-6,-0.251-0.085-1,4.182 3.246-1,-0.027 0.927 2,-4.274-3.708 1,0.085 0.937-1,-0.315 0.654-1,-0.500 0.469 0,0.605 1.738 0,-0.277 0.137 4,-0.139-0.083-4,-0.863-1.603 0,-0.071-0.654 0,3.783 2.763 1,-2.298-2.070 1,-0.732-0.331 0,0.124 0.281 3,-0.512-0.855-3,-0.010-0.475-2,4.165 2.474-2,0.044 1.387 3,-4.027-3.320 3,-0.553-0.224-2,2.832 4.893-2,-1.423-0.007-2,-0.290-1.563 2,1.558 0.410 3,-2.844-3.185-2,0.348 0.375 2,2.798 3.444-2,0.458-0.046-4,-3.247-3.436 3,-0.020 0.118 1,-0.065-0.272 0,-0.092-0.516 0,3.938 4.273 2,-3.824-4.330-2,3.923 3.311 0,-1.364 0.954 1,-1.843 1.071 0,-1.755-4.423 1,2.311 3.756-4,1.081-0.428 3,1.304 2.031-3,-3.864-4.635 2,-0.620-0.076-1,-0.647-0.132 0,-0.609-0.155 0,-0.536-0.156 0,0.132 5.490-1,-0.771-1.713 2,1.406-2.848 3,0.896-1.444 2,0.375 1.103-4,-0.401 1.332 0,0.143 0.399-2,1.914 0.678 0,0.548 0.048 1,0.609-0.090-2,-0.911-0.161 2,-1.064 0.573-1,-1.047 1.360 1,-1.183 1.126 0,-1.406-5.539 1,-0.077 4.699-2,-0.534-2.282 0,-0.212-1.912 2,-0.109 2.137 0,0.151-1.104 1,0.194 1.095 1,0.827 0.121-4,0.978-0.390-1,0.808-0.507 0,0.548-0.436 1,-0.023-0.408-1,-0.875-1.129 0,-0.527 1.316 6,-1.291-1.163-1,-0.448-0.190-2,-0.118 0.942 0,-0.021-0.836 0,-0.009 1.226-3,0.064-0.252 1,0.059-1.104 2,0.012 0.167 0,-0.008 0.568 0,-0.001-0.670-1,0.000 0.851 1,0.000-0.895-1,0.000 0.496-1,0.000 0.145 1,0.000-0.178 1,0.000-0.122-1,0.000-0.239 0,0.000 0.181-1,0.000-0.339 1,0.000 0.062 1,0.000-0.003-1,0.000 0.081 0,-3.120 1.104 0,-3.030-0.718 0,3.053-0.365-1,0.640 1.778 1,-0.565-0.624-1,-1.021-2.261 0,-1.971-0.491 1,1.774 0.582 1,3.992 1.500 0,-4.851-3.144 0,-1.279-3.704-1,2.064 4.926 1,4.487 1.513-1,-0.150 0.052 0,-0.023-0.142-1,0.001 0.084 1,-5.559-3.899 0,-0.964-2.369 1,2.424 4.500-1,4.284 2.019 0,-5.978-1.653 0,-0.388-2.192 0,2.302 3.787-2,3.292 0.318 1,1.016-0.657 2,-0.431 0.013-1,0.001 0.066 0,0.000-0.156 1,0.000 0.095-1,0.000 0.061 0,0.000 0.082-1,-3.093-0.758 1,-3.411-5.445 1,0.478 2.202 0,5.439 4.925-1,-1.055-0.996 0,-3.802 0.901-1,0.436-2.598 0,-2.138-0.588 0,0.915-2.604 0,1.077 4.398 2,3.806 2.172 1,1.047 0.897-3,0.353-2.413-1,-1.405 0.773 1,-4.552 0.653 2,-1.520-0.219 0,1.058 0.115-4,2.937-2.657 2,-2.503 4.296 0,0.855-1.522 1,0.454-1.438 0,0.845 0.833 0,0.114 1.002 2,-1.728 0.997 1,-1.150-1.513-5,-0.376-2.600 1,1.081-0.946 0,1.790 0.996 3,1.638 0.998 0,0.776 0.799-1,-1.528-0.972-2,-1.705 0.938 1,0.813-1.526 0,-1.529-0.492 0,0.033-0.416 0,-0.086 1.543-1,1.910 0.653 1,-1.970-1.910 1,1.438 0.262 0,-1.255-0.338-1,-0.330 0.164-1,0.594 0.954 1,-0.768 0.997 0,2.275-1.981 0,-3.072 4.311-3,1.057-1.494 2,0.873-1.546 0,0.998-1.249 1,-0.102 3.926 1,0.009-0.601 2,-2.028 1.429-4,-0.453-0.902-1,0.148-1.253 1,0.132-0.839 1,-1.035 0.705 0,-0.105-0.044 1,0.426-0.465 0,0.568-0.333-3,1.651-0.321 1,1.941-0.407 2,0.294 0.213 0,-2.929 1.098 1,-1.569-0.771-2,0.037-0.339 0,1.501 0.807-1,1.792 1.184 2,0.075 0.374 0,-1.139-1.608-2,0.385 0.036 2,-0.551 1.489-1,-0.683-0.412-1,-0.482-2.034 1,-2.019 0.091-1,1.575-0.698 1,2.167-0.238 0,0.745 1.741 1,-1.528 1.596 0,-2.112 1.485-1,0.470-1.567-1,1.247-0.308-1,0.766 0.261 2,0.608-1.067 1,0.134-1.019-1,-0.337-0.763 0,-0.747-1.506-1,-2.986-0.854 3,2.485 1.329 0,0.407 0.930-2,0.222-1.641 1,-2.252 2.110-1,-0.326 2.681-2,1.497-0.743 0,-0.062-1.489 1,0.636-0.907 2,0.730 0.611-1,-0.715-0.555 2,-1.342-0.200-2,-1.496 1.106 0,-0.021 0.289-1,1.112-0.536 0,1.196-0.662-1,0.704-0.313 1,-0.835 1.076 0,-0.340 0.452 3,-2.232 2.282 0,3.734-3.756-2,0.225-0.228-1,0.316-0.321 0,-3.359 3.375 0,2.223-3.023 0,-0.227-1.438-1,-1.525-0.324 6,0.320 0.132 0,0.528 0.603-4,-0.047-0.210-1,-0.813-0.596 1,-0.880 1.126 1,-1.140 1.873-2,0.428 0.791-1,0.757 0.250 1,0.713-0.031 1,0.528-0.139-1,0.245-0.058 1,0.772-0.725 0,0.629-0.652 1,0.309-0.356 0,-1.032 0.993-1,-2.146 0.542 1,-1.073-1.431-1,0.268-0.400 0,0.691 0.298 0,1.444-0.033-1,-0.313 1.256 0,0.953 0.916 1,0.832 1.046 1,-0.680-0.824-1,-0.856-2.352 1,-0.628-2.146 0,0.389-1.615-1,-1.937 0.552 1,-1.896 2.476-1,1.748 1.429-1,-1.501 1.272-1,4.665-3.593 3,0.029-0.531-2,-2.913 1.398 0,-1.363 1.226 0,4.446-2.583 2,0.003-0.329-1,-4.363 2.772 0,4.290-2.516 0,-0.509 0.268 0,0.240 0.112 1,0.492 0.120-1,0.642 0.119-1,-0.290 0.469-1,0.374-0.377 1,-4.403 2.379 2,0.039 0.244 3,3.757-2.406-4,-0.765 0.345-1,-0.839 0.316 0,1.572-1.201 0,-0.137-0.221 0,-0.081-0.299 1,-1.758 0.581-1,0.313-0.103 0,0.455 0.004 2,0.506 0.069 0,0.664-0.549-1,-0.280 0.117 0,-0.096 0.145 0,0.038 0.156 1,-2.151 0.836 1,1.139-0.603-3,-0.040 0.122-1,0.130 0.113 0,-0.503 0.813 4,0.421 0.498-2,0.472 0.534-2,0.473 0.523 0,-2.125 1.108 1,0.687-1.721 1,-0.426-0.665 0,-0.291-0.748 5,-1.283 1.142-5,1.623-0.550-2,-0.063 0.165 0,-0.050 0.071 5,-1.333 1.135-1,-0.116 0.136-5,0.341-0.319 0,0.618-0.596 0,0.758-0.736 5,0.606-0.047 0,-0.025 0.298-3,0.145 0.174-1,0.256 0.078 5,-1.380 1.257 0,-0.309 0.124-3,-0.013-0.318-2,0.547-0.595 0,-0.362 0.096 3,-0.454 0.203 0,-0.495 0.267-3,-1.708 1.158 0,0.440-0.151 0,0.753-0.312 0,0.897-0.391 1,1.553-1.229 0,-0.089-0.259 2,-0.313-0.218 1,-0.451-0.178 0,-2.046 1.844-2,-0.444 0.631-1,-0.294 0.296 1,1.852-1.305 4,0.422-0.475-2,0.535-0.613-4,0.586-0.675 0,0.376-0.257 0,0.210 0.047 1,0.085 0.255 4,-0.007 0.386-1,-0.478 0.297-2,-0.098-0.260 0,-0.106-0.444 0,-0.104-0.542-1,-1.548 0.072 1,0.217-0.074 0,0.792 0.087 1,-0.178 0.449-1,0.022 0.237 4,-0.189 0.234-4,1.876-0.852-1,0.249 0.063 1,0.296 0.058-1,0.313 0.052 1,-1.886 0.650 0,1.168-1.225 0,-0.004-0.404 1,0.126-0.432 0,-1.388 0.389 1,0.332 0.071-1,0.374 0.249-3,-2.249 0.859 1,1.036-0.239 2,0.060 0.344 0,0.499-0.191 0,0.526-0.396-1,0.579-0.531-2,0.566-0.572 0,-1.205 1.187 3,0.931 0.102 0,0.003 0.407 1,0.150 0.261-1,-0.561 0.147 0,0.073 0.063-3,0.485 0.003 0,0.724-0.036 0,-0.833-0.121 3,-0.190-0.556 1,0.055-0.640-2,0.206-0.647 2,-0.304-0.442-1,0.077-0.149-2,0.482-0.016-1,-3.627 2.242 3,4.785-0.462 0,-3.492 3.506-1,-1.253-0.588 1,1.149-0.141-2,0.710 0.148-1,-2.209-1.216 5,0.338-1.737-2,2.170-0.062-2,-0.134 1.670 0,-1.666 0.894 4,3.303-2.074-3,-0.144-0.866-1,-0.372-0.342-1,0.029-0.435 0,0.285-0.463 2,-4.652 0.746 1,1.781-1.379-2,1.313-0.898 0,0.751 0.690 4,0.063 2.598 1,0.060 0.110-3,-1.185 0.427-3,-3.531 1.490-1,4.650-2.781 2,0.155-0.405 0,0.315-0.473 0,0.387-0.475 0,-4.722 0.450-1,1.820-1.231 1,1.905-0.656 0,-1.183-0.392 4,0.472 0.923 1,-0.856 2.753-1,-0.745 0.404-3,0.244 0.605-1,-0.990 1.435-2,4.625-2.889 3,-4.700 1.833-1,1.447-2.059 2,0.199-1.023 0,1.609 0.603 1,1.176 0.921 0,-1.885-0.162-2,-3.159-0.086 1,-0.295-0.971-4,4.949-1.088 2,-0.042 0.358 0,-5.409 2.768 1,0.497 0.150 1,0.693-0.292-1,4.269-1.546-1,-1.436 0.522 1,-0.179-0.135-1,0.051-0.299 0,0.195-0.382 0,0.272-0.407 1,0.302-0.394-1,0.455-0.120 0,-4.743 1.594 0,1.926 0.907 2,0.370 0.390 2,-0.511-0.999 0,-0.828-0.897 0,2.128 1.377-4,1.152 0.859 1,0.343-0.773 0,-0.104 0.436 1,-2.184 1.727-1,0.917-1.026-2,1.388-1.573 1,-0.986-0.896 1,-0.079-1.918 0,-0.901-0.477 3,0.787-0.189-1,1.237-0.030-4,0.038 1.616 0,-0.305 2.148 3,-0.384-0.077-1,-0.604 0.907 1,1.638 0.833-2,0.314-0.616 1,-1.882-0.004 1,1.015-1.699-2,-0.871-1.021 1,0.555-1.674 0,1.789 3.123 1,5.123 3.360 1,-3.368-1.529 0,-3.374-4.754-2,2.161 5.015 0,1.942 0.378 0,-0.906 0.487-1,-0.803-0.356-1,-0.768-1.551 0,-0.651-1.684 1,-0.229 0.978 2,1.807 4.490 2,1.892-1.553-2,-0.934-0.815-2,-0.898 0.120 0,-0.969 1.329 1,-2.008 1.764 0,0.994-1.332-1,0.318-1.952-1,0.231-2.105 1,0.142-0.725 2,-1.442 1.463 0,-1.198 1.680-1,2.979-1.820 1,0.665 0.923-3,0.588-0.061 1,-1.737 2.738 4,1.197-13.963-2,4.775-1.310 1</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1:0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7463.000 2870.000 767,'5.903'2.952'0,"-0.113"-0.057"0,-0.083-0.042 0,-0.062-0.030 0,-0.002-0.001 0,-0.909 2.702-11,-0.329 0.489 10,1.841 2.225 0,1.952 2.021-1,1.855 1.726 0,-0.684-1.111 0,0.121-0.098-1,-0.187-0.414-1,0.306 0.087 1,0.613 0.414 0,0.777 0.604 5,0.495 0.692-1,0.275 0.706-2,0.111 0.670-1,-0.003 0.603 0,-0.081 0.520 0,-0.125 0.431 1,-0.123 0.095 0,-0.453-0.592 0,-0.505-0.828 1,-0.504-0.928-1,-6.019-7.502 1,5.529 8.040 1,-0.911-0.887 0,-0.835-1.119 0,-0.724-1.177 8,-0.595-1.121-3,-0.469-0.998-8,0.839 1.056-1,1.459 1.707 0,1.131 1.165 3,1.797 2.423 2,-0.616-0.300 0,-1.181-0.839-3,-1.256-1.234-3,-0.529-0.378 0,-0.330-0.227 5,-0.175-0.112 3,-0.832-1.387-4,-0.195-0.526-1,-0.181-0.587 1,0.932 1.286 0,0.300 0.036 2,0.010-0.581 3,-0.187-0.964-3,-0.474 0.076-2,-0.215 0.381 0,-0.204 0.351-1,1.092 1.862 6,0.344 0.220-4,0.446 0.079-5,-1.302-1.556 0,-0.531 0.027 3,-0.709 0.053 0,-0.497-0.227 1,-0.323-0.407-1,-0.187-0.509 2,0.583 1.430 0,-0.051 0.447 2,-0.010 0.666-1,0.018 0.365-3,0.033 0.145 0,0.041-0.006 0,-0.794-1.681 0,-0.449-0.702 0,-0.533-0.810 1,-0.560-0.834 0,-0.606-0.670 0,-0.467-0.072 2,-0.415 0.140 1,-0.229 1.841-1,-0.440-0.552-1,-0.320-0.749 0,-0.220-0.802-1,1.056-1.178 1,2.579 4.905 3,-0.210-1.922-1,-0.638-0.569-5,-0.624-0.155 2,-0.722-1.011 1</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1:1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7687.000 3142.000 767,'6.141'0.000'0,"0.183"0.000"0,0.634-1.401-6,5.194-2.369 4,-4.664 1.660 0,0.319 0.117 0,1.041-0.748 0,1.532-0.841 0,1.070-0.675 0,1.685-0.936 1,0.376-0.413 1,0.066-0.257-3,-1.793-0.017-1,0.304-0.583 1,0.400-0.362 2,1.892-1.249 0,0.083-0.263 6,-0.092-0.158-6,-0.203-0.078-3,-2.099 1.063 0,-0.691 0.182 3,-0.777 0.223 0,0.231-0.501 0,-1.146 0.476 0,-1.115 0.509 3,-1.025 0.500 4,1.314-0.596-1,1.492-0.785-2,1.339-0.715-1,2.244-1.018-1,1.025-0.006-2,0.747 0.247-4,-2.116 1.326 1,-0.048-0.112-1,-0.169-0.216 4,1.118-0.699 0,0.086 0.163 0,0.138 0.289 1,0.982-0.559 1,-0.422-0.070 0,-0.576-0.162-1,-0.641 0.130-1,-0.644 0.315 2,-0.604 0.418-1,-0.539 0.459 1,-0.460 0.458 0,-0.380 0.427 1,-0.781 0.520 0,0.320-0.219-1,0.498-0.380 0,2.162-1.295 0,0.036 0.063-2,-0.198 0.246 0,-0.334-0.047 0,-0.395-0.231 0,-0.406-0.332 1,-0.383 0.414 1,-0.339 0.860-1,-0.287 1.083 0,-2.009 1.323 0,-0.285 0.110 2,-0.253-0.099-1,-0.217-0.239 1,1.818-1.397-1,0.669-0.186-2,0.420 0.302 1,0.227-0.078 1,0.085-0.325 2,-0.016-0.468-5,-1.740 1.139-1,-0.013 0.365 1,0.022 0.528 2,1.393-0.360-1,-0.577 0.345 1,-0.737 0.219 1,-1.408 0.460 0,-0.659 0.026 1,-0.604-0.029-1,0.912-1.139 1,-0.749-0.035 0,-0.652 0.007-1,-1.789 1.688 0,0.223 0.380 0,0.407 0.440-1,0.798-0.016 1,0.147 0.052-1,0.023-0.086 0,-0.063-0.177 0,-0.118-0.229 0,-0.151-0.252 0,0.304-0.251-1,-0.217 0.296 1,-0.220 0.442 0,0.212-0.048 0,-0.239-0.016 1,-0.223-0.149 0,-0.587-0.066 0,3.062-3.651-1,-3.235 0.195 1,-1.419 0.191 0,0.978-0.558 0,1.649 1.095 0,0.344 1.383-1,1.277-0.954-1,-0.420-1.478 0,-3.560 2.602 1,3.188-3.384-1,-0.764 2.758 2,-0.202 1.208 0,0.276-0.766 0,-1.251-1.106-1,-0.669-0.870 0,1.095-1.321 0,1.581 0.429-2,1.313 0.771 1,0.347 0.323 1,-4.029 2.632 0,-0.641-0.189-1,2.345-4.240 2,-0.396 1.949 0,1.468 0.496 1,1.088-0.707-2,-0.335-0.058-1,-1.065 0.457 0,-1.452 0.541 0,-1.989-0.654 0,-0.921 0.652 2,0.743 1.194 1,1.669 0.163 1,1.744-1.095-3,1.031-1.080-1,0.525-0.633-1,-0.175 1.149 0,-0.698 2.019 1,-0.655 0.139 1,-0.481-2.006 1,-2.842 1.322-1,5.151-2.636 0,-3.911 4.198 0,0.147 0.468 1,0.749-1.478-1,-1.659 0.071 0,2.476-4.992 1,-2.116 3.154 0,-0.103 0.862-2,0.413-0.088 1,0.213-0.422 1,-0.527-0.023-2,-0.728 0.011-1,2.068-2.432 0,0.296 1.527 3,-0.845 0.041 2,-1.131 0.963-2,0.334 1.181-1,1.424 0.158 1,0.777-0.516 0,-0.099-0.907-2,-1.810-0.219 0,-1.946 0.026 1,2.937-0.531 1,2.360-0.529 1,-0.268 0.418-4,-0.496 0.211-1,-0.737 0.289 2,0.507-3.216 1,-0.007 0.794 2,-1.668 2.855-1,1.761-1.721-2,-3.564 2.599 1,1.837-4.367 0,-2.280 0.302-1,-0.568-0.712 1,0.069 2.426 0,2.544 0.809 2,-1.109-0.995 0,-2.864 0.357-2,0.815-0.693 0,1.909 1.708-1,-0.165 0.932 2,0.003-2.137-1,-2.526-0.398-1,-0.439 1.018 2,1.348-0.873-1,1.884-1.214-1,0.590 0.903 0,0.016 1.185 0,-0.229 1.036 0,-0.699-0.238 0,-0.914-0.849 2,1.137 0.918 1,2.453-0.067 0,0.667-0.253-3,-0.051-0.282 0,-2.605 1.591 1,-0.348-0.383-1,-0.551-0.277-1,-0.641-0.188 1,-0.649-0.118 1,0.920-6.014 1,-2.511 5.585 0,0.212-4.328-1,1.111 2.969 0,3.021 0.329 1,2.012-0.639 1,-3.829 2.649-3,-0.389-0.969 1,-0.481-0.578-2,-0.506-0.285 1,-0.484-0.077 0,1.132-3.073-1,1.251 1.297 3,0.258 0.333 2,-0.392 0.175-1,0.721-1.663-3,1.326-0.545-1,1.437 1.113 1,-0.442 0.335 1,-2.348 0.269 1,-1.315-2.778-1,-2.140 4.871 0,-0.311-0.162-1,0.105-0.556 1,0.306 0.093-1,0.463 0.178 1,-0.105 0.906-1,0.025-0.280 1,-0.061-0.404 0,-0.006-0.821 1,-0.184-0.056-1,-0.204 0.088-1,0.703-1.258 0,0.771 1.247 1,-0.243 1.826 0,2.158-4.445 3,-0.823 0.835 0,-1.364 1.580-3,-1.127 1.216 1,-0.683-1.927-1,-0.396 0.050 1,3.418 2.222 1,1.382 1.017-2,-2.059-0.701 0,-0.847-2.179 0,-0.854-1.780-1,-0.688-0.105-1,-0.253-1.026 1,0.495 1.027 1,0.753 2.623 0,1.927 0.181-1,0.750 2.414 0,-0.347-2.489 2,-2.830 1.287 2,-0.527-1.111 0,-0.343-0.354-4,-0.235-0.720 0,-0.146 1.187 0,0.132 0.312 1,0.073-0.118 1,-0.003 0.599 0,-0.002 0.003 0,-0.001-0.677-2,0.000-0.605 0,0.000 0.130 1,0.000 0.520 0,0.000 0.225 0,0.000-0.391 0,0.000-1.459 0,0.000 2.350-1,0.000-0.697 0,0.000-1.670 2,0.000 0.724 1,0.000 1.193-3,0.000-0.270 0,0.000-0.180 1,0.000 0.310 1,0.000-0.588 1,0.000 0.169-2,0.000 0.195-1,0.000 0.545 1,0.000-0.267-1,0.000-0.275 0,0.000 0.576 2,0.000-0.281 1</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1:1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9511.000 950.000 767,'0.000'-6.773'0,"0.000"0.222"0,0.000 0.131 0,0.000 0.025 0,0.000 0.150-9,1.368-1.284 10,1.163-1.538 0,0.952-3.048-4,0.408-1.931 0,0.022-1.065-1,-0.237-0.422-1,-0.075 0.199 1,-0.066 1.067 0,-0.013 1.384 1,0.022 1.501 3,0.604-0.539-1,0.204 0.187 5,0.207-0.242 0,-0.728 1.335-4,0.170-0.628 1,0.190-0.399-1,0.904-2.087 1,0.183 0.041 4,0.121 0.251-9,0.073 0.366 0,0.035 0.413 3,0.011 0.413 1,-1.037 2.218 0,-0.454 0.662 0,-0.536 0.680 1,-0.562 0.654-1,-0.549 0.601 1,-0.510 0.531 2,-0.040-0.349 1,0.103-0.096-2,0.285-0.275 0,0.390 0.308-2,0.434 0.675 0,0.435 0.876-1,-0.192 0.645 0,-0.143-0.146 1,-0.272-0.398 1,0.585-1.698 1,0.109-0.066-2,0.216 0.137 0,-0.535 1.831-1,3.979-3.547 1,0.504 1.248 0,-1.271 0.277 2,0.093-0.540 1,-0.219 1.432-4,1.023 0.980 0,1.046-0.125 1,-3.053 2.356 1,0.201 0.248-2,0.120 0.367 0,4.994-1.287 0,-0.319 1.488 1,-0.316 1.118 1,-3.764 0.992 0,0.544 0.198-1,0.609 0.149-1,1.619 0.124 0,0.051 0.088 0,-0.199 0.047 0,-0.336 0.018 0,-0.391-0.002 1,-1.017-0.023-1,-0.398-0.017 0,-0.358-0.018 1,0.076-0.015-1,-0.310-0.019 4,0.870-0.010 1,-0.509-0.023-3,0.470-0.009 0,0.179-0.007-1,-0.676-0.004-1,0.423-0.003 1,0.499-0.002-1,0.229-0.001 0,0.029-0.001 0,-0.108 0.000 0,1.444-0.001 0,-0.492 0.000 0,-0.569 0.001 2,-1.430 0.001 0,-0.365 0.001-1,5.330-0.001 2,-0.691 0.001-1,-4.166 0.001 0,1.114 0.000-1,0.929 0.000 0,-0.942 0.000 0,0.099 0.000 1,-0.048 0.000-3,0.474 0.000-1,-0.281 0.000 1,-0.339 0.000 0,-0.360 0.000 3,-0.354 0.000 0,-0.331 0.000 0,0.504 0.342 0,0.229 0.547 0,0.366 0.648 0,0.655 0.491-1,-0.152 0.094-1,-0.307-0.096 0,-1.821-0.289 0,-0.209 0.252 1,-0.173 0.337 0,0.757 0.565 1,-0.196-0.068 0,-0.188-0.226-1,0.172-0.317 0,0.399-0.357 1,0.525-0.360 0,-1.101-0.222-1,4.844 2.036-1,-4.605-0.674 0,-0.471-0.077 2,4.383 1.943 0,-3.100-0.013 1,-2.952 0.483-2,1.828 2.875 2,0.675-0.447 0,-0.064-1.744-3,-0.927-2.054-2,0.009 0.050 2,1.322 1.455 1,0.665 1.106 1,-2.732-1.969-1,-0.165-0.004-1,-0.276-0.140 1,3.507 3.507-1,-1.380-1.138 0,0.015 0.111 1,-0.077 0.910 0,-1.492 0.443 1,-1.170-1.777 0,1.659-0.818 0,2.408-1.542 1,1.400-0.416-2,-0.121 1.112-1,-1.998 1.336 0,-0.355 1.554 0,-0.360-1.423 1,-1.491-1.301 1,-1.233 0.880 0,-1.278 1.345 1,-1.065 1.319-2,-0.754 1.925-2,-0.581 0.246 2,-0.285-1.815-1,-0.063-1.750 0,0.048-0.724 0,0.066 0.399 2,0.055 0.619 2,-1.199 1.830-2,-2.093 0.194-3,-1.811-0.128 1,1.534-3.623 1,-0.480 0.602-1,-0.397 0.670 0,-0.023 0.384-1,0.235 0.167 1,0.400 0.008 0,0.269 0.441 0,0.612-0.232 0,0.601-0.292 1,0.070 0.154 1,-0.063-0.378 0,-0.255-0.363 0,-0.359 0.067 0,-0.398 0.337 0,-0.396 0.485-1,-0.377 0.548-1,-0.060 0.025 0,0.047-0.118 0,0.111-0.197 0,0.141-0.231 1,-0.123-0.589-1,-0.117-1.063 0,-0.167-1.146 1,-2.510 2.316 2,1.410-0.166 5,-0.239 0.721-5,0.459 0.324-3,0.641 1.995-1,2.757-4.125 2,0.452 0.070 1,-1.197 3.692-1,-1.757 1.192-2,1.877-5.258 2,-1.630 3.869 1,1.456-2.054-1,0.933 1.476-1,1.409-2.483 2,0.275 0.737 1,-0.947 0.149 0,-2.418-0.532-3,-0.945-0.819 1,-0.308 1.038 1,2.646 0.003-2,1.568 1.178 1,0.337 1.298 1,0.166-0.281-3,0.059-0.869 0,0.009-0.698 2,-0.025-1.408-1,-0.021-0.078 2,-0.062 0.778 0,-1.904-0.677 1,-4.960-5.507 0,1.045 2.361 0,4.506 4.322-2,0.866 0.661-1,0.240-0.637 0,-1.934-0.467-1,-2.527-0.117 2,-0.063 0.631-1,2.438-1.109 2,0.868 0.229 0,0.604 1.961-1,0.624-1.620-1,-3.786-1.470 1,-2.313-4.629 2,1.388 3.381-1,4.180 1.954-1,1.011-14.078-1,-0.257 0.335 0,-0.038-0.261 0,-0.012 0.121 0,-0.002-0.583 1,0.002-1.510-2,0.001 2.736 1,0.000 0.093 0,0.001 0.581 1,0.000-4.248-2,0.000 3.973 1</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1:2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10023.000 1494.000 767,'0.000'6.235'0,"0.000"-0.167"0,0.000 0.034-5,-1.400 1.210 5,-4.173-2.006-1,1.985-0.028 1,0.867 1.847-1,0.200-0.698 0,-1.877 0.260 0,-0.604 1.172 1,0.803-0.591 0,-0.356-0.135-1,-0.439 0.079 0,0.771 0.822 1,-0.343-0.068 0,-0.634-2.385 1,0.963-0.355 0,0.794 1.648 0,1.283 0.885-2,0.959 0.231 1,0.215 1.124 0,-1.872 1.227-2,-0.750-1.051 1,0.280-0.288 1,-0.053-2.381 0,-1.090 0.715 0,-0.744 0.272 0,1.293-1.915 0,0.176-0.026 0,0.303-0.034-1,-0.271 1.348-1,0.651-0.160 0,0.642-0.212 3,0.197 0.163 0,-0.103 0.391 0,-0.287 0.508-1,-0.611 0.686 0,-0.446-0.146-1,-0.413-0.331 0,0.088-0.417 0,0.389-0.436 1,0.542-0.410 0,0.318-0.730 0,-0.109-0.243 2,-0.252-0.178-1,-3.070 2.724 0,-1.249-1.695-1,0.541-0.121 1,0.146 1.267 0,-0.045 0.748-1,1.333 0.595 0,0.747-1.039-1,-0.850-1.144 1,0.392 0.104 1,0.840-0.412 0,-1.377 1.967-1,-0.038 2.056-1,2.003-0.950 0,0.645 1.109 0,-1.391-1.369 2,-1.096-2.641 0,-0.894-0.301 0,0.858 0.293-2,-1.178 3.093 1,3.121-4.501-1,-0.541 0.070 1,-0.276-0.618 0,-0.241-0.774-1,-3.384 3.206 1,2.804-2.886 1,-2.062 4.211 1,0.694 2.315-3,3.208-5.236 0,-0.103-0.561 1,-4.157 2.856-2,-0.433-2.636 2,1.298-0.776 2,1.562 1.007 0,2.005 2.001-2,0.679-0.228 0,-1.144-1.898 2,-1.592-0.780-2,-2.642 1.837 0,2.644-1.851-1,0.813-0.270 1,0.293 0.345-1,0.466 0.277-1,-0.028 0.201 1,-3.813 3.488 0,0.503-2.189 3,-1.203 0.604-1,3.640-3.008-1,-0.198 0.250 0,0.209-0.390-1,-5.057 2.883 0,3.956-3.027-1,0.660 0.006 2,-3.265 3.646 1,0.506 0.395 2,1.019-0.229-2,0.769-1.668-3,0.496-1.953 2,-0.783-0.198 1,-0.551 1.227 0,1.174 1.592-1,1.132-0.541 0,-0.792-0.333 0,0.246 0.625 0,-1.068 1.220 1,-0.340-2.348-2,-0.419-2.051 2,-0.758-1.282-1,-0.469-0.900-1,-2.165 0.198 1,1.411 1.126-1,1.525 1.282 1,0.519 1.625 0,-0.702 1.614 0,-0.389-0.889 0,-0.070-1.883 0,-0.458-1.693 0,-0.421-0.500 0,1.148 0.480 0,1.283 0.791 0,1.271 0.261 0,-2.565 0.392 0,1.204 1.862 1,-0.245 2.176 2,-0.146 0.345-5,-0.820-1.611-1,0.208-1.688 2,0.091-0.173 2,0.272 0.093-1,0.299-0.781 0,0.250-1.146 0,0.276-0.059 1,0.619 2.871 1,-1.154-0.976 1,-1.867-1.581-3,-0.140-1.306-2,0.062-0.884 0,1.084-0.065 2,1.394 0.672 0,-0.962 2.154 0,1.508 1.321 0,0.477 0.719 0,0.208-0.016 0,0.013-0.505-1,-1.946-1.747 2,0.465 1.174 0,2.396 0.489 0,-0.694 0.462-1,-0.658-2.743 0,-1.595-2.556 0,-0.057 0.678 1,1.589 4.027-1,2.884 2.895 0,-3.131-0.494-1,-3.347-1.652 2,-0.222-2.134-3,1.292-1.763 0,1.474-1.126 1,-0.174 2.564 2,2.866 2.368 2,-2.414 0.612-1,1.135 0.080-3,-0.241-1.137 1,0.324-1.551-2,0.065 2.759 1,2.110 0.149 3,-1.194-2.064-1,-2.410-3.495-1,0.550-1.254 1,-0.312 0.175-2,0.293 0.194 0,-0.590-0.004 1,0.727-0.006 1,1.353 3.785 0,4.733 2.496-1,-2.065-0.450 1,-4.527-5.612-1,0.163 0.865 0,5.187 5.443 0,-1.306 0.120 0,-4.313-4.840 0,-0.813-1.652-1,1.372-0.352 0,-0.520 0.068 0,-0.593 0.110 1,-1.485 0.022 1,2.425 0.343-1,-0.872 4.163-1,1.872 1.558 2,-0.604-1.582-2,-0.327-0.585 1,3.122 1.974 1,-1.335-1.468 0,-1.045-0.570-1,1.601 3.045 0,0.845-1.724 0,-3.147-2.096-1,0.184-2.649 1,4.414 6.406 1,0.924-0.749 0,-6.840-3.699-1,0.530 0.034-1,1.343 0.894 0,-0.261 1.873-1,1.337-1.322 1,-1.520-2.474 2,-0.444-1.633 1,0.688 3.775-1,1.387 0.699-2,0.624 0.912 1,1.224 0.416-1,0.251 2.857 0,-0.193-1.640 1,-0.860-1.561-1,-0.605-0.753 1,-3.125-0.712 0,0.202-1.929 2,2.245 2.092 0,2.136 2.160-2,-0.372 0.394-1,-1.104-0.404 0,-0.695-0.852 0,-1.003-1.805 1,-0.269-2.781 0,0.229 1.841 2,3.016 3.427-1,-2.090-1.313-1,-0.500 0.940 0,0.966 1.392 0,-0.334-2.416-1,-2.084-1.375 1,1.774 3.844 0,0.093-2.328 0,0.467-0.118 0,0.321 1.699-2,1.465-0.169 1,-1.258-0.611 1,-2.278-0.326 1,-2.365-0.892-1,-0.130-1.645-1,0.943-1.104 1,0.150 1.636 0,4.244 2.109 1,0.340 1.412 0,-2.181 0.996-2,-0.671-3.283 0,-1.652-0.781 1,0.915-0.646 0,-0.784 1.091 0,2.202 0.061-1,-1.388 0.055 1,-0.362-0.502 2,0.555 2.475 0,1.432-2.425-2,0.675 0.593-1,-0.226 1.345 1,0.079-0.833-1,-2.650-0.113 1,0.088-2.696 0,0.856-1.610 0,-1.725 3.471 1,3.150 3.142 0,-0.539 0.644-2,-0.389-1.505-1,-0.355-1.993 0,0.322-1.249 3,0.068 0.105 0,0.108 0.543-1,0.015 1.076 0,0.732 1.870 0,3.132 0.845 1,-2.308-1.484 1,-1.370-1.677-1,0.864 1.159-2,-0.545-1.909 1,-1.306-0.712-1,-1.898-0.788 1,1.935-1.492-1,-1.829 1.956 0,3.401 1.363 2,1.043 1.221-1,-1.144 2.324 1,-1.131-1.223-2,-0.356-1.895 1,0.037-1.680 0,0.510-0.926-1,-0.614 3.545 2,1.737 1.108 0,-0.930 1.325-1,-0.348 0.129-3,-0.019-0.425 2,0.372-1.641 0,-0.491-1.472 1,-2.135 0.228 1,-0.375 1.034 1,1.638 1.410-2,0.818 0.282-1,-1.119-1.046 1,-1.650-1.880 1,-0.151-1.253-1,1.223-0.035-1,1.349 0.459 1,1.039 0.289 0,-1.998 0.290 0,0.434-2.183 1,-0.317-1.201 1,1.248 0.595-3,-0.505 3.933 2,2.062 0.349 0,-0.967-1.614-1,-0.810-1.935-1,-1.378 3.183 0,1.976-0.973 1,-1.165-0.004 0,0.539-2.170-1,-0.099-1.681 0,-0.742 0.573 3,0.043 0.860-1,1.212 0.678-1,-0.648 1.862-2,1.655 0.349 0,-1.220 1.819 2,0.236-1.614 1,-1.625-1.016 1,0.045-1.320-2,1.084-1.149 0,-1.130-0.699-1,1.328 0.040 0,0.064 2.688 2,0.106 2.150 0,2.061 1.460-1,0.419 1.326 0,-1.800-4.148 1,-3.354-1.389 0,-0.754 0.311-2,0.519 1.054-1,1.393 0.024 0,1.545-1.039 1,-0.832-0.648 2,-1.095-0.268 1,2.253 1.847-1,0.473 1.214-1,1.501 0.186 0,0.871 2.146 0,-2.672-1.479 0,-1.937-4.182 3,-0.720-1.028-4,-1.721-0.347-1,0.272 0.570 1,2.039 0.896 0,1.854 0.784 1,-0.479 1.942-1,1.164-1.368 0,-2.039-1.367 3,1.168 3.322 2,0.770 0.061-3,-0.209-2.438-2,-0.529-1.065 0,-0.086-0.854 1,-1.188 2.599 0,2.647 0.887 1,-1.148-0.513 0,-1.052 0.591-2,2.827 0.894 0,4.102 1.389 1,-7.753-3.631 1,-0.583-2.644 1,0.215-0.075-4,2.230 4.164 1,1.833 1.671 2,-1.027-1.584-1,-1.191-4.385-1,-0.417-0.516 1,-1.110 0.745 1,-0.029 2.468-1,0.776 1.999-1,1.975 2.085 0,2.992-1.252 1,-1.107 0.859 1,-2.949-2.706 0,-1.612-3.343-1,1.487-0.845 0,-0.077-0.044 0,-0.366 0.083 0,0.415 0.150 0,-0.418 0.053-1</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2:0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7623.000 3126.000 767,'-6.219'0.000'0,"0.215"0.000"0,-0.383 0.000-5,-0.007 0.000 5,-1.046 0.251-1,-0.057 1.606 0,1.829 0.115 0,-0.886 0.167-1,-0.869-0.051 1,0.495-0.121-1,0.008 0.181 1,0.180 0.232 1,0.285 0.254-1,-0.831 1.848-1,0.388 0.462 2,0.370-0.129 0,-0.806 1.062 2,-1.136 0.027-1,0.990-0.578-2,-0.057 0.553 3,0.104 0.674-4,0.203 0.027 1,0.257-0.404-2,0.275-0.665 2,1.155-1.372 1,0.151-0.611-1,0.110-0.601 3,-1.625 0.417 0,0.215-0.178-1,0.246 0.072 1,-0.168-0.010-1,0.122 0.278-1,0.556 0.313 0,0.746 0.001 0,0.375 0.138 1,0.300 0.094-2,-0.696 0.913 1,0.201-1.070-1,-0.296-0.142 1,-0.027-0.164 0,0.152-0.168 1,-4.335 2.958-1,1.929 0.117-2,1.931 0.827 2,-0.103-0.940 2,-0.622-0.965 2,-0.982 0.700-5,0.880 0.257 1,1.745-0.105-1,-0.061 0.495 1,-2.785 0.048 1,-1.855 0.011 0,-0.445-1.516-4,0.785-0.290 1,2.671 1.090 5,2.611 1.522-1,1.295 0.616-2,0.231-2.300-1,-1.927-1.513 2,-1.287-0.979 1,1.956 2.185-1,-2.491-0.348-1,2.505-0.253 0,0.841 1.740-2,0.820 2.358 1,1.477-2.231 1,2.166-0.735-1,4.531-6.158 2,0.825-0.294 0,-0.938 0.290-1,-0.093-0.005-1,0.575-0.002 0,0.163-0.002 0,1.730-0.001 1,2.988-0.001 0,-5.006 0.000 0,-0.121 0.000-1,0.042 0.000 0,-0.057 0.000 0,5.132 0.000 0,-1.078 0.000 3,-3.532 0.198-1,0.471 0.302-1,0.041 0.339 1,-0.225 0.332-1,-0.367 0.299 0,-0.422 0.253-2,-0.418 0.203 1,2.263 1.956-2,-2.559 1.168 1,-1.626-0.033 5,2.541 0.935 5,-0.651-3.396-8,0.896 0.259 0,-0.667 1.483-1,0.580 0.022 1,-0.721 0.000 1,-0.895 1.319-2,0.697-0.344 1,1.868-1.296 0,-0.123-1.606 0,-1.914 0.519 0,0.024 1.072 0,0.619 0.151 0,-0.659 1.272 0,-1.585 0.981 0,-1.559 0.211 0,-1.220-0.172 0,-0.828 0.287-1,-0.670 0.583 1,-0.295-1.163 1,1.310 0.180-1,5.208-4.566 2,0.326-1.052-1,-0.028-0.734-1,0.029-0.070-2,-0.733 5.044 2,-2.878 1.300 2,2.313-2.525-2,-1.555 1.853-1,-0.929 2.757 2,1.541 0.244-2,1.169 1.371-1,-0.021-1.331 1,-0.965-3.214 0,1.984-1.695 0,-0.281-4.038 1,0.379-0.254 1,-0.033 0.521 1,0.210 0.100 0,-0.102-0.019-2,0.252-0.008 0,0.568 0.001 0,1.414 0.000 0,-0.810 0.000-1,-1.030 0.000 0,0.945 0.000 1,-0.660 0.000 1,0.907 0.000-1,-1.095 0.000 0,-0.095 0.000 0,-0.563-0.132-1,-0.102-1.563 0,-3.328-4.767 3,4.461-0.790 0,-1.444 4.061-1,0.776 0.172-3,0.397 0.332 0,0.127 0.410-1,0.177 0.055 1,-0.984 0.131 1,2.892-2.071 1,-4.214-0.271 2,1.438-0.612 2,2.595-1.467-1,0.632 0.673-6,-0.662 1.788 0,-1.695 0.115 2,-2.370-1.466 3,0.158-1.673 1,0.460 0.714-4,1.139 0.819 0,-0.500-0.351 0,-0.760 0.452 2,0.682 0.435-1,-0.435-0.668 0,0.100-0.479 1,1.221-0.154-2,0.106-0.073 2,-2.264 2.515-1,0.013 0.099 0,-0.140 0.109-2,4.087-3.349 0,-1.287 0.571 2,-0.164-0.341-1,-0.565 0.203 2,-0.666 0.459 0,-0.645 0.540-1,-0.196 0.550 0,1.061 1.271 0,0.646 1.128 1,-0.257 0.406 1,-4.417-3.721-1,-2.559-0.146-1</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2:1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7543.000 3142.000 767,'6.198'0.000'0,"0.133"0.000"0,-3.022 7.622-5,-3.107 1.410 5,1.180-3.017-2,3.768-1.348 1,1.406-1.654 2,0.108-1.388-1,0.945 0.433-2,-2.965 3.350 3,-0.735-0.658 1,5.217-1.879-2,-0.520-0.558 0,1.283 2.208-3,-1.586 1.007 2,-3.012-0.231 0,-1.882 1.599 1,0.160-0.627 1,4.188-4.202 2,0.722-1.579-2,-1.933 0.299-2,-2.741 4.138 1,-2.510 1.721 1,-0.783 0.743-2,-0.181 2.072-1,0.888-0.569 1,1.230-3.022 1,2.602-1.784 0,-0.337 0.525 2,-2.872 3.904-1,-0.659-0.711-1,1.468 0.442-1,1.187-0.282 0,-0.361 0.342 0,-1.029-0.019 0,-0.896 0.095 1,-0.678 0.792 1,-0.596-1.225-1,-0.294-1.174 0,-0.088-0.608 0,0.145 0.910 1,0.935-0.162 0,1.118-0.817-1,0.915-0.842-1,1.548 1.548 0,-2.146-0.674 0,-0.714 0.935 3,-0.794-0.445-1,-0.482 2.151-2,-0.508-1.537 0,-0.120 0.471 1,0.118 0.975 1,1.107-0.222 0,3.286-2.521 0,2.034-4.280-1,1.396 3.191 0,-2.761 1.259-1,-0.047 1.870-1,-0.420-1.749 2,2.041-1.163 0,-1.009 1.583 2,-0.678 0.925 0,0.586-1.174-4,1.572-0.815 0,-0.295-0.485 1,-1.651-0.260 1,-1.425 0.056 1,1.898 0.496-1,0.900-3.000 2</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2:1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7447.000 3222.000 767,'0.000'6.254'0,"0.000"-0.176"0,3.120 0.298-5,1.444-2.420 4,1.588-0.315 0,0.562 0.209 0,-1.335 0.897 0,1.111 0.846 1,0.498-1.935 1,0.731-1.002-1,-1.103 0.824 0,-0.212 1.343-1,-0.521-0.751 1,-0.426-1.089 0,0.240 2.009 1,-2.614 1.709-1,0.153-0.743 1,2.955-5.551-1,-0.155 1.822 1,-5.607 3.765-1,1.455 0.343 1,5.599-4.740-1,-1.707 2.578-1,-4.710 2.182 1,-1.164 0.729-1,-0.106-0.367 1,3.639-1.007 0,2.610-1.092 1,-2.145 0.341-1,1.960 2.127-1,2.349 0.000-1,-1.154-1.691 0,-1.277 0.174 2,-1.472 0.885 0,-1.684 0.568 1,-1.206 1.157 0,-1.100-1.916-1,-0.789 0.864 0,-0.099-0.565-1,4.837-0.805 3,-0.114-1.361-1,0.166 0.893-1,0.900 1.350-1,-1.266-1.880 0,0.394-0.098-1,-0.499 0.127 1,-2.280 1.567 3,-0.003 0.664 0,1.594-0.432-1,1.347-0.649-2,1.226-1.470 0,1.264-2.239 2,-0.800 1.582-1,-1.356 3.603 2,-1.157-1.642-2,0.645-0.135-2,1.443-1.187 1,2.291 0.129 0,1.198 1.324 1,-1.446 0.855-1,-2.610 0.200 0,-1.849-1.125 1,0.444 0.430 0,1.148-0.977 1,3.255 2.513 0,-1.375-0.300-1,-0.275 0.099-2,1.264 0.814 1,-0.617-2.081 1,-0.872-2.348 0,1.185 0.024 1,-2.972 2.582 2,-1.507-1.309-1,0.572 0.318-3,0.568 0.210 0,-0.106-0.573 0</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2:2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7463.000 3542.000 767,'0.000'-6.088'0,"0.000"-0.133"0,0.000-0.604-5,3.120 0.401 5,1.222 2.173-1,-0.485-0.488 1,-0.807-0.657-1,1.221-1.337 1,1.112-1.575-2,-1.202 0.452 1,-1.600 0.865 1,-0.091 0.135 0,3.095 2.882 1,0.811 1.248 2,-2.890-4.481-3,-0.472 1.611 0,0.611 0.046-1,0.459 0.645-1,1.630 0.567 1,0.833 2.688 2,-0.104 1.479 0,-4.605-5.654 0,-2.033-0.671 0,6.651 3.689 0,0.101 2.591-1,0.806 0.250-1,-0.219 0.043 0,-2.713 4.026 1,-4.487 1.943 1,0.037 0.929 0,0.000-0.476-2,-1.441 1.235 1,-2.410-1.606-1,-1.052-1.028 0,0.974 0.248 1,2.406 1.349 0,1.056-0.441 1,0.205 1.010-1,-0.395-0.579-1,-1.405 0.529-1,-2.054-1.312 2,-0.533-1.513-1,1.352 0.876 1,2.276 1.865 3,-2.353-1.737-1,-2.844-3.608-1,-1.364-1.331-1,1.307-0.713-2,-0.532 0.091 1,0.283 0.169 1,0.470-0.002 0,0.921 3.161 1,5.280 2.874 0,-1.698-0.003 0,-5.146-5.259 1,12.935-0.792 0,-4.170-6.935-4,1.122 0.855 0,3.743 3.920 2,-0.348 1.205-1,-0.215-0.676 0,-0.021-2.850 0,-1.825-0.562 1,1.528 1.720 1,-0.017 1.895 0,0.039 1.274-2,0.348 0.517 0,-0.857-3.123 1,-5.710-3.522 1,0.146-0.018 1,0.000-0.235-3,-0.047-0.326 1,-5.465 3.560 0,-0.947 3.452 0,-0.161-0.142 0,-0.723 0.006 0,0.546 0.000 0,-0.014 0.000 0,0.056 0.000 0,0.614 0.000-1,-0.920 1.401 0,2.630 4.021 1,-1.891-0.183 3,0.259-1.981-4,12.213-2.575 2,-0.063-0.683 1,0.378 0.000-3,-0.271 0.000-1,-2.970-7.220 2,-2.855 0.163 1,-0.372-0.134-2,-0.096 0.632-1,5.881 2.915 2,0.190 2.797 2,-1.455-3.300-1,-4.818-2.112-1</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2:2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7319.000 3318.000 767,'6.164'0.000'0,"0.120"0.000"0,-0.340 2.635-5,-0.454 2.446 4,1.546-0.433 0,1.000-1.706 0,-0.020 0.132 0,-0.955 1.240 0,-0.512 0.703 0,-0.616-1.808 1,1.317-1.807 2,-2.179 3.418 0,-3.010 1.942-1,0.321-0.931-1,1.642-0.063-1,0.499-1.118 0,-0.756 0.244 0,-3.251 1.783 2,-0.562-0.235 1,5.971-4.454-2,0.820-2.111 1,-3.847 5.606-1,1.993 1.098 0,1.011-1.062 0,-1.860 1.039-2,-0.935-1.362 0,2.474-2.140 3,0.984-2.344-1,-0.608 2.982 0,-0.906 2.035 0,-1.191 1.488-1,-0.469-1.109 1,2.023-0.154 0,0.906-2.765 0,0.534 0.541 0,0.055 1.440 0,-2.168-1.019 0</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2:5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7111.000 2246.000 767,'0.000'6.210'0,"0.000"-0.207"0,0.000 2.220-5,0.000-1.016 4,0.000 1.951 0,0.000 1.520-2,0.000 0.843 2,0.000-1.416 1,0.000-0.273-1,0.000-0.166 1,0.000-3.641 1,0.000 0.147-1,0.000 0.110-1,0.000 0.078 0,0.000 0.052 1,0.000-0.402-1,0.000 4.408 0,0.000-2.342 0,0.000-1.937 3,0.000 0.404 0,0.000 3.963 0,0.000-0.302 0,0.000-0.852-5,0.000-1.257 2,0.000-0.935 1,0.000-0.163 1,0.000 0.165 0,0.000-0.507 0,0.000-0.520-1,0.000 0.736 0,0.000 0.906 0,0.000-0.164 1,0.000-0.664-1,0.000-0.665-1,0.000 0.558 0,0.000-0.494 1,0.000 1.760 1,0.000 0.735-1,0.000-0.973 0,0.000-1.153-1,0.000 1.524-1,0.000-1.790 3,0.000 0.762 1,0.000-0.091-1,0.000-1.045-2,0.000 0.336 0,0.000 0.443 2,0.000 0.415-1,0.000 2.644 0,0.000 0.563-1,0.000 0.262-1,0.000-0.991 1,0.000-1.372 0,0.000-1.302 2,0.000-0.422 1,0.000 0.591-1,0.000 0.801 1,0.000-0.091-2,0.000 0.281-2,0.000 1.985 2,0.000-0.496-1,0.000-1.690 1,0.000-1.194 0,0.000 1.613 1,0.000 0.686 0,-1.400-1.408 0,-2.310 0.899-1,-0.295-0.605-1,0.763-1.119 0,1.054-1.129 0,-0.249 1.461 0,-0.584-1.980 1,-1.290 1.373 1,0.691-0.051 0,1.178-0.333 0,-2.341 3.998-1,2.091-4.074 0,0.184 0.057 0,0.323-0.264 0,-1.033 4.579-3,1.408-2.002 2,0.189-2.240 1,-1.318-0.064 1,-4.508 0.917 1,-0.590-0.431-1,1.775-0.518-1,2.509-0.326-2,1.271 1.010 2,-0.538-0.760 1,-1.264-0.927 1,-1.690 0.844-2,-1.172-0.069 0,-1.394 1.331-2,0.673 1.499 0,2.711-0.496 1,0.933 1.526 1,-0.764-0.644 0,-0.357-1.043 2,0.529-0.512-1,-1.067 0.150 0,2.536-2.457-1,-0.267 0.277-1,-0.297-0.236-1,-0.295 0.631 2,-0.271-0.038 0,-0.237-0.464-1,0.480-0.966 1,-0.163-0.116 1,-0.164-0.030-2,-0.842 1.062 0,0.583 0.020 1,0.763 0.000 0,0.496-0.079 0,-2.333 4.161 1,0.831-1.715 0,-0.264-1.591-2,-1.275 0.004 2,0.347 0.185 0,-0.413 0.610-1,-2.051 0.747-1,-0.469-1.701 0,1.727-0.436 2,2.398 0.067 0,0.884 0.054-1,-0.158 0.256 0,-0.847-0.375 0,-0.919-1.464 0,-0.532-1.014 1,0.167 0.175 0,3.466 2.648 0,3.549 0.807 0,-0.332-0.003-1,-0.198 0.505 0,-0.026-1.200 0,0.000 1.961 0,0.005-1.689-1,0.003-0.323 1,0.001 0.074 0,0.000 0.344 0,0.000 1.867 1,0.000-1.759-2,0.000-0.188 0,0.000 1.503 1,0.000 0.708 1,0.000-1.478 0,0.000-0.280-2,0.000-0.293 0</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2:5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6439.000 3462.000 767,'6.299'0.000'0,"-0.202"0.000"0,2.587 0.000-5,-0.976 0.000 4,4.247-3.024-1,-4.918 0.887-1,1.803-0.422 3,1.289-0.474-1,0.863-0.473-2,0.889-0.284 3,-0.453 0.286-1,-0.790 0.470-2,-1.450-0.332 0,-0.166-0.583 1,-0.411-0.397 5,-0.554-0.248 0,0.626-0.379-1,-0.026 0.450-3,0.131 0.621-1,-0.857 0.945 0,0.019 0.551 2,0.015 0.516 1,0.013 0.462 0,0.703-1.239-1,-0.364-0.888 0,-0.453-0.699 0,-1.381 0.328 6,-0.060-0.219-5,0.043-0.144-3,0.112-0.085 0,1.693-0.841 0,-0.235 0.605 1,-0.371 0.759 1,0.380 0.496-1,-1.305 0.824 3,-0.043 0.012 0,-0.173-0.071-1,1.117-1.138 1,0.848-0.837-4,0.704-0.619 0,1.677-0.982 2,-0.338 0.336 1,-0.697 0.644-4,-0.875 0.794 1,-0.292-0.351-1,-0.011-0.466 3,-0.220-0.317 3,0.834-0.509 1,-0.240 0.603-2,-0.233 0.816-5,-0.209 0.882 1,-1.267-0.281 1,-0.334-0.547 1,-0.328-0.412 1,-0.303 0.045 5,-0.267 0.346-4,-0.226 0.523-4,-0.282 0.519 1,0.375 0.059 0,0.519-0.063 2,1.939-1.032 0,0.016-0.196-2,-0.249-0.168 0,-0.856 0.189 0,-0.367-0.120 0,-0.354-0.111 1,0.970-0.442 0,-0.309-0.061 1,-0.799-0.025 0,-1.258 0.688 0,-0.290-0.033 0,-0.166-0.053-1,-0.316 0.435-1,4.080-3.047 1,0.930 1.838 1,-3.430 2.925 0,0.417-0.160 0,-0.117-0.059-1,-0.062-0.172 0,-0.176-0.167-2,-0.243-0.154 0,-0.691-0.071 1,3.249-4.260 1,-1.961 0.246 1,-0.583 1.392 1,-0.244 1.032 1,-0.890 0.953-2,0.463-0.398-1,1.691-1.087-1,0.177 0.455 1,-0.034 0.716-2,-0.580 0.606-1,-0.172 0.102 2,-0.178-0.049 2,-1.318-0.308 0,-0.535-0.605-1,-0.596-0.380 0,-0.607-0.204 2,0.963-0.352-1,0.529 0.478 0,0.403 0.651-2,0.019 0.597 1,0.075 0.291 1,-0.009 0.177-2,4.374-3.234-1,-1.960-0.422 2,-1.205-0.082 0,-0.340 1.496 1,-1.280 1.458 1,0.297-0.792-1,-0.228-0.510-1,-0.989 0.471 0,-0.505-0.165-1,1.744-4.877-1,-0.022 1.995 2,1.243 1.285 1,-0.054 2.222 0</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0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6311.000 3670.000 767,'6.262'0.000'0,"-0.198"0.000"0,0.170 0.000-5,0.439 0.000 5,5.147 0.000-2,-3.947 0.000 0,0.927 0.000 0,0.730 0.000 0,0.551 0.000 0,0.396 0.000-1,-0.726 0.000 1,-0.516 0.000 1,-0.687 0.000 1,-0.754 0.000 0,0.252 0.000 0,0.085 0.000 1,-0.124 0.000 1,0.431 0.000 1,-0.721 0.000 0,-0.811 0.000-5,-0.803 0.000 1,4.290 0.000 1,-1.015 0.000 1,-0.658 0.000 1,0.442 0.000 0,-0.699 0.000-2,-1.378 0.000 1,1.481 0.000-3,-2.010 0.000 2,0.239 0.000 1,-0.215-0.581 0,-4.514-5.248 1,-2.339-0.553-1,5.918 3.844 0,2.052 1.826-1,-0.047 0.543-1,-0.613 0.205-1,-0.932-0.377 1,-0.172-2.335 1,-0.247-1.444 1,1.334 0.280-1,1.648 1.055 0,-0.953-0.163-1,-1.723-1.576 1,-0.422 0.171 0,0.728 0.576 1,1.490-1.334-2,0.070-0.934 0,1.343-1.536 0,-4.110 3.901 0,0.148 0.439 1,0.465 0.375-1,0.040 0.604 1,4.920-0.498-1,0.831 1.438 3,-4.164 0.960-2,0.746 0.171-1,0.660 0.126-1,2.105 0.110 0,0.074 0.070 1,-2.182-0.258 1,-1.036-0.416-1,-1.194-0.502 1,3.830-2.173 4,0.212-0.093-3,-3.410 1.518 3,0.648 0.275-5,0.641 0.298-1,-0.950 0.374 0,-0.069 0.201 2,-0.180 0.176-1,0.143 0.135 1,-0.488 0.134-1,-0.525 0.102 2,5.660 0.080 1,-5.434 0.068-2,0.196 0.017 1,-0.452 0.003 0,-0.032 0.001-1,-0.076-0.002-1,0.822 0.002-1,-0.213-0.008 1,-0.246-0.009 2,0.154-0.007 0,-0.293-0.009 0,-0.273-0.007-1,3.027-0.001 1,-0.641-0.010-1,-2.465-0.006 1,0.672-0.001-1,0.323-0.001 1,-1.078 0.000-1,5.596-0.002-1,-0.380 0.000-2,-5.135 0.002 3,0.502 0.000 0,1.774 0.000 0,0.655 0.000-1,0.540 0.000 0,0.676 0.000-1,-0.387 0.000 2,-0.618 0.000-1,-2.025 0.000 1,-0.586 0.000-1,-0.553 0.000 3,6.443 0.000 0,-5.217 0.000 0,0.085 0.000-1,-0.576 0.000 0,-0.150 0.000-1,-0.186 0.000-2,5.192 0.000 0,-1.180 0.000 4,-4.362 0.000-1,0.503 0.000-1,0.252 0.000 1,0.067 0.000 0,-0.059 0.000-1,-0.138 0.000-1,0.504 0.000-1,-0.475 0.000 1,-0.521 0.000 2,5.354 0.000 0,-5.284 0.000-1,0.244 0.000 1,-0.397 0.000-1,0.003 0.000 1,-0.044 0.000-2,0.727 0.000-1,0.414 0.000 0,0.493 0.000 4,0.829 0.000-2,0.015 0.000-1,-0.153 0.000 0,-0.249 0.000 0,-0.293 0.000 0,0.216 0.000 1,-0.715 0.000-1,-0.736 0.000 0,4.780 0.000 3,0.142 0.000 3,1.515 0.000-3,-4.717 0.000-4,0.862 0.000-1,1.966 0.000 5,0.126 0.000-3,-0.203 0.000-3,-0.389 0.000 1,-0.471 0.000 2,-0.482 0.000 0,-2.489 0.000 0,-0.521 0.000 0,-0.511 0.000 1,5.473 0.000-1,-0.741 0.000 10,-4.616 0.000-5,0.505 0.000-3,0.626 0.000-1,0.201 0.000 0,-0.077 0.000-1,-0.241 0.000 1,4.033 1.072-1,-0.956 2.073 2,-0.617 2.042 0,-4.229-1.511-1,0.487 0.490 0,0.587 0.402-1,0.113-0.065 0,0.019-0.224 0,-0.140-0.383 0,-0.240-0.473 0,1.220 0.291 0,0.269-0.081 1,0.371 0.073 1,1.021 0.437-1,0.397 0.217 0,0.321 0.215 0,-0.805-0.506-1,-0.401-0.440 0,-0.517-0.549 1,-1.270-0.736-1,-0.644-0.473 1,4.587 0.624 3,0.375-1.004 0,-1.103-0.150-1,-2.811 0.646 0,-1.615 2.365-2,2.971 1.633 3,-2.587-2.621-1,-0.388-0.585-3,0.277-0.248-1,0.146-0.310 0,1.523 0.450-1,-0.163 0.185 2,-0.295 0.321 1,-1.160 0.134 0,-0.904 0.362 0,2.139 3.531 0,-1.490-1.484 1,1.536 0.530 2,1.059 0.665-3,-1.112-1.500 0,-0.942-2.354 0,-4.188-9.428 2</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0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6343.000 3606.000 767,'6.135'0.000'0,"0.137"0.000"0,0.560 0.000-5,0.357 0.000 5,0.430 0.000-1,-0.161 0.000 1,0.256 0.000-1,-0.731 0.000 0,-0.689 0.000 0,0.780 0.000 2,-0.729 0.000 0,1.125 0.000-1,-0.301 0.000-1,-0.804 0.000 1,0.119 0.000 0,1.394 0.000 0,0.061-0.467 0,-2.146-1.960 1,-2.555-3.395-1,2.550-0.024 1,0.019 1.826-1,-2.490-1.367-1,0.985 0.670 0,3.751 0.754 3,-0.347-0.331-3,-1.222-0.575 0,-0.827-0.353-1,-0.342-0.133 2,-0.066-0.019 0,1.269 1.319 1,-0.424 2.084 0,1.730-1.823 0,0.380-0.980-3,-1.235 0.932 1,-1.477 1.383 0,0.689 0.858 1,-0.461-2.124 2,-0.919-2.502 0,0.749 0.145-1,-1.414-0.619-2,-0.008-0.063 1,0.113 0.545-2,0.063 1.087 1,1.081 1.574 0,2.714 1.074 2,0.692 1.341 1,-0.760 0.804-3,-1.293 0.380 1,1.194 0.224 0,-1.260-1.295 0,-0.536-2.595 0,0.783-0.705 0,-0.449 0.930 0,-0.665 1.240-1,-0.030-1.961 1,0.979-0.528 2,0.607 0.882-2,0.316 1.158-1,-0.338 1.053 0,-0.540 0.779 0,-0.140 0.507 1,0.855 0.299 0,0.048 0.114 1,-0.381 0.016 0,-0.572-0.028-1,-0.529-0.042 0,2.354-0.022 0,0.061-0.050 0,-0.964-0.022 1,-1.043-0.002-1,1.529 0.004 0,-1.038 0.004 0,0.904 0.001 1,0.131 0.000-2,-0.977 0.000 0,-1.033 0.000 1,0.996 0.000 0,1.192 0.000 0,-1.771 0.000 1,2.096 0.000-1,-1.041 0.000-2,-1.212 0.000 2,-0.009 0.000 1,0.729 0.000-1,1.517 0.000 0,-0.521 0.000 0,-0.762 0.000-1,-0.655 0.000 0,-0.446 0.000 0,2.431 0.000-1,0.156 0.000 3,-2.545 0.000 1,1.722 0.000 0,0.854 0.000-1,-0.519 0.000-2,-0.684 0.000 0,-0.563 0.000 0,-0.663 0.000 2,0.328 0.000 0,1.277 0.000-1,-0.785 0.000 0,-1.107 0.000 0,1.434 0.000-1,-0.358 0.000 1,4.283 0.000-1,-0.192 0.000 0,-1.538 0.000 0,1.824 0.000 1,-5.088 0.000 1,5.096 0.000 2,-0.596 0.000-6,-0.914 0.000 2,0.264 0.000 1,0.397 0.000 1,-0.725 0.000 0,0.141 0.000-2,0.180 0.000 1,1.724 0.000 0,-0.242 0.000-1,-5.422 0.000 1,0.609 0.000 1,0.842 0.000-1,0.046 0.000-2,-0.151 0.000 1,-0.711 0.266 0,-0.411 0.423 0,-0.437 0.498 2,5.581 2.557 0,-5.271-1.693 0,0.559-0.145-1,0.735-0.138 0,-0.029-0.312-1,-0.213-0.314 0,-0.734-0.326 0,-0.274-0.223 2,-0.256-0.186 0,2.189 0.294 0,-0.864 0.430 0,0.093 0.633 0,0.384 0.431 0,-0.296 0.009-3,-0.380-0.179 1,-1.337-0.270 0,0.282 0.274 1,0.438 0.371 0,-0.194 0.284 1,-0.391 0.299-2,-0.596 0.262 1,5.478 4.259-2,-4.515-3.792 3,0.097-0.481-1,0.034-0.378 4,-0.866-0.634-4,2.657 0.569-3,-2.470-1.394 2</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1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6311.000 3718.000 767,'6.383'0.000'0,"-0.225"0.000"0,1.553 0.000-6,2.763 0.000 5,-4.301 0.000 0,0.254 0.000-1,0.073 0.000 1,-0.045 0.000 0,4.925 0.000-2,-0.306 0.000 1,-0.689 0.000 5,-1.328 0.000-1,-1.004 0.000-2,0.529 0.000-1,0.990 0.000 2,-1.363 0.000 0,-0.037 0.000-1,1.027 0.000 0,1.136 0.000 1,0.972 0.000-1,-0.731 0.000-1,-0.251 0.000 0,-1.439 0.000 2,-1.743 0.000-1,0.986 0.000 0,-1.520 0.000-1,1.058 0.000 3,-0.032 0.000 1,-0.651 0.000-4,1.626 0.000 0,-1.654 0.000 1,0.862 0.000 1,-1.095 0.000-1,2.100 0.000 0,-0.525 0.000 0,-0.625 0.000 0,-0.664 0.000 0,2.113 0.000 0,-0.022 0.000-1,-0.851 0.000 0,-1.063 0.000 1,-0.810 0.000 0,0.961 0.000 0,0.953 0.000 1,0.534 0.000-1,0.298 0.000-2,0.035 0.000 0,-0.739 0.000 0,-1.138 0.000 4,-0.172 0.000 0,1.456 0.000-1,0.346 0.000-1,-0.222 0.000 0,0.476 0.000 0,0.695 0.000-2,-0.867 0.000 2,-0.190 0.000 0,1.191 0.000 0,-0.591 0.000 1,2.102 0.000-1,0.157 0.000 1,-1.430 0.000-1,-0.488 0.000-3,-0.803 0.000 3,-0.283 0.000 3,-0.106 0.000-3,0.244 0.000-1,0.212 0.000 1,2.157 0.000 0,1.495 0.000-1,-5.445 0.000 1,-1.105 0.000 0,-0.059 0.000 0,5.369 0.000-1,-0.684 0.000 1,0.647 0.000 0,0.180 0.000 0,0.075 0.000 1,-2.525 0.000-1,1.486 0.000-1,0.836 0.000 2,-1.566 0.000 0,-1.270 0.000-2,-0.444 0.000 1,0.243 0.000 0,0.283 0.000 1,-0.742 0.000-1,-0.896 0.000 1,-0.219 0.000-1,0.089 0.000 0,0.005 0.000 1,3.193 0.000-1,-4.071 0.000-1,0.273 0.000 0,1.149 0.000 0,-0.042 0.000 0,-0.181 0.000 0,-0.257 0.000 0,-0.285 0.000 0,-0.283 0.000 2,-0.313 0.000 0,0.369 0.000 0,0.515 0.000-1,1.063 0.000 0,-0.210 0.000-1,-0.442 0.000 0,-0.551 0.000 1,3.937-0.775 0,0.578-1.655 0,-3.969 0.306 0,0.105-0.055 0,-0.021 0.139-1,-0.100 0.250 1,-0.140 0.299 0,-0.993 0.430-1,0.091 0.218 1,0.161 0.198-1,0.199 0.172 1,-0.026-0.094 0,-0.178-0.268 0,-0.268-0.370 1,-0.314-0.417-1,0.745-0.409 1,0.353 0.003-1,0.495 0.152 1,-0.363 0.330-1,-0.025 0.235 0,-0.130 0.240-1,-0.665-0.021 1,-0.169-0.302 0,-0.161-0.426 1,0.726-0.536-1,-0.227 0.010 1,-0.230 0.179-1,-0.215-0.119 0,-0.189-0.300 1,-0.160-0.394-1,3.941-2.108 0,0.373 0.728 0,0.498 1.196 1,-0.318 0.591-1,1.313-0.829-1,-5.418 1.464 0,-0.007 0.036 1,-0.115 0.126-1,7.656-1.638 0,-5.210 1.531 1,0.214-0.139 1,-0.026-0.175 0,-0.179-0.186-2,0.173-0.094-1,-0.512 0.247 0,-0.544 0.340 0,-0.997 0.518 0,0.228 0.275 5,0.402 0.253 1,1.219 0.170-2,-0.135 0.236-3,-0.328 0.182 1,-0.876 0.137-1,0.324 0.068 1,0.111 0.050 1,1.094 0.045 0,-0.274 0.026 0,-0.395 0.012-2,-1.386-0.009 0,-0.293-0.003-1,5.513 0.048 4,-0.672-0.031-1,0.385-0.028 0,0.134-0.026-1,-2.346-0.021 1,-2.219-0.014-1</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1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7111.000 3910.000 767,'6.152'0.000'0,"0.268"0.000"0,-0.177 0.000-5,3.865 0.000 3,0.100 0.000 0,2.869 0.000 0,-0.203 0.000 0,1.233 0.000-2,0.953 0.000-1,2.866 0.000 0,-0.184 0.000 1,-0.638 0.000 2,-10.153 0.000 1,10.705 0.000 0,1.189 0.000 2,0.949 0.000 1,0.387 0.000 2,-0.012 0.000-5,-0.275 0.000-4,0.925 0.000-1,-0.673 0.000 3,-0.735 0.000 4,-0.723 0.000 0,-0.660 0.000 1,-0.572 0.000-1,3.469-1.373 0,-3.915-0.552 1,-0.750-0.242-1,0.069-0.139 4,-1.100 0.196-1,-1.060 0.298-8,-3.621 0.581 1,-0.651 0.213 5,-0.553 0.202 0,-0.455 0.184-1,3.075 0.084 1,-0.432 0.212 0,-0.932 0.158-1,-1.151 0.111 2,-1.181 0.073 1,-1.095 0.044-6,-0.943 0.022 0,0.288-0.026 0,2.104-1.304 0,2.290-0.607 3,1.447-0.251 2,-0.263 0.080 0,-0.452 0.135-4,-0.869 0.218-2,-1.083 0.256 1,-1.149 0.265-1,0.148-0.566 1,0.488-0.372 5,0.123-0.140 1,0.159-0.267-1,0.177-0.340 0,0.179-0.372-6,2.129-0.599 0,0.693 0.215 1,0.692 0.403 1,1.169-0.099 0,-0.149-0.100 0,-0.400-0.224-1,-1.331-0.021 1,-0.438-0.283 1,-0.393-0.285 1,3.981-0.582 0,2.435-0.231 0,1.761-0.168 0,-1.920 0.561 1,0.251-0.104-7,0.020-0.107 0,1.152-0.071-1,-0.355 0.538 3,-0.457 0.667 4,-0.489 0.699 0,0.088-0.584-2,1.402-0.633 1,1.380-0.491-1,-0.438-0.092 14,-0.302-0.128-14,-0.699-0.030-5,-0.926 0.037 0,5.817-1.143-1,-3.820 1.089 9,-0.075-0.017-1,-1.769 0.330 5,-0.361-0.056 2,-0.385-0.072-13,1.884-0.451-1,-1.261 0.571 4,-1.397 0.710 4,0.025 0.585-1,-0.807 0.807 3,-0.541 0.713-1,-1.291 0.640-1,-0.091 0.425-1,0.045 0.331 0,-1.207 0.246-1,-0.331 0.157 1,-0.377 0.108-1,4.783 0.400 0,-5.350 0.479 1,-0.015 0.594 0,1.355 0.666 3,-0.932 0.116-1,-1.130-0.094-6,-2.210-0.491 0,-0.195-0.203 1,0.021-0.221 5,0.172-0.222 1,2.215 0.387-5,-0.599 0.396 0,-0.831 0.536 1,-1.829 0.024-1,-0.080 0.650 3,-0.274 0.714 0,-0.395 0.721 0,-0.244 0.474 0,-0.127 0.277-2,-0.039 0.126-2,0.025 0.015 0,0.945 0.998 0,0.408 0.556 2,0.110 0.293 0,0.610 0.458 0,-0.479-0.668 2,-0.624-0.906-1,-0.678-1.002-3,-1.310-0.275-1,-0.480 0.139 3,-0.416 0.044 2,-0.351-0.024 5,0.452 0.491-4,-0.345-0.654-4,-0.286-0.775 0,3.696 1.808 9,-2.119-1.921-11,-12.903-3.965 7</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2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7927.000 4614.000 767,'-6.363'0.000'0,"0.182"0.000"0,0.079 3.121-5,0.431 1.638 4,-1.823 0.787 0,-1.137 0.093-1,0.023-0.193-1,1.817 0.791 1,-0.373 1.356 2,2.479-3.313 2,-0.169-0.363-2,-0.373-0.256 0,-0.262-0.379-1,0.123-0.147 0,-4.065 3.311 0,0.264 0.789 3,3.867-3.240-1,-0.904 0.588-1,0.054-0.049-1,0.274-0.160 0,0.399-0.222 0,0.454-0.247 0,-4.063 3.244 0,4.096-3.568 1,-0.676 0.172 0,-0.086 0.216 0,0.313 0.230 0,0.557 0.226 0,-2.875 2.720 0,-0.597-0.582 2,-1.061 0.454 1,0.780 0.735-3,1.733 0.306-2,-1.428-1.346 3,-1.239-0.174-1,4.341-2.387 0,-0.665 0.666-1,-0.127-0.046 0,-0.049-0.295 0,0.472-0.478 0,0.017-0.032 1,0.023 0.042 0,-0.890 0.452 0,0.096-0.430 1,0.129-0.544-1,0.957-0.583 0,-3.507 2.616 1,0.908 0.661 1,-0.448-0.025 1,2.564-2.019-3,-0.790 0.337 0,-0.789 0.279-3,-0.055 0.223 1,0.438 0.171 0,0.736 0.125 2,-0.211 0.084-1,-0.164-0.582 0,-0.406-0.724 2,-0.040-0.467 1,0.197-0.268-2,0.335-0.121 0,0.397-0.019 0,0.162 0.572 0,-0.415 0.773 0,-0.229 0.576 1,-1.131 0.937 0,0.100-0.346-1,0.231-0.641-1,1.208-0.965-1,0.200-0.131 0,0.174-0.014 3,-0.150 0.067 0,-0.364 0.120 0,-0.491 0.149-1,-0.821 0.174 1,-0.051-0.388-2,0.116-0.518 0,0.220-0.571 0,0.274-0.570 0,0.294-0.532 2,-4.252 1.254 1,-0.235 0.886 0,4.914-1.914-2,-0.512-0.146 1,-0.268-0.208-1,-0.085-0.239-2,0.045-0.248 1,-1.452-0.074 0,0.397-0.323-1,0.487-0.271 4,0.501-0.216-1,0.468-0.164 0,0.407-0.118-1,-3.396-0.088 2,-0.771-0.123-1,0.332-0.046 0,1.938 0.034-1,0.263 0.050-1,-1.082 0.042 2,1.906 0.027 0,0.873 0.016 0,0.290 0.015-3,-0.127-0.015 1,-0.120-0.342 2,-0.026-4.126 2,2.050-0.626-2,-0.276-0.718-2,-0.467-0.045 0,-1.285 1.093-1,-0.887 1.642 2,-1.094 0.978 1,-0.472-0.431-1,-2.196-2.886-1,3.690 0.484 0,-0.330-0.812-1,-0.559-0.492 2,0.198 0.461-1,0.337 0.772-1,1.248 1.319 0,0.264 0.696 1,0.221 0.657 3,-1.030-0.320 0,-0.095-0.409 0,0.705 0.307-1,0.114 0.222 0,0.132 0.332-1,0.688-0.547 0,-4.208-3.352 0,1.494 0.733 1,1.424 1.584-1,0.545 1.427-1,-1.698 0.571 1,-1.992-1.504 2,2.145-1.830-2,1.977-2.280-1,2.303 0.268 2,1.700 0.643-1</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2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6215.000 4390.000 767,'6.233'0.000'0,"-0.189"0.000"0,2.006 4.863-6,-0.456 2.443 4,-2.962-2.778 0,1.315 1.330 1,0.322 0.349-1,0.153 0.175 0,2.066 0.512 1,1.189-0.079-1,0.833-0.160 1,-0.992-0.742 3,0.346 0.363-2,0.281 0.493-3,2.679 1.955-1,0.027-0.042 2,-0.167-0.306 1,-1.793-1.044 0,-0.153 0.216 1,-0.105 0.343 0,-1.113-0.803 0,-0.476-0.557 0,-0.532-0.744 0,1.656 0.574 0,-0.576-0.805 2,-0.491-0.625 2,-0.395-0.460-2,-1.629-0.572-3,-1.058 0.000 1,-1.120 0.105 0,4.574 3.125 4,-4.015-4.293-2,5.472 1.109 1,-0.180-1.680-4,-1.658 1.771 1,-0.461 2.282 4,0.089 0.758-4,0.421-0.656-3,0.123-0.116 2,0.313 0.308 1,0.580-1.026-1,-0.521-2.045 1,0.098-1.467 1,-0.765-1.081 0,-1.100-0.684 0,-0.355-0.384-1,0.724-0.177-1,-1.247 1.416 2,-1.575 2.425 2,0.342 0.398-3,-0.444 0.284 1,-0.496 1.655-2,1.129-0.238 1,-0.361-2.320 0,0.772-1.137-1,2.163-0.171 1,-1.056 0.192 0,-1.348 0.557-1,-1.081 0.535 1,0.189-0.328-1,1.118-0.439 2,-0.975 1.693 1,-0.207 0.752-1,1.149-0.815-2,0.315-0.149 1,-0.222 0.281 0,-0.463 0.189-2,0.702 0.263 1,-0.507-2.377 1,0.565-2.755 1,-12.892 0.246 3,-0.915 2.242-2,2.548 1.800-3,-0.024 0.306 0,0.260-0.062-1</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3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6743.000 4742.000 767,'6.052'0.000'0,"0.057"0.000"0,0.589 0.000-5,0.493 0.000 5,1.234 0.000-1,-0.216 0.626 1,-0.524 2.471-1,-0.949 1.963 0,-1.362-0.538 0,0.614-1.620 1,0.439-2.939 1,-2.145 4.936 1,-3.450 2.618-1,-0.641-1.300-2,-0.294 0.896-1,0.008-0.726 1,0.097-0.128 2,-0.002-0.174 0,-7.705-2.880 0,0.531-3.020 0,0.586-0.173-2,0.252-0.060-1,2.116 5.572 2,3.527 1.303 2,-1.806-1.191-2,-1.752-0.072-1,-0.467 1.003 0,2.705-0.764 0,0.840 0.314 2,0.074 1.153-1,-1.931-0.584-1,-1.166-0.661 1,-0.031 1.084 1,-1.491 1.519-1,0.102-0.462-2,1.247-0.977 1,1.543-1.153 0,0.927 1.112 2,1.467-0.133-1,0.530 0.130 1,0.118 0.243 1,-0.025-0.516-3,-0.060 0.226 1,-0.040 2.296 0,-0.049 0.180 0,-0.028-1.339-1,-0.013-1.338 1,-0.010 1.264-1,-0.001-0.691 0,0.005-1.403 3,0.001 0.333 0,0.001 2.291-2,0.002-1.364-1,0.000-1.171 1,0.000 1.136 0,0.000-0.719 1,0.000 0.484 0,0.000-0.568-1,0.000-0.440 0,0.000 0.351 0,0.000 0.444 0,0.000-0.769 0,0.000 1.298 0,0.000-1.051 0,0.000 0.514 0,0.000-0.376 0,0.000-0.344 0,0.000 0.350 1,0.000-0.145-2,0.575 1.225 0,4.181-3.283 1,1.282-4.836 1,-1.900-5.886 1</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3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6983.000 4838.000 767,'-6.010'0.000'0,"-0.143"0.000"0,-0.057 0.000-5,-0.994 0.779 5,1.896 5.351-1,0.691-0.873 1,-1.498-1.192-1,0.334 2.516 0,-0.269-1.719 2,0.939-0.830-2,0.653 0.411 0,2.860 1.544 0,-2.938-0.846 2,-1.810-3.518 1,1.486 2.237-1,5.098 2.691-2,-0.142-0.214 0,-0.111 0.535 2,0.010-0.316 0,0.002-0.491-1,0.000 1.375-1,0.000-0.243 1,0.000-0.226-1,0.000-0.778 1,0.000 0.076 0,0.000 0.758 0,-0.467 0.802-1,-0.921-0.968 1,-0.889-1.177 0,-2.308 1.092-1,-2.215 0.343 0,0.757 0.137 2,0.977 2.359-1,3.135-3.298 0,0.453 0.952 0,0.119 0.068-2,-0.074-0.644 1,-2.082 3.671-1,-0.649-3.347 3,-1.034 1.261 3,-0.624 1.370-3,0.460 1.680-4,3.114-5.097 1,0.451-0.022 2,-0.497 5.172 1,0.973 0.243-2,0.120-0.893 2,-0.360-1.893 0,-0.487-1.510-3,-0.410-0.972 1,-0.274-0.513 0,-1.313 0.876 0,-1.038-3.063 2,-1.294-4.034 4,6.507-6.018 0,5.098 1.273-5,-0.691 0.659 0</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3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6391.000 5158.000 767,'6.142'0.000'0,"0.277"0.000"0,3.613 0.000-6,-3.073 0.000 4,0.815 0.000 1,0.201 0.000-1,-0.198 0.000 0,1.277 0.000 1,1.524 0.000-1,1.019 0.000 3,1.688 0.000 1,-0.605 0.000-6,-1.081 0.000 1,-1.290 0.000 0,-0.046 0.000 0,0.414 0.000 5,-0.067 0.000 2,-1.798 0.000 1,-0.365 0.000-4,-0.406 0.000-3,1.939 0.000-1,-0.846 0.000 0,-0.840 0.000 6,-0.597 0.000-1,0.141 0.000-1,-0.067 0.000 0,-0.200 0.000 1,-0.277 0.000-1,-0.310 0.000-2,-0.953 0.000-1,5.034 0.000 2,-0.654 0.000 1,-0.137 0.000 0,-0.198 0.000 0,-0.327 0.000-1,-0.171 0.000 1,-3.522 0.000-1,0.653 0.000 0,0.710 0.000-1,-0.966 0.000 0,-0.029 0.000 1,-0.149 0.000-1,-0.224 0.000 0,2.577 0.000 0,0.361 0.000 2,-0.083 0.000-1,-0.352 0.447 2,-0.485 0.685-2,-0.529 0.774-2,-0.510 0.317 1,-0.457 0.009 1,-0.385-0.181 1,2.919 0.655 0,-0.711-0.815 1,2.996-0.571-1,-1.134 0.408 0,0.977 2.068-1,-5.117-1.604-1,0.102-0.152 1,0.077-0.258-1,0.058-0.303-1,-0.456-0.376 1,0.057-0.246 0,0.066-0.219 0,0.069-0.187 0,0.066-0.153 1,4.771 0.746 1,-2.970 1.305-1,-1.978 1.454 4,2.633-0.030-1,1.896 0.204-4,-4.826-1.353 1,0.522 0.290-1,0.015-0.174 1,-0.065-0.336-1,-0.480-0.117 1,-0.086 0.246 0,-0.074 0.364 0,-0.453 0.412 1,2.987 4.517-2,-2.701-1.511 2,0.995-0.297-1,0.967-0.027 3,-0.101-0.201-4,0.327 0.622-1,0.481 1.260 1,-1.445 1.223 2,0.632 0.247-1,-0.865-2.621 1,-1.460-0.893 0,-1.707-0.444 0,-1.404 0.709-1,-0.814 0.616 0,2.465 1.132 1,1.184-1.390-1,-1.590-0.191 1,-0.846 0.593-1,-0.829 0.186-1,-0.634 0.237 0,-0.419 1.145 0,-0.290 1.466 1,-0.116-0.299 0,-0.015-0.785-1,-0.127-1.163 2,-0.918-1.190-1,-2.703 1.757 0,-0.980-0.797-1,1.998-1.171 2,-1.120 1.443 0,-2.283 0.754-2,-2.493-0.813 0,3.489-3.577 0,-0.225 0.118 1,-3.175 3.463 0,1.639 0.844-2,0.057-1.135 3,-0.210-2.487 1,-0.772-1.875-2,-0.309-1.371 1,-0.069-0.876 0,-0.324-0.486-3,0.129-0.208 2,-2.255-0.120 0,4.516 0.125 0,0.164 0.019 0,-5.390-0.072-1,0.969 0.093-1,2.121 0.071 0,0.838 0.035 0,0.954 0.019 5,0.382 0.007 1,-0.748 0.002-2,-1.241-0.001-2,-1.593-0.001-1,0.079-0.003 1,0.297-0.001-1,0.037-0.001 1,0.184-0.001-1,0.575 0.000 1,-0.298 0.000 0,-0.426 0.000 1,3.082 0.294-1,-0.358 0.461 0,-0.329 0.534-1,-0.286 0.542 0,-0.120 0.211 0,-0.004-0.015 0,0.069-0.159 0,0.112-0.239 0,0.131-0.273 0,0.211-0.275 1,0.248-0.255 0,0.254-0.224 0,-0.154-0.174 0,0.266-0.167 2,0.240-0.125 0,-0.208-0.090 0,-0.172-0.061-2,-4.372 1.481 1,2.697 2.073 0,-1.175-0.093 0,0.996-1.518-1,-2.693-0.305-2,-0.724-0.026-1,-1.419 0.353 1,-1.124 0.475-1,2.153-0.273 1,0.444-0.052 0,0.713-0.147 0,0.861-0.206 0,-2.014 0.229 0,-0.254 0.253 2,0.278 0.368 5,1.092-0.119-3,0.176-0.091-1,0.125-0.195-1,-0.720 0.215-2,0.108 0.218 0,0.108 0.319 3,-0.679 0.236 0,0.159-0.217-2,0.174-0.357 1,1.953-0.663 0,0.522-0.325 0,0.563-0.313 1,-1.547 0.313-1,0.188 0.318 1,0.043 0.480 3,2.091-0.391-4,0.309-0.069 0,0.324-0.156 0,-0.173 0.241-1,0.363 0.279 1,0.339 0.379 2,-0.121 0.283 0,0.314-0.162-2,0.273-0.311 0,-4.557 1.201 1,1.055-1.382 0,1.210-1.129 0,0.390-0.687 0,-3.717-0.620 0,1.576-0.551-1,3.350-0.314 0,1.320-1.870 0,6.538-3.153 0,-1.104-0.078-1,-0.037-0.227 3,0.004 0.283 0</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4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6199.000 4758.000 767,'6.095'0.000'0,"0.165"0.000"0,1.630 0.000-5,2.238 0.000 4,0.790 0.000-1,1.799 1.232-1,-4.374 0.306 2,-0.660 0.275-1,0.268 0.519 1,0.067 0.510-1,0.173 0.230 1,0.240 0.019 0,0.276-0.132-1,2.235 0.767 2,-0.376 0.136 0,-0.625 0.195 0,-1.308-0.422-1,-0.640-0.333 1,-0.595-0.434 1,-0.528-0.472-1,-0.449-0.467 2,-0.368-0.434 0,4.684 0.256 1,1.963-0.589-1,-6.327-0.328-3,4.342 1.892 0,-0.747 1.431 1,-1.683-0.891 2,-1.003-1.132 0,0.418-0.761-2,0.468-0.672 0,-0.013-0.476-1,-0.042-0.248 0,-0.045-0.096 0,-0.034-0.012 0,-0.120 0.026 1,-0.596 0.035 2,-0.713 0.031 0,-0.494 0.021-2,0.181 0.013 0,0.696 0.006 0,0.332 0.002 1,-0.224 0.000-1,0.282-0.001 0,0.418 0.265 0,-0.047 1.609 0,0.406 1.998 0,0.070 0.993-2,-0.320 0.060 1,-0.319-0.299-1,-0.243-0.375 1,-0.563-0.785 0,-0.888-1.141 0,1.496-0.652 4,-1.013-1.296 0,2.008-0.477-1,-0.909-0.055-1,-0.180 0.368-1,-1.728 2.126-1,-1.178 2.137 1,-0.719 1.080 1,1.213-2.026 0,1.473-3.956-2,-0.037 0.437 2,-0.261-0.012-1,0.168 0.681 1,-5.435 6.256 0,-0.883-0.604-1</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4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6215.000 4886.000 767,'6.047'0.000'0,"0.202"0.000"0,0.253 0.000-5,-0.100 0.000 5,0.115 0.000-1,0.699 0.000 0,0.230 0.000 0,1.604 0.000 0,-2.789 0.000 1,0.470 0.000-1,-0.368 0.000 1,-0.140 0.000 0,5.410 0.000-3,-1.561 0.000 2,-0.870 0.295 2,-2.061 1.841 0,-1.413 1.289 1,-0.207 0.024-1,1.232-0.378-1,1.474-0.882 1,0.587-0.918-2,-0.551-0.733 1,-1.520-0.412-1,-0.600-0.176 0,2.696-0.135 2,-1.803 0.065 0,-0.803 0.903-1,-0.183 2.561 0,1.239 0.715 1,0.506-0.589-1,-0.556-1.062-1,0.152-0.611 0,1.023 1.592 0,-0.703 0.668 3,1.185-0.279-3,1.319-0.992 1,-1.086-0.236 0,-2.909 0.933-1,-1.429 2.554 3,-0.088-1.167-1,2.842-3.374 0,0.145-1.251-1,-0.601 1.665-1,0.634 2.148 0,-1.394 1.208 0,-2.265 0.244 0,-1.182 1.919 1,0.947-2.799 2,3.345-2.192-1,0.355-1.826 0,-0.538-0.733-2,-0.504-0.135 1,-0.373 0.083 0,1.661 0.091 0,0.928 0.668 0,-2.399 1.198 0,-0.401 1.145 0,-0.312 0.870-1,1.287 0.820-1,-0.460-2.188 3,0.276-1.867 0,0.485 4.053-1,-1.474-0.601 0,-0.405-0.804 0,1.418-0.397-1,0.689-1.724 0,0.208-1.104 2,0.935-0.205 1,-1.862 0.045-2,0.012 0.077-1,2.151 0.081 1,-2.404 0.015 1,0.113 0.001 1,-0.217 0.197-4,0.133 2.313 0,-3.646 4.486 4,-3.052-0.799-1</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4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6839.000 5014.000 767,'6.253'0.000'0,"-0.209"0.000"0,2.934 0.000-5,0.865 0.000 4,-2.982 0.000-1,0.439 0.000 0,0.105 0.000 0,3.928 0.000-1,-0.845 0.000 4,-2.932 1.340-1,0.500 0.714 1,0.080 0.267 0,-1.842-0.490-1,-0.253-0.111 0,5.183 1.185-2,-0.332-0.052 1,0.744 0.888 2,-4.434-1.252-1,-0.008-0.104-1,-0.141-0.243 0,-0.610 0.080 1,-0.865 0.280 0,3.479 3.313 1,1.182-0.674 2,-3.988-3.117-3,0.840-0.395 0,0.801-0.373-2,-0.809-0.416 2,0.070-0.217-1,-0.052-0.184 0,-0.911 0.089 1,4.428 1.590-1,-4.336 0.029 2,0.147 0.094 2,0.446-0.130-3,-0.459-0.042 1,-0.690 0.097-1,3.010 2.611-1,-2.758-0.075 1,1.147-1.089 4,1.834-0.771-3,1.663-0.995-3,0.404-0.948 0,0.081-0.601 2,-0.071-0.316 0,-1.518 1.276 0,-2.278 2.507 1,-0.251 0.450 0,-0.766-1.374 1,0.468-0.884-3,0.469 1.518 1,1.304 0.981 1,0.188-0.338-2,-1.038-1.174-1,-1.123-1.157 2,0.834-0.670-1</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5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6871.000 5094.000 767,'6.012'0.000'0,"0.171"0.000"0,0.275 0.000-5,2.440 0.000 4,-0.521 0.000 0,1.684 0.000 0,1.111 0.000-1,-0.914 0.000 1,-1.689 0.000 0,-1.743 0.000 0,2.071 0.393 2,-1.609 2.335 0,-1.212 0.746 0,0.275-0.132 0,2.032-0.120-1,-0.351-1.253 0,-0.978-1.020 0,-0.946-0.589-1,2.343-0.337 1,-0.734-0.177 1,-1.586 0.199-1,1.686 1.943 1,-3.670 2.544-1,0.736-0.457 1,1.118-0.133 0,-0.423-0.379-1,1.084 1.105-2,-1.683-0.505 0,1.634-0.487 1,-0.039-2.567 3,-0.479-0.869 0,0.350-0.419-2,-0.330 0.043-1,1.814 0.137 1,-0.413 1.233 1,-0.226 2.652-1,0.956 1.366-1,-0.625-0.285-1,-0.852-0.729 0,-0.706-0.697 1,-0.461-0.497-1,1.867 0.532 0,-1.143-1.700 2,1.108-1.181 5,-0.171-0.736-1,-0.827-0.042-4,0.938 0.004 1,-0.742 0.884-1,1.438 3.497-1,-0.780-0.874 1,2.057-0.264-1,1.716-0.769-1,-4.930-1.531 0,5.417 0.132 2,-0.508 0.522 1,-4.841 0.366-1,0.133 0.243 1,-0.087-0.001-2,0.276-0.038 1,-0.186-0.285-1,-0.198-0.327-1,4.912 1.858 3,-0.452 1.322 1,0.726-0.338-2,-5.124-2.526 0,0.531-0.233-1,0.028-0.324-1,-0.088-0.298 1,-0.154-0.260 0,-0.186-0.216 2,-0.193-0.172 0,4.747-0.066 1,-1.047-0.255-1,1.327-0.113 0,-4.594 0.064-1,-0.551 0.010-1,4.625-0.049 0,-2.809 0.037 0,-0.781 0.014 1</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5:3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8548.503 4150.000 767,'6.262'0.000'0,"-0.153"0.000"0,0.624 0.000-5,-0.088 0.000 5,1.927 0.000-1,-2.454 0.000 0,1.198 0.000 0,1.183 0.000 0,1.712 0.000 1,0.606 0.000-2,-0.718 0.000 1,-1.447 0.000 1,-1.673 0.000 0,-0.758 0.000-1,0.856 0.000 2,1.473 0.000 1,0.230 0.000-2,0.521-0.199 0,-0.314-1.222 0,-0.639-1.562-1,-0.932 0.221 0,-1.503 0.846 1,0.109 0.195 0,-0.079 0.252 1,-0.096-0.124 0,-0.099-0.354-2,-0.094-0.476-1,0.171-0.341 1,-0.397 0.147 2,4.141-1.597-1,0.886 1.134 1,-3.429 1.145 0,-0.112-0.510 0,-1.234 0.255-1,4.630-1.838-5,-1.395 0.943 5,-2.088 1.344 1,-0.110 0.118 1,0.638-0.287-1,0.455-0.338 0,-1.164 0.088-2,-0.135-0.271-1,-0.228-0.271 0,-0.279-0.257 0,0.526-0.434 0,-0.275 0.216 3,-0.244 0.359-1,-0.205 0.428 1,5.344-1.080-1,-0.522 1.582 0,1.158 0.970 0,-1.393 0.668 1,-1.005 0.222-1,-0.249 0.093 1,-0.608 0.050-1,0.174 0.010 1,-1.398-0.020-2,0.002-0.005-2,0.085-0.005 5,-0.335-0.012 1,-0.409-0.013-3,-0.434-0.013-2,0.664-0.006 1,-0.429-0.015 1,-0.358-0.012 1,4.190-0.002 1,-2.413-0.019 0,0.536-0.012-2,1.203 0.000 1,-0.869 0.006 1,-0.313 0.002-2,0.105 0.002-2,-0.260 0.000 1,-0.963 0.000 2,-0.594 0.000 0,-0.411 0.000-2,0.151 0.000 0,0.187 0.000 2,0.242 0.000-1,0.050-0.295 1,-1.182-1.841-2,-0.095-1.682 2,1.063-0.022-1,1.536 0.816 1,-2.187 1.778-1,5.376-0.071-2,-0.365 0.669 2,-0.539 0.434-1,-0.050 0.268-2,-1.094 0.091 4,-1.088-0.001 1,-1.366-0.043-2,-0.233-0.039 1,1.807-0.022-1,0.240-0.022 1,-1.338-0.013-2,0.067-0.005 1,-0.090-0.001 0,1.760-0.001 0,0.726 0.000 0,-1.306 0.001 0,-0.999 0.001-1,0.332 0.000 0,-0.488 0.001 2,0.258 0.000 1,0.353 0.000-2,0.763 0.000 0,0.728 0.000 0,-0.163 0.000-1,0.464 0.000 0,0.374 0.000 1,0.263 0.000 0,0.986 0.000-2,-5.332 0.000 2,-0.080 0.000 1,5.479 0.000-1,-5.206 0.000-1,1.291 0.000 1,0.014 0.000 1,-0.138 0.000-1,-0.229 0.000-2,-0.275 0.000 0,-0.287 0.000 2,-0.422 0.000 1,0.281 0.000-1,0.422 0.000 1,0.768 0.000-1,0.000 0.000 0,-0.154 0.000-1,0.762 0.000 0,-0.450 0.000 1,-0.492 0.000 0,-1.275 0.000 0,4.821 0.000 2,-0.365 0.000-1,-4.389 0.000 0,0.297 0.000 0,0.123 0.000-1,0.000 0.000 0,-0.082 0.000-1,4.394 0.000-3,-0.237 0.000 6,-0.123 0.000-1,-4.085 0.000-1,0.485 0.000 0,0.561 0.000 0,1.377 0.000-1,-0.112 0.000 0,-0.359 0.000 0,-0.948 0.000 0,-0.429 0.000 1,-0.400 0.000 1,4.154 0.000 0,-0.533 0.000 1,-0.181 0.000-1,0.021 0.000 0,0.508 0.000-2,0.452 0.000 1,-1.589 0.000 0,1.215 0.217-1,-4.661 0.345 1,0.111 0.404 1,0.091 0.416-1,0.069 0.396-1,0.084 0.224 0,-0.350-0.051 0,4.721 1.354-2,-1.834-1.148 5,1.005-0.908 1,-0.079 0.317-3,-0.830 1.530-1,-0.654 0.523 2,0.249-0.201 0,0.822-0.782-1,-0.919-1.156 0,-0.115-0.686 1,0.470-0.469-1,0.439-0.294 1,-0.477-0.141-1,-1.053-0.037 0,-1.271 0.361-1,-0.080 3.767 2,-0.645 1.138 0,0.957-1.835 0,0.717-1.354-2,-0.229-0.910 1,1.549-0.485 0,1.691-0.406-1,-0.223-0.216 0,-0.607-0.060 1,-1.502 0.020 0,-1.275 0.035 0,1.542 0.019 1,-1.063 0.052 0,1.769 0.021 0,-0.376 0.006 0,-1.350-0.001-2,-0.533-0.003-1,2.589-0.001 4,-1.930-0.001-1,0.511 0.000-2,-0.317 0.000-1,0.729 0.000 2,1.905 0.000 1,-0.991 0.000-1,-1.862 0.000-1,1.453 0.000-2,-0.893 0.000 3,0.887 0.000 4,0.068 0.000-5,0.856 0.000-2,0.927 0.000 3,-4.575 0.000 0,0.651 0.000 1,0.720 0.000-1,-1.084 0.000-1,-0.080 0.000 1,-0.199 0.000-1,5.676 0.342 0,-0.559 2.085 1,-5.036-0.154 1,-0.378 0.076-1,4.749 1.729 0,0.396-1.617 2,-4.886-1.596-1,0.183-0.214 0,0.055-0.184 0,-0.033-0.152-3,0.576-0.114 0,-0.379-0.112 1,-0.446-0.077 2,5.866 1.071-1,-5.189 0.691 0,0.212 0.289 1,-0.459-0.109-1,-0.073-0.106 0,-0.123-0.189-2,-0.446-0.275 1,5.128 0.704 1,-0.106-0.759 2,0.190-0.702-1,-2.296-0.469-1,-0.441-0.187 0,-0.711-0.072 1,-0.068-0.017 0,2.308-0.009-1,-0.274 0.044 0,-0.296 0.036 0,-0.975 0.024 0,2.082 0.012-1,-4.292 0.009 1,-0.017 0.002 0,2.515 0.777 0,-2.141 1.656-1,1.015 2.146 2,1.934-0.624 1,-1.207 0.500-3,0.290 0.496 0,1.783 1.150 2,-4.443-2.848-2,1.360 0.389-1,0.126-0.335 2,-0.049-0.435 0,0.839-0.208-3,-0.368-0.604 2,-0.435-0.545 1,2.740 1.147 1,-0.871 1.686 3,-2.861-1.888-3,0.347 0.122 0,0.215 0.351-2,-0.003 0.417 0,3.625 1.808-1,-0.748-0.915 1,0.443-0.990 2,-0.139-1.314 0,0.054-0.986 1,0.840 2.383-2,-0.384 0.766 1,-0.360-0.667-1,1.316 0.281-2,-4.836-1.300 1,0.011 0.023 1,0.005-0.072-1,-0.162-0.189 0,-0.265-0.258 0,-0.457-0.340 1,5.374 0.779 0,-1.529 0.130 1,-1.629 1.435 1,1.582 0.216 1,-3.917-2.148-3,0.122-0.063-1,-0.053-0.036 0,5.289 1.859-1,-0.961 0.026 0,-1.229-0.208 1,-0.875-0.797 0,0.490-0.707 2,-0.176-0.860 3,-1.229-0.736-2,0.949 0.372-2,0.832 3.480 1,-0.750-0.370-1,-0.112-1.046 0,0.273-0.869-1,-0.397-0.063 1,0.032 1.099 0,1.019 3.006 0,-2.920 1.405 0,2.174-0.774 0,2.003-2.087 3,0.604-1.940-5,-0.397-0.163 0,0.549 1.937 1,-5.303-1.276 1,-0.031 0.534 1,3.654 3.335-2,-0.429 0.674-1,-2.071-2.988 2,0.680-0.514 0,0.237-0.670 0,-1.679-1.172 2,-0.184-0.439-1,5.180 0.758-3,-2.888-1.187 0,-1.538 0.024 3,-0.646 0.459 0,4.758 2.224 1,-1.372-0.710-2,0.153 0.243 1,1.371 0.794-2,-5.281-2.324 0,5.421 1.643-1,-0.604-0.229 0,-0.723 0.664 3,-4.232-1.195 0,-0.094 0.448-1,-0.063 0.417 1,-0.390-0.287 0,0.003-0.251-1,4.690 2.549-1,-1.896 0.253 2,-1.164 0.195 0,-0.381-1.600 0,0.622-0.396 1,1.280 1.052-2,0.700-0.604-1,-0.689-0.854 0,-0.304 0.962 1,-2.604-0.672 1,0.190 0.379-1,0.113-0.160-1,2.509 2.872 1,-1.842-0.039-1,-0.385-1.191 1,1.440 1.233 1,-0.271 0.576 0,1.250-1.215 0,0.452-0.114-1,-0.818 0.714-3,-1.904 0.869 0,-0.762-1.360 6,-0.043-2.483-1,0.893-0.546-2,0.703 1.186 0,-1.274 1.382 1,-1.127 2.904-2,-1.896 0.742 0,-1.326-1.062 2,-0.775-1.447-2,-0.387-1.314 1,1.271-0.262-1,2.138 0.593 2,0.223 0.344 0,-0.391 0.830 0,-0.854-0.044-2,-0.970-0.924 0,-0.579 2.052 1,-0.791-0.607 0,0.060-0.804 1,4.766-1.797 1,1.293-3.063-1,-1.845 1.970 0,-3.412 1.438-1,-1.021 1.602 0,0.161-1.175-1,3.974-0.603 1,2.007-5.078 0,-0.949 4.257 1,-4.021 1.676 0,-0.782 0.798-2,-0.307 0.027 0,-0.045-1.017 0,0.034 0.657 1,0.081-0.838 0,0.032 0.690 0,0.000-0.227 1,-0.004 0.505-1,-0.001 0.043 0,0.000-1.274-1,0.000 0.741 2,0.000 1.112 0,0.000 0.063-2,0.000-0.298 1,0.000-0.069-1,0.000-0.102 0,0.000 0.371 1,0.000-1.050 1,0.000-0.094 0,0.000-0.191-2,0.000 0.602 1,0.000-1.067 0,0.000 0.428 0,0.000 0.464 0,0.000 1.348 0,0.000-1.598 0,0.000-0.126-1,0.000 0.857 0,0.000 1.117 3,0.000-0.383-1,0.000-1.127-2,-1.669 0.240 0,-3.027-0.758 1,-0.191-1.768 1,-2.095-1.432-1,0.163-0.938 0,1.628 3.191 1,-0.403-0.286-1,-1.207-2.224-1,0.120-1.505 1,0.020 1.970 0,1.619 1.322 0,0.596 0.543 0,0.216 0.037-1,0.248-0.219 0,0.926 0.083 1,-0.815 2.962 0,-1.717-3.790 2,-1.215-1.350-2,-0.532-1.184-1,0.683-1.007 0,-0.574-0.692 0,1.079-0.558 1,0.060 1.790 1,3.678 4.847 1,-3.703-1.616 0,-1.330-1.920-3,1.438-1.807 1,-1.231-0.979-2,-1.364 0.218 3,1.793 4.171 0,0.162 0.740-1,0.275-1.934-1,0.283-1.182 0,-1.834-0.716 1,0.634-1.089 0,-1.411-0.333 1,0.309 0.000-1,1.037 0.071-1,-0.025 0.060 0,1.032 0.032 1,-0.165 0.007 1,0.328 0.003 0,-2.161 0.002-2,0.905-0.002 0,0.488-0.002 1,0.086-0.001 1,-0.919 0.000-1,0.572 0.000 1,1.211 0.000-1,-1.015 0.000-1,-0.864 0.000 0,1.636 0.000 3,-0.151 0.000-1,0.190 0.000-1,-0.871 0.000-1,-1.128 0.000 0,-1.077 0.000 2,0.286 0.000-2,0.925 0.000 0,1.049 0.000 1,-1.696 0.000 0,1.888 1.026 1,-3.262 2.561 0,4.446-1.420-1,-0.344 0.424-2,-0.201 0.443 1,-1.073 0.649-1,0.065-0.155 0,0.179-0.358 1,0.976-0.692 1,0.307-0.401 0,-4.822 0.919 1,1.112-0.261 0,-0.244 1.263 1,-0.491 0.115-2,0.566-1.056 0,-1.228-0.813-1,4.565-1.453 2,-0.341-0.231-1,-0.320-0.189 0,0.045-0.154-1,-0.520-0.100 0,-0.553-0.074-1,-0.198-0.052 1,0.050-0.034 0,0.212-0.020 1,-0.214 0.378 0,0.429 0.614 0,0.449 0.717 1,0.427 0.338 0,0.383 0.070 0,0.325-0.106-1,-5.026 0.917 1,4.868-1.737 0,0.222-0.262 0,-0.151-0.165-2,-0.067-0.151 0,-0.005-0.133 1,0.041-0.114-1,0.071-0.096 1,-0.408-0.074 0,0.140-0.070 0,0.157-0.052 0,-0.298-0.041 1,0.202-0.026-1,0.199-0.014 0,-0.285 0.001 0,-0.437 0.001 1,-0.215 0.004-1,-0.346 0.007 1,-0.416 0.008-1,-0.441 0.008-1,0.097 0.008-1,0.180 0.007 0,0.339 0.006 2,0.431 0.005-1,0.275 0.004 0,0.378 0.004 1,0.331 0.003 0,-4.651 0.002 2,0.105 0.004 1,-0.098 0.002-1,0.205 0.000-2,0.105-0.001-1,0.038-0.001 1,4.065-0.002 1,0.098 0.000-1,0.149 0.000-1,-3.628 0.000 1,0.074 0.000 1,-0.122 0.000 0,3.282 0.000-1,-0.313 0.000 0,0.170 0.000-1,0.097 0.000 1,0.173 0.000 0,-4.455 0.000 0,-0.028 0.000 0,-0.123 0.000 1,1.613 0.000-1,-0.127 0.000-1,-0.250 0.000 1,-0.902-0.955 1,0.598-1.935-2,3.816 0.771 0,-0.294-0.001 1,0.131 0.166 1,0.387 0.258-1,-4.563-0.810 1,2.759 1.179-3,0.604 0.635 0,-4.553-2.909 7,5.277 1.300-4,-0.022 0.066-2,0.157 0.224 1,0.255 0.305-2,0.296 0.329 0,-2.977-1.307 0,2.813-1.124 0,-0.361-2.032 8,0.878 2.934-1,-3.518 0.956-5,-2.910 0.737-2,5.662 0.868 1,-5.049-0.755-2,0.641-1.388 2,4.730 0.501 1,0.169-0.036 0,0.146 0.126 0,-3.972-1.936 1,-0.806-1.709 0,5.105 2.571-1,-4.333-1.917 0,1.886 1.946-1,-0.730 1.326 0,2.042 1.016 1,-0.403 0.224 0,-0.142 0.171 0,0.038 0.125 0,0.149 0.085-1,0.209 0.054 0,0.626-0.362 1,-3.433-2.218-2,2.166-1.456 6,-1.236-0.519 2,1.898 1.159-6,0.377 0.388-1,-0.359 0.111-1,-0.154 0.256 1,0.477 0.474-1,0.049 0.315 1,0.085 0.316 0,0.105 0.299 2,0.113 0.271-1,-5.194-0.211 1,0.706 0.622 0,4.409 0.398-1,-5.823 0.140 0,0.360-1.082 0,0.725-2.002 1,0.547-0.387-1,3.937 1.494 0,0.076 0.263-1,0.121 0.302 1,-4.296-0.352 0,-0.151 0.735 1,1.286 0.580 0,2.264 0.355-1,-0.237 0.219-1,-2.501-1.157 1,0.989-0.815 3,-2.011-0.300-3,0.830 0.289-2,-0.440 0.078-2,-0.181 0.147 1,0.011 0.186 0,-0.691-0.917 0,0.605-0.369 1,0.741-0.073 2,1.382 0.309 0,0.640 0.212 5,0.580 0.270-3,0.027 0.190-2,0.514 0.342 0,0.431 0.319 2,-0.373 0.225 0,0.239 0.292-1,0.153 0.231 0,0.087 0.174-1,0.039 0.125 0,-5.431-2.888-2,5.930 0.909 4,-0.069 0.261-1,-0.545 0.090 0,-0.322 0.156-1,-0.685 0.105-1,0.009 0.241 2,0.129 0.237-2,-0.823-0.978-1,-0.378-0.696 1,-0.058-0.464 1,0.158-0.280 1,0.292-0.140-1,0.362-0.038-1,-0.581-0.244-1,0.548 0.482-1,0.529 0.575 1,-3.669-0.662 3,1.298 1.418 6,-1.151-0.203-5,0.503-1.482-1,-1.672-0.112 0,4.448 1.184-3,0.640-0.748 1,1.381 0.398 0,-4.691-2.461 1,0.300 1.302 3,-1.604 1.143-3,4.819 1.592 0,0.505-0.022 0,-3.452-1.692 0,3.620-0.506-2,-0.853 0.568 2,-1.897 0.375 5,0.730-1.285-4,0.812-0.318-4,-1.548 0.466 3,-0.913 0.107-1,-2.476-1.652-1,5.047 2.375 2,0.091 0.313-1,0.175 0.405 1,0.214 0.430-1,0.221 0.413 0,-4.321-0.289-1,1.443 0.914 0,1.440 0.264 5,0.306-1.582 2,-2.553-2.165-4,0.082 0.575-1,0.274 1.144 0,-0.400-0.309 0,0.047-1.261-1,0.090 0.136 1,-1.056 0.527 0,-0.503 1.035-1,-0.271 1.009 2,0.630 0.783-1,0.968 0.466-1,0.529 0.227 2,0.337-0.317 0,2.054-2.340 0,1.318-1.107 0,-1.114 0.206-1,-1.196 0.880-1,-0.373 0.889 0,-1.925 0.615 0,3.604 0.780 1,-0.786 0.142 0,0.724-0.925-1,-0.052-0.559 0,0.068-0.265 0,0.801 0.129 2,0.240 0.065 0,-5.020-1.275-1,-0.173 0.630-1,-0.222 0.844 2,0.925 0.792 0,2.064 0.549 0,-0.456-1.120-2,-3.279-2.659 2,4.911 1.869 0,-2.526-1.859-3,0.788 0.113 0,-0.539 0.108-1,1.082 0.682 4,0.439 0.409 0,0.602 0.447-2,0.666 0.442-1,0.663 0.409 0,-0.451-0.698 3,-0.183-0.332 1,0.048-0.061 2,0.195 0.122-3,0.280 0.235 0,-5.042-1.186-3,1.190 1.196 0,0.915 0.966 4,-0.004 0.655-1,-0.625 0.422 0,0.628-0.883-1,0.250-2.039 0,-0.777-1.132 0,-1.314-1.396 0,3.635 2.214 1,-0.644 0.155-2,-0.270 0.303-1,-0.581 0.237 0,0.240 0.470 3,0.379 0.455-2,0.440 0.412-1,0.446 0.355 1,0.418 0.292 2,-2.940-0.720 1,2.729-1.239-1,-2.993-3.288 3,4.354 1.978-2,0.552 0.448-1,-0.117 0.196-3,-4.613-1.829-1,0.462 1.652 2,-1.169-0.014 2,-0.663-1.076-2,5.322 2.176 1,0.027 0.198 0,-4.835-2.162 0,-1.139-1.390-1,4.716 2.731 1,-0.624 0.315 0,0.264 0.220 0,0.147-0.048-1,0.312-0.136 0,0.398-0.184 0,-0.357-0.076 0,-0.288 0.252 2,-0.441 0.352-1,0.928 0.589 1,0.016 0.292-1,0.084 0.275 0,-0.844-0.227 0,0.262-0.336 0,0.303-0.488 1,0.725 0.006 0,0.229 0.046-1,0.188 0.163 0,-0.621 0.029 0,0.205 0.343 1,0.193 0.340-1,-3.446-0.156 1,0.284 0.338 0,1.604-1.411-1,-0.122-1.491 1,-1.528 0.260-1,3.021 1.148-1,-0.867-0.371 1,-0.469-0.062-1,-0.734-0.041 0,0.083 0.328 1,0.258 0.405-1,0.830 0.178-1,0.312-0.191 1,0.297-0.324 1,0.652 0.190 1,-0.064 0.099 0,-0.159 0.190-1,-0.218 0.245 1,-2.403-1.424-2,0.967 0.237 1,-0.515 0.041-1,-1.152-0.142 3,0.565 0.441-2,0.858 0.499-2,0.966 0.492 0,0.952 0.447 1,-3.557-0.500 2,-0.666-1.204 1,0.281-1.732-2,1.058-1.960 1,0.240 0.031 0,1.074 1.167 1,-0.918-0.722-2,-1.051 0.414 0,0.228 1.635 0,-0.454 1.004-1,-0.379-0.510 1,-0.279-0.455 1,-1.971-0.533-3,5.382 1.618 1,0.205-0.384 2,-3.030-1.507-1,-0.651 0.542-1,-0.730 1.081 2,0.759 0.708 1,1.401-0.265-3,1.393-0.639 1,-0.751-0.054 0,-3.168 0.120 0,5.657 1.135 0,-4.014-3.335 0,0.936 0.658 0,-0.413 0.620 2,0.668-0.602-2,-1.033 0.639 1,2.598 2.041-1,-0.303 0.377-3,-0.037 0.380 2,-0.346-0.145 0,0.305-0.336 0,0.374-0.488 1,1.597 0.106 1,0.187-0.409-1,0.132-0.424 0,0.086-0.114 1,0.050 0.104-1,-5.068-2.374 0,-0.044 1.469 1,0.681 1.583-1,-1.074 0.548 0,1.081-1.433 0,-1.232-2.211 2,4.843 1.997-1,-0.048-0.072 0,0.115 0.227-2,0.211 0.400 0,-5.177-2.272-2,4.879 2.392 3,-0.321 0.027 1,0.339 0.379-1,-0.075 0.229 0,-0.021 0.273-1,-1.895-0.187-1,0.537 0.515 0,0.688 0.462 4,0.721 0.390-1,-5.951-2.140 0,4.428-1.085 0,1.870 0.785-1,-0.110-0.080 1,-0.061 0.103-1,-1.874-0.464-2,-0.492 0.504 0,-0.499 0.561 2,-1.194-0.308 0,-0.032-0.471-1,1.220 0.334 0,0.450 0.243 1,0.501 0.367 0,1.403 0.651 1,0.311 0.320-1,-5.308-0.948 2,0.597-0.866-1,0.743-0.601 0,0.610 0.388-2,-1.395-0.670 2,1.566-0.460 0,1.441-0.574-1,0.090-1.262 0,0.256-0.015 0,0.804 1.415 0,0.927 1.756 0,-1.378-0.193 1,2.671-3.052 1,2.384 0.466 0</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7:02:2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9364.503 4246.000 767</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7:03:1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8901.000 3846.000 767,'0.000'6.012'0,"1.735"-0.068"-4,4.312-5.877 4,1.334-0.084 0,-0.895 0.011-1</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7:03:2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8781.000 4182.000 767,'6.010'0.000'0,"1.465"0.000"-4,2.903-1.169 2,-0.129-0.792 0,2.836-0.680-2,3.457-0.513 1,1.723 0.025-2,1.083 0.246-1,0.594 0.370 1,-1.043-0.012 0,1.173-0.099 2,0.803 0.077 0,0.283 0.194 0,-0.091 0.263 13,-0.343 0.297-11,-0.719 0.303-4,-0.937 0.291-1,-1.035 0.267 6,0.174 0.201 1,-1.204 0.228 1,-1.120 0.184 1,0.289 0.141 1,-0.554 0.118-2,-0.326 0.080 1,-0.220 0.056-1,-1.349 0.028-2,-1.466 0.009 0,-1.420-0.003 0,-0.349-0.015 2,0.220-0.013 1,0.234-0.015 2,-0.939-0.016 3,-0.723-0.012-11,-0.894-0.010 1,-0.946-0.008 0,-1.036-0.007 0,5.178-0.001 5,0.841-0.012 0,-4.789-0.002-2,0.450 0.000 0,1.506-0.001 0,0.637 0.000-3,-1.541 0.001 0,-0.582 0.000 0,-0.769 0.000 2,-0.838 0.000 0,6.138-0.001 2,-5.212 0.002-1,0.041 0.000 0,-0.886 0.189-1,0.500 0.314 1,0.399 0.388-2,1.410 0.468-1,-0.205 0.125 5,-0.437-0.012-4,-1.256-0.216-1,-0.573-0.125 0,4.706 0.680 2,-0.781-0.646 3,1.715-0.400 1,-5.229-0.541-2,-0.091-0.103-3,-0.117-0.074-1,4.442 0.855 0,-0.396 1.976 1,-4.954-0.583 2,0.290 0.465 1,-0.133-0.053-1,0.119-0.124-3,0.079-0.253 1,0.047-0.321 0,0.613-0.188 1,-0.313-0.420 0,-0.396-0.376 0,0.145-0.343 0,0.174-0.229 2,-0.061-0.180 0,0.184 0.200-1,-0.352 0.408 0,3.678 1.668-4,-2.069-0.223 3,2.515 1.156 1,-4.522-1.260-1,0.144 0.053 0,-0.044-0.134-1,4.679 1.225 0,-1.632-1.168 2,-0.316-0.817 0,-0.057-0.745-1,-1.862-0.483 1,0.938-0.194 0,2.488-0.099 0,0.323 0.583-2,-0.939 1.206-1,-1.791 0.875 1,-1.275-0.136 1,-0.460-0.193 1,0.588 2.239 0,-1.166-0.844 1,1.166-0.652 0,1.530-0.761-3,-0.073-0.938-1,-0.863-0.137 3,-0.787 0.269-2,1.945 1.334 0,-0.955 0.465-1,-0.988-0.795 1,1.137-0.982 4,-0.401-1.165-1,1.064-0.280-1,-0.665 0.091-2,-1.731 2.854 1,-3.862 3.552 2,3.730-3.737-1,-0.684 1.403 0,-3.528 2.151-1,4.503-4.884 0,0.320-1.422 0,0.386 0.049-1,0.297-0.002 1,-0.149 1.003 0,-3.652 4.507 0,2.326-1.566 0,1.890-2.286-1,-0.317-1.496 0,0.101-0.322 1,0.406 0.073 2,-0.759 0.051-3,1.108 0.028-1,-1.185 2.625 3,-1.629 1.744 1,0.931-1.406-2,2.868 0.437-1,-0.354 0.431-1,-1.644-0.758 0,0.962-0.177 1,-0.944-1.712 2,0.067-0.989 0,-0.023-0.232 1,-0.599-0.076-3,0.126 0.004-1,2.441 0.010 4,0.105 0.060-1,-1.617 0.036-1,2.658 1.060-2,0.172 1.782 0,-0.438 0.250 2,-0.586-0.625 0,-0.230-0.468 0,-0.184 1.190 2,2.175 0.517-3,-5.073-2.105 1,4.166 0.580 2,-0.005-0.750-5,-0.675-0.689 3,-0.905-0.491 1,1.097-0.228-1,-0.190-0.090 1,-0.592-0.025-2,-1.690 0.168 0,2.906 0.820 2,-1.265 1.056 0,0.013 1.026-2,0.326 0.418 0,1.665 1.253 3,-3.479-2.200-5,0.551-0.312 3,-0.893-0.526 1,-0.286-0.300-2,-0.425-0.283-1,6.318 0.327-1,-5.602-0.980 5,-0.208-0.165 1,3.097-0.088-2,-1.182-0.166-3,2.779 0.555 3,0.308 1.352 2,-5.186-0.247-3,0.299 0.455-2,0.278 0.426 0,-0.690-0.120 0,-0.222-0.055 1,-0.319-0.161 1,5.857 1.679 0,-5.415-2.294 0,0.144-0.350 2,5.224 0.252-2,0.083-0.475-1,-5.761-0.080 2,5.428 1.946 2,-4.749-1.315-3,0.479-0.107-1,0.897-0.102 3,0.261-0.229-4,0.140-0.232-1,-2.069-0.331 2,0.100-0.109 0,0.146-0.097 2,0.527-0.072-1,-0.187-0.081 0,-0.288-0.063 0,1.150 0.243 0,0.395 0.417 0,0.535 0.506 2,-0.328 0.118-3,0.145 0.045 0,0.062-0.061 0,0.896 0.028 0,-0.663-0.219 1,-0.812-0.233 0,-1.727-0.304 0,5.378 0.216 2,-0.695 0.127 0,0.354 1.285-2,-4.212-0.627 1,-0.245-0.051-1,-0.367-0.149 0,4.647 0.585-2,0.912-0.357 4,-5.912-0.513-2,-0.220 0.349 0,4.586 2.035-1,0.028 0.955 1,0.274 0.729 0,-5.275-2.410-1,0.086 0.095 1,0.082-0.035 0,-0.113-0.222 0,5.450 1.837-1,-0.565-1.373 2,0.257-1.226 2,-1.730-1.166-3,-1.177-0.568 2,-0.687 0.400-1,-0.413 1.258-1,0.592 2.115 0,-0.511 1.062 0,-0.640-0.661 0,0.782-0.572-1,0.964-1.135 1,-0.826-0.930 0,0.951 0.792 1,-2.546 0.618-1,0.259-0.168 0,0.102-1.542 2,1.222 0.732-1,-1.688 1.001-2,1.405 1.023 0,-0.579-1.738 2,0.402-0.868-2,0.493 0.880 2,-3.187 3.412-1,1.296-2.152 1,1.185-2.989 0,0.601-0.790-2,-2.396 5.433 1,0.749-0.038 1,0.324-1.927-2,-4.487 2.954 1,3.938-2.803 1,0.919-3.020 0,-5.315 6.049-1,2.996-1.785 0,2.375-2.959-1,-3.556 4.983 1,2.264-2.850 0,1.085-1.876 0,-1.844 3.872 1,1.600-2.615-3,1.144-2.632 2,-0.483-0.651 0,-2.661 6.198 1,2.455-3.075-1,1.348 0.476-1,-2.580 0.191 0,0.970 0.594 2,0.351-1.750-2,1.294 1.885 1,-0.877 0.955-1,-1.313-0.516 0,0.038 0.696 0,-2.789 0.156 1,2.059-0.573 3,3.913-1.905-2,-1.029 0.379-2,-2.232 1.433 0,0.321-0.752 3,0.710 1.572-2,-1.135-2.546 0,-0.042-0.028 0,2.132 1.821-1,-1.767-2.574 0,0.709 1.110 1,0.048 1.355 1,0.254 1.002 0,-1.679-0.609-1,1.886-1.452 0,-0.088-2.234 0,-1.517 2.780-1,-0.562 1.919 1,1.608-0.803 0,0.125-1.709-1,-0.264-1.660 0,0.369-1.275 0,0.616 0.715 2,-2.011 2.820 2,1.604 2.638-3,0.775-2.723-2,-0.049-1.416 1,-0.979-1.336 1,1.263-0.822-2,0.604 0.489 4,-1.905 1.474 0,-0.729 2.388-3,-0.835 0.329 1,0.403-1.206 0,1.549 0.235 1,-0.604-0.247-2,-0.932 0.475 0,-3.222 1.293 2,-2.129 0.172 1</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7:03:3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11301.000 4746.000 767,'-6.125'0.000'0,"-0.449"0.000"-4,-0.707 0.000 3,0.800 0.000 0,-2.080 0.178 0,1.134 1.020 0,0.882 1.150 0,1.103 0.563 1,-3.042 0.506-1,0.782-1.653 3,1.120-1.275-2,-0.646-0.706-1,-0.039 0.137 3,-0.458 0.063-1,-0.223 0.021-2,1.313 0.000 1,-0.394-0.001 1,0.349 0.583-2,0.005 2.510 1,1.088 0.068 0,-0.881-0.603 0,-0.737-0.904 0,0.410-0.805 0,0.473-0.482-1,-1.796-0.287 1,-0.606-0.184 0,2.051 0.017 1,-1.163 0.012-2,-2.084 0.015 0,-1.159 0.020-1,1.768 0.020 0,0.970 0.011 3,0.171 0.006 0,0.373 0.003 0,0.114 0.000-1,-0.358 2.206-1,0.118 0.912 3,-2.143-0.222-1,4.109-1.687-3,-0.017-0.250 1,-5.497 0.282-1,0.193-0.673 4,3.348-0.415-3,1.097 0.021 0,-0.306 0.183 0,-0.013 0.229 1,0.167 0.237 2,0.262 0.222-2,0.297 0.193-2,0.293 0.159 1,-1.181-0.017-1,0.630-0.345 1,-0.126-0.122 1,0.142-0.136 5,-0.401 0.063-2,-0.497 0.239-5,-0.366 0.325-1,-0.649 0.278 3,0.268 0.004 3,0.455-0.105-5,0.293-0.171 0,0.167-0.205 0,0.072-0.213 3,0.207-0.195 0,0.496-0.193-1,0.567-0.167 1,-4.267 0.222-1,0.355 0.898 2,4.118-0.157-1,-5.015 1.537 0,4.936-1.341-3,-4.743 0.417 3,-0.543-0.387 0,0.298 1.141-1,0.381 0.860-1,1.430-0.748 1,1.387-1.013 2,-0.406-0.765-1,-1.805-0.668-1,2.443-0.331 1,-0.627-0.076-3,-0.377-0.049 0,0.658-0.023 0,0.363-0.013 1,0.488-0.004 0,-3.207-0.031 1,0.683 0.014 2,0.490 0.021 0,-1.892 0.019 0,4.771 0.027-3,-0.525 0.004 1,-5.230 0.583-2,5.768 0.164 1,-0.064 0.342 0,-0.521 0.323 0,0.231 0.054 1,0.313-0.058 0,-0.763 0.033 0,-0.018-0.223 1,-0.099-0.239 1,-4.150 0.193-2,1.354-0.523 0,-0.303-0.367 0,-0.600-0.211 3,-1.098-0.112-3,3.866-0.009-2,-0.306-0.005 1,-0.165 0.002-1,-0.063 0.006 1,0.004 0.008 1,0.045 0.009 0,1.311 0.011 0,0.529 0.006 0,0.590 0.005 0,-5.104-0.001 0,-0.025 0.011 4,4.859 0.005-3,-4.397 0.002-1,0.277 0.001-2,0.888 0.000 4,-0.285-0.001-3,-0.491 0.000 1,0.871-0.001-1,-1.739 0.000 2,5.138 0.000 0,-3.411 0.000-1,0.653 0.000-1,2.483 0.000 1,-4.820 0.000 1,0.779 0.000 1,1.040 0.000-4,3.279 0.000 1,-0.253 0.000 2,0.036 0.000 0,-4.859 0.000 0,1.777 0.000-3,1.671 0.000 2,-1.644 0.000 1,-1.333 0.000-1,2.072 0.000 1,-0.254 0.000-3,-0.738 0.000 2,-1.872 0.000 0,5.170 0.000-1,-4.724 0.000-1,2.036 0.000 3,1.129 0.000 0,1.259 0.000 0,-1.144 0.000 0,0.746 0.000 0,-0.914 0.000 1,1.147 0.000-1,0.706 0.000-2,-0.468 0.000 1,0.104 0.000 2,-0.180 0.000-2,0.449 0.000 0,-0.374 0.000-1,-0.495 0.000-1,0.278 0.000 3,0.540 0.000 0,-0.308 0.000-1,-1.497 0.000 1,0.561 0.000-1,0.166 0.000-2,0.647 0.000 0,-0.581 0.000 3,-0.250 0.000-1,-0.440 0.000 1,0.723-0.221-1,-0.193-2.646 0,1.334 0.149 0,-1.924-0.244-2,1.168 0.983 2,-0.706 0.628 0,0.742-0.778 0,1.485-0.958 1,-2.574-0.899 0,0.201 1.787-1,1.492 1.216-1,-1.011-1.514 2,0.907-0.185-2,-0.757 0.167 1,-0.719 0.560 0,-1.008 0.590-1,1.087 0.716 1,0.062 0.107 0,-2.156-1.724 1,1.474-0.337-1,0.262 0.266-2,0.289 0.545 1,-1.637 0.339 2,0.244 0.640-1,0.346 0.453-1,0.038 0.275 0,0.830-0.121 0,1.978-1.524 3,-0.938-2.137 1,0.958 1.260-1,-0.309 0.866-2,-0.169 0.711-1,-0.587 0.462 1,-0.771 0.321-1,-0.587 0.212 0,-0.294 0.097 1,-1.967-0.093-1,-0.830-0.782 0,0.511-1.014 0,0.994-0.753-1,1.444 0.127 0,1.355 0.550 1,0.211 0.567 5,0.766 0.470-1,-2.927-2.149 0,1.993 0.251-4,0.137 0.503 0,-0.736 0.146 0,0.722-1.001 1,1.106-0.470 1,-1.421 0.255 0,-1.624 1.266 0,-2.135 0.735-2,0.705 0.763-2,1.004 0.417 3,0.839 0.198 1,0.920 0.069-1,-2.078 0.011 1,0.729-0.041 0,1.118-0.256-1,-0.595-1.406-2,-1.340-1.562 1,-1.124-1.269 0,5.098 1.956 0,0.037 0.090 1,-6.578-2.151-2,6.105 2.621 1,-4.334-0.607 4,0.936 1.395-3,-1.214 0.314 4,-0.232-1.513-4,2.699-0.253-2,-0.520-0.354 1,-0.436-1.408 3,0.890-0.345-2,1.637 1.208-1,-1.812 0.734 3,0.035 0.939-2,2.552 0.244 0,-1.315-0.180-1,-0.394 0.064-1,0.064 0.178 1,-0.065-0.820 0,1.874 0.075 2,-4.313-2.079 0,4.157 1.926 0,-0.170-0.161-1,0.072-0.222 0,-3.470-1.581 2,1.060 0.946-4,-1.468 1.018 2,-0.110 1.041 2,0.020-1.511-2,-0.220-1.811-2,4.688 2.032 3,-0.190 0.059-1,0.013 0.178-1,-6.422-1.864-1,5.438 2.544 4,-0.176 0.388-4,0.099 0.345 0,0.269 0.292 2,0.356 0.237 0,-0.306 0.180-1,-0.064 0.151 3,-0.163 0.103 0,-3.884-0.698-2,0.251-1.528-1,0.430-0.529 2,0.757-0.546 0,0.314-0.966-2,-1.194 0.298 2,-1.245 0.392-2,0.330 0.137 0,0.792-0.065 0,1.617 0.545 0,0.919 0.728 1,-1.866 0.619 4,-0.346 0.872-3,1.185 0.454-1,0.376 0.225-1,0.229 0.123 1,-0.429 0.059 0,-0.414-0.326 1,-0.258-1.965 0,0.808-1.145-1,1.288 0.473-1,-0.025-0.054 2,-2.326-1.416 0,1.650 1.243-1,0.255 0.740-2,-4.108 0.544 2,5.463 1.268 1,-4.278-0.914 0,0.640-1.270-4,0.648-0.163 3,1.002-0.652 0,2.411-0.717 0,0.047 0.563 2,-1.324 0.696-1,-2.104-0.440-3,2.165 1.017 1,-0.384 0.161 0,1.149 0.554 0,0.167 0.250 0,-4.484-0.761 2,1.520-0.366 0,0.503-0.444-1,0.326 0.065 0,0.185-0.637 1,-1.177-0.981 0,0.083 0.636-2,0.793 1.147 1,1.264 1.186 1,-1.101 0.239-1,-2.082-0.889 2,-0.073-0.920-3,0.469-0.993-2,3.951 0.981 1,0.480-0.188 2,-3.863-3.538 1,-0.022 0.891 0,0.595 0.828 1,1.521 0.764-1,1.088 0.925-3,-1.272 1.098 2,-1.220-0.382 3,1.606-0.928-4,0.584 0.307 1,-1.680 0.381 1,1.061 0.505-1,0.669-0.861 1,-2.533-2.642-2,3.746 2.138 0,-0.166-0.093 1,-0.032 0.193-1,0.058 0.371 0,-0.070 0.290 0,-3.833-1.422-1,2.041 1.985 4,1.172 1.304-1,0.238-1.441 0,-0.937-1.749 0,-1.824-1.411 0,-0.850 0.602-3,3.836 2.527 1,-0.507-0.142 2,0.531 0.137-2,-3.707-2.713-1,2.900 0.141 1,0.564-2.421 4,-0.803 1.323 0,1.936 2.232-4,-0.001 0.141 1,-0.680-0.283 0,-0.349-0.158 1,-0.110-0.067-3,0.050-0.003 0,0.215-0.394 0,-2.885-2.920 1,-0.385-0.079 3,-0.379-0.913-2,4.328 3.875 0,0.119 0.379 0,-1.176-0.651 1,-0.390 0.227-2,-0.062 0.560 0,1.259 0.424 2,0.118-0.281 0,0.127-0.176-1,-0.215-0.454 0,0.155-0.012 2,0.151 0.053-4,0.448 0.209 1,0.091-0.280 0,0.066-0.360 1,0.347 0.450 0,-3.638-3.962 0,3.256 4.323-1,-2.712-3.704 2,1.169-1.416 2,0.480-0.108-1,1.102 1.840-3,0.836 1.466 0</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c00000"/>
      <inkml:brushProperty name="ignorePressure" value="0"/>
    </inkml:brush>
  </inkml:definitions>
  <inkml:trace contextRef="#ctx0" brushRef="#br0">11036.503 7654.000,'0.000'0.000</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11500.503 7622.000,'0.000'0.000</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19:3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-3543.317 1237.799 767</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19:5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-1690.067 7923.799 767</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5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15367.000 1606.000 767,'9.199'0.000'0,"0.016"0.000"-5,-1.455 0.000 2,-0.230 0.000 1,-1.268 0.000 2,0.035 0.000-1,0.631 0.000 2,-0.779 0.000 1</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4:4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7575.568 5050.799 767,'6.374'0.000'0,"-0.216"0.000"0,1.076-0.295-5,-0.750-1.841 4,2.754-1.683-1,0.955-0.102 0,0.367-1.119 0,-4.146 1.482 2,-0.536 0.174-1,3.698-2.111-1,-2.854 1.998 2,-0.408 1.226 0,3.581-2.280 2,-0.846-2.941-2,2.038-2.449 0,2.131-2.423-3,0.364-0.650-2,-0.266 0.061-1,-1.605 1.653 3,-0.474 0.720-3,-0.487 0.836 2,-0.471 0.873 4,0.604-0.467 2,-1.576 0.998 0,-1.694 0.860-1,1.409-0.717 1,0.227 0.137 8,-0.340 0.473-5,-0.668 0.645-5,-0.819 0.702 0,0.396 0.289-1,0.730-0.256-2,0.237-0.042 2,-0.110 0.106 3,-1.432 0.762 0,-0.675 0.043-1,-0.790 0.015-3,0.875-0.874 0,0.562 0.065 0,0.958 0.094 5,1.025-0.228 0,-0.082 0.279-4,-0.411 0.306 0,-0.591 0.302-1,-0.846 0.155 1,0.098-0.400 2,-0.099-0.205-1,-0.229-0.058 2,1.373-1.299 1,-0.111 0.114-3,-0.081 0.195-3,-0.055 0.231 0,-0.034 0.235 2,-0.020 0.219 0,1.681 0.065 0,1.499-0.384-1,0.578-0.125 1,-0.079 0.058 2,-0.530-0.555 0,-0.078-0.468 0,-0.064-0.215-2,1.084-1.060-1,-1.050 0.509 8,-1.243 0.707-7,-1.274 0.780-2,-1.201 0.771 1,-0.500 1.075 2,-0.157 0.494 2,-0.314 0.401 1,-0.402 0.314 3,-0.435 0.237-1,-0.287 0.252-5,0.341-0.081-2,0.528-0.161 0,1.525-0.590 1,-0.184 0.410 1,-0.461 0.556 0,-0.599 0.603 1,-0.637 0.584-1,5.898-1.130 1,-5.781 1.481 0,-0.186-0.176 1,5.953-3.698-1,-5.545 1.107-3,-0.441-0.612 1,-0.673-0.350 2,0.104 0.580 0,0.404 0.339-2,0.282 0.481-1,0.643-0.030 3,0.052 0.078 2,-0.045-0.059-4,0.347-0.734-1,-0.936-0.150 1,-1.073-0.129 1,3.171-2.319 1,2.137 1.400 1,-4.568 3.132-2,0.064-0.023 0,-0.041-0.101 0,0.979-0.392-1,-0.145 0.370 0,-0.183 0.475 0,0.274 0.454 0,0.222 0.501 3,-0.767 0.500 0,5.015-0.157-1,-1.555 0.779 0,-1.461 0.400-2,-0.316 0.160 1,-0.082 0.044 2,-0.905-0.034-1,1.777-0.015-1,-1.786-0.116 0,3.479-0.021 1,1.409-0.018-1,-1.594-0.010-3,-2.005-0.002 1,-1.670 0.000 1,0.021 0.001 0,0.897 0.001 4,0.619 0.002 0,1.031 0.000-3,-1.312 0.001 0,-1.400 0.000-1,4.565 0.000 1,-4.237 0.000 0,0.521 0.000 1,-0.043 0.000-1,-0.388 0.000-2,-0.566 0.000 0,3.161 0.000 0,-0.784 0.000-1,-0.166 0.000 7,-0.972 0.000-1,-0.841 0.000-2,3.327 0.000-1,0.573 0.000 1,-1.272 0.000-1,-2.168 0.000-1,2.144 0.000-2,-1.371 0.000 5,-0.706 0.000-1,-0.887 0.000 0,2.280 0.000-1,-2.005 0.000 0,0.771 2.372 0,0.528 4.545 0,-0.385 0.996-2,0.398-1.075 1,-0.116-1.209 1,0.211 0.184 0,-3.281-1.571 0,-0.579 0.751 0,-0.116-0.054 0,0.684 0.285 0,0.921 0.190 1,0.808 0.267-2,-0.097-0.388 0,-0.395-0.507 0,-0.545-0.538 0,3.388 2.778-1,-2.003-1.496 2,2.201-0.369 0,1.691 0.546 7,-5.026-2.955-6,4.664 1.782-3,-1.370-1.496-1,2.449 2.979 2,-5.086-1.978 3,-0.017 0.379-1,-0.204-0.338 0,0.090 0.261-2,-0.266 0.252-1,1.437 1.107-1,0.031-0.586 5,-1.155-0.742-1,-0.765-0.106-2,-0.872 0.011 1,1.982 3.036 3,-0.417 0.210-2,0.603-0.427-2,1.252-0.867 1,-0.612 0.483 1,-1.045 0.659 0,0.142 0.537-2,-0.504-0.924 1,0.583 0.274-1,1.660 0.072 1,0.672-1.615-1,-1.282-0.365 2,-0.843 1.552 0,-2.596-2.129-1,0.247 0.003 0,0.157-0.423-1,4.539 2.346 1,-1.481-1.135 0,-2.275 1.348 2,-0.009 1.393 0,-1.185-2.261-3,0.866 0.154-1,-0.047-0.436 1,-0.025-0.103 1,-0.204-0.139 0,-0.301-0.150-1,-0.339-0.146 0,-0.336-0.132 0,2.399 3.759-1,0.082-2.478 1,0.561-0.521 2,0.164 0.942 6,1.182 1.644-6,-1.630 1.157-3,-2.072 0.048 0,-0.427-2.106 0,0.551-2.405 3,3.818-0.894 2,2.208 0.780-1,-1.071 0.774-3,-1.319 0.972-2,-0.207-0.564 2,1.016 0.024 2,0.670 1.275 1,-5.237-3.130-3,2.558 4.720 1,-0.083-1.866 0,-0.435-2.050 1,1.527 1.265-1,-0.452 1.317 0,-1.732 0.646-1,-0.260 0.400 1,1.083-0.172-1,1.197-2.513 1,-1.609-0.830 1,0.155 3.164 0,-2.490 0.551-1,-0.802-2.250 0,1.482-1.769 2,0.969-1.873-1,3.060-1.157-1,-0.749-1.229-1,-2.261 2.885 2,-2.829 3.837 0,-0.117-1.547-1,0.493 0.675-1,0.250 0.082 0,0.077-0.299-1,-0.038-0.517 1,-0.107-0.614-1,4.465 3.802-2,-2.119-4.949 3,0.398-0.216 4,0.100-0.119 1,-0.797-0.409-3,3.061 2.821-4,-3.022-0.594 2,-0.786 1.955 3,0.951-1.153 2,2.023 3.082-4,-3.570-3.755-2,-0.336 0.268 0,0.326 0.817 0,0.359 0.377 0,0.666 0.152 3,0.311-0.813-1,0.236-1.044 0,1.271 1.183 1,0.075 0.778 0,-1.453-1.396-1,0.002 0.084 0,0.024 0.015 0,-0.390-0.231-1,0.032 0.411-1,0.042 0.515 2,1.659 2.758-1,-0.326-0.300 0,-0.448-0.688 0,-0.484-0.865 0,-0.466-0.899 1,-0.829-1.431 0,-0.006-0.339 0,0.099-0.207 0,0.654 0.458 1,0.463 0.308 2,-0.633-0.784-1,0.089-0.004 0,0.036-0.046-3,-0.004-0.073 1,0.502 0.461 0,0.025 0.033-1,0.020 0.053 0,-1.001-0.719 1,-0.375 0.060-1,2.931 4.845 2,-0.529-1.158 0,2.797 0.664 1,-1.769-2.342-2,0.178 0.201 0,-0.566-0.295 0,-0.964-0.567-2,-1.118-0.682 0,1.667 3.235 0,-3.413-2.161 3,2.507 0.340 1,1.840 1.802-1,-2.087-1.378 1,0.528 0.216-2,-0.688-1.481-1,0.167-0.622 0,0.127-0.747 2,1.326 0.467-2,0.303 0.121 1,-0.457 0.381 0,-0.874 0.504 1,-1.399-0.488-1,-0.882-0.132 0,1.180 4.536 1,-2.342-1.165-1,-1.113-2.467 1,1.763-0.872 0,3.706-5.971 1</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5:0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11306.568 5975.799 767,'6.185'0.000'0,"-0.152"0.000"0,2.479 0.000-5,-0.018 0.000 4,-1.159 0.000 0,-0.007 0.000-1,2.349 0.000 1,-1.262 0.000 3,1.258 0.000-2,-1.655 0.000-2,-1.770 0.000 1,0.800 0.000 1,0.755 0.000 1,-1.603 0.000 0,-0.145 0.000 1,0.449 0.000-2,0.206 0.000 0,-0.253 0.000 0,1.405 0.000 0,-0.341 0.000 1,0.656 0.000-3,-1.035 0.000 1,1.246 0.000 0,-1.722 0.000 0,-0.602 0.000 1,0.593 0.000 2,1.633 0.000-1,-2.166 0.000-2,3.071 0.000 0,-1.092 0.000 2,1.027 0.000 0,-0.320 0.000-3,-1.289 0.000 0,-1.225 0.000 2,1.864 0.000 0,-1.394 0.000 1,0.893 0.000 1,-0.230 0.000-1,-1.246 0.000-2,0.436 0.000 0,-0.039-1.014 2,0.850-4.389 0,-1.890 0.956-1,0.138 0.442 0,-0.193-1.667-1,-3.392-0.044 2,2.987 0.427 0,1.897 3.916 0,1.569 0.288-1,-0.325-0.827-1,-1.184-0.935-1,-1.190-0.727 1,1.333-0.544-1,0.414 0.840 4,-1.697-2.037 1,1.305-0.876-4,-0.865 0.666 1,-0.764 1.735-1,0.841 0.393 0,3.864-1.843-2,-2.106 0.095 3,-1.564-0.477 1,0.232 1.054 0,-0.273 0.284 1,1.403-1.235-3,0.795 0.199 0,-0.595 1.637-1,-1.380 1.730 3,0.199 0.923-1,0.740-0.331 1,0.223-1.546 1,0.465-1.946-3,-0.760-0.904 1,-0.797-0.334-1,-1.410 0.803 0,0.355-0.591 0,1.414-1.555 2,-0.165 0.158 0,-0.396 0.445-2,0.227 0.980 0,0.250 2.010 1,-0.032-0.649 2,-0.958-0.338 1,2.397-0.927-2,0.553-0.936-3,-2.022 0.965 1,0.233-0.613-1,1.271-1.048 1,-1.446 1.946 1,-1.559 2.136 0,0.658 1.290 1,4.021-3.363 1,-4.353 1.629-2,0.526-0.170 1,2.099-1.450-2,0.358-0.629-2,-2.137 1.455 0,-0.214 0.306 1,-0.271 0.438 1,-0.294 0.506 2,-0.295 0.409-1,0.291 0.038 1,0.444-0.091-1,1.487-0.729 1,-0.070-0.156-2,-0.301-0.131 1,-0.433-0.106-1,-1.389 0.783 1,-0.193 0.255 0,-0.130 0.324 0,5.125-1.616-1,2.034 0.370 6,-4.932 1.059-4,-1.261 0.469-1,0.183 0.106 0,-0.045-0.223-1,-0.606-0.292 0,-0.780-0.377 1,0.205-0.672 1,0.316-0.392 0,0.600-0.329 0,-0.116 0.417-2,0.170 0.342 0,0.074 0.473 0,0.887-0.263 0,-0.173-0.037 1,-0.250-0.191 1,3.057-2.404-1,1.053-1.583 0,-5.089 3.788 0,-0.263 0.497 0,-0.284 0.580 0,1.127 0.236 0,-0.060 0.260 0,-0.569 0.130 0,3.185-2.290 3,-1.306-1.092-3,-1.845 1.396 0,0.810-0.741 1,2.097-1.138-2,0.532 0.414-1,-2.539 1.736 0,-0.076 0.050 0,-0.115-0.027 0,0.557-0.803 3,-0.807-0.139 0,-0.938-0.137-1,-0.899 0.571 0,3.744-3.263 2,-0.045 1.987 1,-0.187 2.197-1,0.333-1.074-2,-1.994-1.354 2,0.031-1.144-1,1.620-0.512-3,-2.563 3.411 1,1.534-0.847 0,0.103 0.062 0,-0.266 0.200-1,-0.467 0.267 1,-0.550 0.285 0,3.370-2.956 1,-0.757-0.005 0,-3.345 3.331 1,0.412 0.526 0,3.688-0.927 2,0.065 1.602-2,-0.831-1.632-1,2.189-4.231 2,-4.460 2.769-2,-0.242-0.111-2,-0.309 0.108-1,0.080-0.170 2,0.307-0.323-1,-0.052 0.094 1,0.035 0.017 2,-0.025 0.086 0,-1.285 1.385 0,-0.083 0.122-1,-0.071 0.105 0,-0.058 0.089-1,3.254-5.217 1,-1.693 1.308 0,-0.506-0.010 2,-0.655 0.092 0,-0.802 0.304-5,0.278 1.000 1,0.024 0.584 1,-0.299 0.594 2,-0.482 0.557 2,2.420-3.133-1,1.770 1.159-3,-1.884 2.466 3,0.395-0.200-2,0.190-0.181-2,-0.364 0.570 0,0.019 0.444 1,-0.011 0.559 1,3.788-2.211-1,-2.318 0.171 3,-1.309-0.798 1,0.351-1.530-2,0.263-0.570-1,-0.290 0.641-1,-0.304 1.036 0,-0.111 1.833-1,0.030 1.872 3,0.975-3.153 1,1.296-2.992 3,-3.859 4.280-7,0.102 0.082 1,0.051 0.196-1,0.016 0.254 0,-0.009 0.271 1,-0.023 0.261-1,4.568-3.241-1,-0.125 0.656 1,0.745 0.157-1,-4.213 3.000 1,0.513-0.150 3,-0.124-0.133 1,-0.524-0.113 0,-0.740-0.092 0,3.105-4.147 3,-3.421 3.671-4,0.813-0.247 0,0.129 0.458-1,0.336 0.365-1,0.220 0.482 0,0.322 0.206 0,-0.358 0.336 1,4.367-2.044 1,-2.124 0.451 0,-1.422 0.202-1,-0.172 0.960 0,-0.504 1.006 2,1.013-4.129 1,-1.217-1.737-2,-0.480 3.610-2,1.549 0.403-1,-0.406 0.963 1,0.099 0.503 2,-0.153 0.500-1,-0.308 0.464-1,6.080-1.206-2,-5.705 0.347 3,-0.490-0.200 0,-0.542 0.066 1,3.640-1.678-1,-2.204 1.479 1,3.300-0.250 0,-3.761 0.935-1,0.954-0.181-1,-0.074 0.192 1,0.171 0.160-1,-0.006 0.228 1,-0.480 0.299-2,-0.324 0.243 0,-0.381 0.231 2,5.669-0.539 2,-6.063 0.484-1,-0.041-0.294 0,0.021-0.340-1,0.061-0.346-1,0.102-0.184 0,-0.290 0.089 0,4.680-1.343 0,0.812 0.899 4,0.246 1.279 0,-1.275 0.696-2,-1.841 0.397-2,1.281-1.068-2,2.599-2.438 8,-5.888 1.392-4,-0.454 0.132-3,4.263-1.255 0,-2.537 1.339 1,-1.133 0.940 0,0.568 0.317 3,0.159-0.916 0,-0.613-1.348-1,-1.080-0.518-1,0.045 0.649-1,2.104 0.186 1,-0.250 0.944 1,-0.755 0.789-1,-0.473 0.544 0,0.879 0.328 0,1.230 0.155 0,1.232 0.049 1,-0.360-0.010-1,-1.466-0.039-1,-1.331-0.037 0,2.632-3.611 1,0.454-1.188 4,-1.296 0.888-6,-1.574 1.398 0,-0.463 0.521 1,0.018-1.214 2,1.580-1.738 2,-0.103 1.167-3,-0.511 1.332-1,1.441 0.743 0,1.814 0.799 0,-1.598-0.793 1,-2.396-2.024 1,-1.529-0.187 0,1.335-0.395 0,1.205 0.438-2,-0.200-1.372 1,0.623-1.350-1,-0.178-0.456 1,1.226 1.328-2,-2.994 3.455 0,4.884-1.633 2,-1.715-0.690 0,-0.993-0.866 1,-1.403 1.255 0,0.854 0.790 1,-1.698 1.154-1,0.938-0.106-2,1.696-0.282 1,0.089 0.237-2,-0.279 0.325 0,-0.494 0.357 0,-0.965-0.828 0,-0.242-0.687 1,-0.162-0.460 2,-0.097-0.280 4,-0.047-0.142-3,-0.612 0.444-4,-0.169 0.287 0,-0.184 0.376 1,5.288-2.047-3,-4.933 2.585 6,0.285-0.079 0,0.330-0.157 0,0.904-0.231-3,-0.005 0.254 0,-0.140 0.356 0,0.027-0.002 0,-0.432-0.070 1,-0.462-0.178 2,-0.443-0.230 0,-0.197 0.007-2,-0.063-0.386 0,-0.393-0.418 0,0.435-0.573 1,-0.167 0.306 0,-0.076 0.509-1,2.861-0.836 0,-0.212 1.444 0,3.881-0.548 1,-4.613 0.980-1,-0.361 0.111-1,0.036 0.090 0,-0.126 0.203 0,-0.223 0.262 0,-0.270 0.282 0,-0.282 0.276 1,4.822-0.308-1,-1.507 0.708 0,-1.044 0.430 1,0.052 0.259 3,-0.871 0.110 0,-0.608 0.006-2,-0.675-0.037 1,1.981-0.023-2,-1.313-0.067 0</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5:5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7410.568 4786.799 767,'6.149'0.000'0,"0.122"0.000"0,0.215-1.621-5,-0.067-1.363 3,5.379-3.240 0,-4.156 1.868 0,2.805-1.893 0,1.395-1.080-1,1.214-0.952 0,-0.352 0.504-1,0.306 0.370 1,0.100 0.665 0,2.063-0.853 0,-0.167-0.243 0,-0.291-0.499 5,-0.350-0.625-1,-1.368 0.481-3,-0.400 0.125 1,-0.368 0.277 0,0.109-0.188-1,-0.979 0.440 4,-1.047 0.441 1,-1.226 0.870-1,-0.235 0.327 1,-0.018 0.272 0,0.952-0.114-1,-0.563 0.956-2,-0.673 1.014 1,-0.655 0.490-1,-0.590 0.126 2,-0.501-0.108 0,-1.181 0.279 0,-0.238-0.242-1,-0.161-0.277-1,-0.078 0.059 1,-0.019 0.279-1,6.415-2.943 0,-4.447 2.937 1,0.759-0.254 0,-1.277 0.641-3,0.311-0.128 1,0.287-0.132-1,0.257-0.126 1,-0.079-0.281 0,-0.563-0.253 0,-0.762-0.267 1,0.179-0.586-1,-0.543 0.402 1,-0.372 0.584 2,3.522-2.484 3,0.480-0.809-3,-4.338 3.067-2,0.085-0.252 0,0.638-0.402-1,-0.111 0.472 0,-0.176 0.641 0,4.636-3.141 1,-5.218 2.163 1,0.021-0.549 2,0.157-0.312-2,-0.133 0.289-3,-0.163 0.493 0,-0.170 0.579 1,4.057-2.391-1,-0.471 1.884 0,-0.288 1.242 1,-0.145 0.676 0,-0.209 0.371 0,-1.299 0.678 0,0.209 0.434 3,-0.154 0.956 3,-0.084 0.466 0,1.461-0.154-3,-1.264-0.826-1,-2.023-5.417 0,0.655 1.194 0,0.707-0.989-2,-1.857 0.813 1,1.050 0.797 0,1.388 0.367-1,0.181-0.026 1,-0.205-0.335-1,0.307-1.006 0,1.156-1.454 0,0.284 0.750 1,-0.255 1.743 0,-0.954 0.566-1,-0.431-1.405 0,-0.330-1.839 1,0.361-0.375 0,0.633 1.381-1,0.370 0.505 3,1.457-0.803-1,0.433 0.653-3,-1.248 2.016 1,-0.941 1.752 2,1.165 1.111 0,-0.005 0.609 0,-0.864 0.289 1,-1.015 0.090-3,0.481-0.002 0,0.510-0.481 1,-1.453-2.542 2,2.515-2.676-1,0.899-0.943-1,-0.618-0.069-1,-1.146 1.345-2,-0.141 1.609 1,0.041 1.440 5,-0.807 1.188-1,1.938 0.722-2,-0.343-1.791 0,-2.470-1.731 0,5.767-1.856 0,-3.932 2.251 0,0.705-0.262 0,-0.338 0.310-2,-0.297 0.357-1,-0.482 0.459 1,-0.558 0.485 0,-0.540 0.462 1,4.703-0.347 4,-1.522 1.107 0,-1.531 0.613-2,-1.172 0.273 0,2.578-1.322-1,-2.146-2.466 1,0.112-0.274-1,0.033 0.616 0,3.289 0.928-1,-4.272 1.551 1,0.348 0.202 0,0.006 0.184 1,-0.146 0.151-2,-0.236 0.119 0,3.806 0.057-1,1.457 0.170 2,-4.941 0.021 1,-0.105 0.009 0,4.993 0.069-1,-1.696-0.039-1,-1.544-0.044 2,-0.629-0.034 0,0.399-0.021-1,0.982-0.012 1,0.138-0.004-1,4.339-0.001-1,-5.546 0.002 0,-0.211 0.000 0,-0.421 0.000 0,-0.791 0.000 0,5.063-0.000 0,-1.324 0.001 2,-0.458 0.001 2,0.779 0.000-2,0.694 0.000-1,-4.834 0.000 0,0.125 0.000 1,-0.122 0.000-2,-0.274 0.000 1,0.388 0.000-1,-0.260 0.000-1,4.112 0.000 0,-1.509 0.000 5,1.722 0.000-1,-0.449 0.000-3,-1.060 1.139 1,1.215 2.833 1,-4.870-0.972-1,4.073 3.638-1,-1.635 0.078 0,-2.385-3.711 0,0.343-0.891 0,0.662-0.305 3,0.347-0.308 1,1.833 1.503-3,0.598 0.964-3,0.521 0.718 1,-1.920-0.864 3,-0.105-0.128-1,-0.184-0.265-2,0.813-0.015 0,-0.080-0.503-1,-0.049-0.514 3,-0.025-0.490 2,1.092 0.080-2,0.256 0.187 0,0.278 0.376-1,0.088 0.643 1,-0.040 0.765 0,0.250 0.964 0,-0.641 0.494 0,-0.733 0.326 1,-2.558-1.593-1,-0.301-0.308 0,-0.221-0.400 0,1.063 0.307 0,0.370-0.075 2,0.502 0.057 0,-0.931-0.681-1,0.043-0.249-2,-0.029-0.310 0,1.843 1.053 0,-1.130 0.514 0,-0.551-0.411 1,0.790-0.295 4,-0.729-0.479-4,0.127 0.114 1,0.017 0.208-2,0.979 0.656 0,-0.238 0.030 0,-0.313-0.057 1,-0.340-0.110-1,-0.330-0.135 0,-0.302-0.141 1,-0.372-0.481-1,0.113-0.400 0,0.214-0.433 0,0.267-0.426 1,-0.509 0.409 1,0.008 0.268 0,-0.039 0.053 0,0.869 0.660 3,-0.138 0.374-2,-0.174 0.402-3,-0.841-0.132 0,-0.369 0.085 0,-0.387 0.019 1,-0.374-0.027 0,4.094 3.700 0,-0.403-1.506 0,-1.038-2.416 1,-0.363-1.630 0,1.843 0.389 0,-2.290 1.441 1,-1.181 0.347-1,0.739-0.563 0,-0.863-0.074-1,-0.499 2.187 0,-2.079 0.032 0,4.286-1.562 1,-0.814-2.955 0,-4.534 4.665-2,-1.575 0.150 1,5.778-1.469 0,-0.442-0.069 1,-2.299 2.095-2,0.489 1.409 0,3.096-1.127 0,0.331-2.415 1,-0.745-2.104 0,2.115 0.593-2,1.042 4.710 4,-3.525-1.687-2,0.423 0.856-2,0.206 0.213-1,0.053-0.208 1,-0.047-0.457 3,-0.106-0.576-2,-0.231 0.205-1,-0.936 0.124 0,-0.733-0.943 0,0.094-0.628 4,3.517 3.011 7,-2.298-1.403-9,-2.306-0.765 1,-0.499 0.054-1,1.594 1.111 0,1.547-0.631 1,2.084-0.631-2,-2.736-1.840 1,-0.526 0.121-1,-0.382 0.433 0,2.895 4.784 0,-0.480 0.699 2,-2.906-4.165-1,-0.088-0.583-1,3.502 2.421 0,-0.691-2.982 1,-0.983-2.214 1,1.324-1.542 1,-1.021-1.348-1,1.182 0.825 1,0.530 2.787-2,-2.492 2.150 1,0.766 0.764-1,0.810-0.037-2,0.646-0.367 0,1.040-0.836 0,0.752-1.423 0,-0.657-1.273 5,-1.240-0.912-1,-1.186-0.548-3,1.585-0.285 0,0.270 0.612 3,-0.441 1.365 0,-0.975 1.295-3,-0.267 0.811 0,1.503-0.802 0,0.716-1.140 2,1.215-0.734-1,-1.423-0.729-1,-1.740-0.433 1,0.838-0.265 0,-0.846-0.123 0,-0.587 0.118 1,0.018 0.126 1,-2.475 6.101 0,-3.546 0.408-1,-0.224 0.338-2,0.086-0.685 0,0.841 0.207 0,5.953-5.253 2,-0.573-1.092 0,-0.603 2.669-1,-0.664 1.459-1,0.579 1.213 0,-0.159 0.068 0,-0.411-0.409 0,-0.230-0.285 1,-0.352-0.391-1</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6:0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9688.568 4902.799 767,'0.000'-6.189'0,"0.000"-0.143"0,5.896 1.857-5,0.232 1.119 5,-1.793-5.658-2,-0.927-0.404 1,0.681 0.367-1,1.186 1.898 0,1.102 0.704 0,-0.733 0.202 3,1.284-2.451 1,0.358-0.922-2,-3.615 4.438 0,-0.060-0.171 0,-0.089-0.124-1,-0.103-0.083 0,-0.188-0.070-1,-0.423 0.276 1,1.402-4.268-1,-1.716 1.460 3,-0.453 1.814 1,1.788-1.776 1,0.661-2.292-2,-0.132 0.773-1,1.460-0.413-1,-2.610 4.883 1,0.071-0.083 0,0.008-0.071-1,-0.034-0.059 1,-0.061-0.046-2,-0.245-1.115 1,-0.352-0.662-1,-0.400-0.320 1,0.107-0.227 2,0.216 0.770 3,0.370 1.007-3,0.220 0.361-2,2.231-4.447 1,1.261-0.188 3,-2.272 4.380-2,1.212-1.531-2,-0.266 0.096 1,-0.593 0.328-2,-0.750 0.446 0,-1.057 1.000 0,1.141-5.089 2,-0.879 0.957 2,1.471-0.761 2,-1.534 4.964-5,0.342 0.161 1,0.280 0.180 0,-0.092-1.152-1,-0.325-0.668 0,-0.449-0.310 0,0.085 0.413 3,0.700 0.028-1,0.938 0.092-2,0.674 0.150-2,0.453 0.179 2,0.279 0.186 1,-0.257 0.321-1,0.327-0.513 1,0.345-0.681 0,0.339-0.761 0,1.643-2.752-2,0.303-1.312-1,-0.733 0.489 1,0.109-0.523 0,0.087-0.373 1,0.065-0.249 1,-0.204 0.328 0,-0.377 0.697-2,-0.469 0.906 0,-0.505 0.992 0,2.064-1.375 0,0.233 1.174 6,-0.157 1.547 2,0.564-0.698-2,0.961-0.599-1,1.126-0.488-1,-2.021 1.953-1,-0.142 0.198-4,-0.314 0.280-1,-0.104 0.301 1,0.048 0.300 0,0.150 0.283 4,0.211 0.273 1,0.242 0.252-1,0.250 0.223-1,0.688-0.262 0,-0.348 0.171 0,-0.514 0.142 0,-0.898-0.048 0,-0.020 0.006 0,0.116 0.336 1,1.399-0.772 1,-0.128-0.088 2,0.395-0.165-6,0.698-0.202 0,-1.156 1.203 3,0.282 0.510 0,0.235 0.638-3,2.909-0.869 1,-0.387-0.061 0,-3.139 1.513 1,0.001 0.397-1,0.127 0.465 2,0.207 0.488 1,1.226-0.022-3,0.120-0.019 0,0.044-0.184 0,0.321-0.134 0,-0.891 0.262 1,-1.069 0.367 0,-1.104 0.407 1,-2.392 0.645-1,-0.494 0.244 1,6.582-0.494 3,-5.313 1.070 0,0.456 0.195 0,-0.086 0.144-5,0.240 0.094 0,0.184 0.064-1,0.135 0.040 1,0.159 0.012 0,0.455 0.008 1,0.141 0.000-1,3.946 0.017 2,1.968-0.014 1,-3.600-0.035-5,0.307-0.009 1,0.193-0.009 1,-0.149-0.008-1,-0.385-0.007 1,-0.536-0.006-1,1.876-0.004 2,-0.842-0.007-1,0.232-0.005 3,-0.873-0.004 1,-3.205 0.211 0,-0.685 0.349-1,-0.645 0.425-1,-0.582 0.455-1,1.306 1.211 1,-0.371 1.043 0,-0.766 0.099-1,-0.254-0.014 1,-0.202-0.252 0,0.401 0.293-1,0.515 0.165-1,0.285-0.108 2,1.527 0.397-1,-0.290-0.610-1,-0.492-0.677 0,-0.579-0.664-1,-0.401-0.109 1,-0.426 0.200 2,-0.334 0.396 0,2.659 2.239 1,1.659 2.237 0,-4.256-3.275-3,-0.021-0.481 1,2.962 1.730-1,0.603 1.391 1,-4.971-2.277 0,-0.555 0.646 0,-0.610 0.629 0,-0.082 0.168 0,0.457 0.232-1,0.717 0.121 0,-0.129-0.427 0,-0.052 0.030 0,-0.237 0.017 1,0.209 0.471 0,-0.024-0.059 0,0.046-0.088 1,0.695 0.722-1,-0.023-0.330 1,-0.063-0.377-1,-0.085-0.379 0,-0.013 0.930 0,0.034 0.521-1,0.063 0.220 2,0.867 0.327 2,0.616-0.056-3,0.250-0.547-3,-0.007-0.835 1,-0.820-1.000 2,-0.168-0.077 1,-0.188 0.107-2,-0.191 0.229 0,0.958 1.400 0,0.180 0.362 1,0.255 0.300 0,0.284 0.237 0,-0.867-1.056-1,-0.003-0.068 1,-0.039-0.106-1,0.950 1.219 0,-0.434-0.167 1,-0.518-0.191 2,-0.529-0.191-1,-0.493-0.176-1,1.099-0.182-1,0.327-0.600 1,-0.057-0.637 2,-0.284-0.605 2,-0.401-0.533-1,1.507 2.872-6,-0.722 0.148 0,0.061 0.437 3,-0.126 0.001 1,0.533 0.196 0,0.385-0.154-3,0.052-0.638-1,-0.170-0.914 2,-0.821 0.061 3,-0.189 0.679 0,-0.175 0.675-3,0.301 1.003 5,-0.145 0.051-4,-0.125-0.179-2,-0.378-0.286-1,-0.692-0.592 0,-0.784-0.651 3,-0.791-0.646 1,1.157 0.604 0,0.921 0.845 2,-0.101-0.171 3,-0.242-0.089-5,-0.498-0.297-4,-0.632-0.413 1,-0.328 0.146 0,-0.853-1.033 1,0.620 3.147 2,-2.042-3.346 0,-1.380 0.588 2,3.317 1.734-1,1.587-0.645-2,0.834 1.053 0,0.321 0.216-2,-0.024-0.325 0,0.417-0.900 1,0.617 0.200-2,0.299 0.329-1,0.212 0.545 7,-0.757-0.367 1,-0.985-0.544-6,-1.059-0.618 0,0.224 0.559 0,-0.224 0.092 4,-0.493-0.213 3,-0.630-0.393-4,-0.905-1.975 1,2.842 3.477-4,0.274-1.202 2,-0.743 0.490 2,-1.518 1.385 2,-0.391-0.767-5,1.284-2.808 1,-0.146-0.722 1,-1.493 0.290 1,-0.305 1.866-2,1.316 0.068-1,0.693-1.156-1,-0.646-0.709 2,0.246 2.374 1,-0.291-1.522-1,0.382 0.421-1,-0.436 0.652 0,-0.593 1.198 1,-1.196-0.567 0,-0.955-0.790 0,-0.646-0.749 0,-0.582-0.484 0</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6:1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11752.568 4836.799 767,'6.092'0.000'0,"0.129"0.000"0,2.146 0.000-5,0.093 0.000 4,-1.704 0.000 0,0.757 0.000-1,0.418 0.000 0,0.169 0.000-1,-0.002 0.000 1,-0.718 0.000 1,-0.250 0.000 0,-0.281 0.000 0,0.084 0.000 0,-0.457 0.000 2,-0.456 0.000 2,4.640 0.000 0,0.678 0.000-3,-3.725 0.000 1,0.040 0.000-1,-0.146 0.000-1,-0.699 0.000-1,-0.205 0.000 1,-0.196 0.000 1,0.432 0.000 1,-0.647 0.000 0,4.138 0.000 0,-2.342 0.000-1,-0.700 0.000 1,0.270 0.000 0,2.098 0.000 2,1.957 0.000-5,-5.591 0.000 1,7.254 0.000-2,-6.474 0.000 2,-0.601 0.000 1,4.424 0.000 0,-1.950 0.000 0,-0.046 0.000 2,-0.555 0.000 1,-0.876 0.000-2,-0.738 0.000-2,-0.033 0.000 0,0.524 0.000 2,1.172 0.000 0,0.351 0.000-1,0.207 0.000-1,0.183 0.000 1,1.133 0.000 0,-0.170 0.000 0,-1.502 0.000 0,-1.328 0.000-1,0.283 0.000 0,1.537 0.000 2,0.106 0.000 1,-2.788 1.071-2,1.582 4.107 1,-0.948-1.166-1,1.452-0.828 0,0.678-1.313-1,1.434-1.013 0,0.391-0.568 0,0.229-0.287 1,-1.112-0.121-1,-0.434 0.353 1,2.299 2.244 1,-5.600-0.564-1,-0.105 0.115 0,-0.245-0.049-1,4.751 1.448-2,-1.363-1.063 3,0.220-0.804 1,-0.433-0.707 1,-1.098-0.520 0,-0.496-0.308-3,0.168-0.159 0,0.305 1.310 2,0.851 3.065 1,0.930 0.044-2,0.112-1.256-2,-0.164-1.198 2,1.577-0.761 0,-0.273-0.680-1,-0.471-0.363 0,-1.172-0.134 0,-0.991-0.016 0,0.357 0.008 1,0.132 0.027 2,-0.453 0.034-1,-0.399 0.026-2,-0.283 0.017 0,-0.501 0.009 0,1.549 0.006 1,-1.871-0.001 2,1.234-0.002 2,-1.027-0.957-3,1.029-1.936 0,0.812-2.032-3,-1.204-0.543 1,-1.384 0.103 0,-1.100 0.325 0,1.640-0.249 0,0.706 2.313 3,-0.669-2.366 1,0.773 0.678-3,2.833 1.368-1,-4.468 2.183 1,0.468 0.251-1,-0.093 0.253 0,-0.288 0.207 0,4.806 0.043 0,-1.342 0.345 1,-0.935 0.138 0,-0.725-4.373 2,-0.888-2.824 2,-0.666-0.614-5,-0.510 0.541-2,0.940-0.544 1,0.734 1.138 3,0.486 1.336-1,-1.159-0.320 0,-0.974-0.031 0,0.005 1.225 1,-0.240 1.779 1,2.245 0.025-1,-0.179-2.194-2,-1.458 0.342 1,-0.529 0.906 0,0.689 1.000-1,1.724 0.800 0,-1.426-1.300 2,-1.053-1.710 0,-0.252-1.208-1,0.765-1.002-1,1.817 0.848 0,-0.454 2.525 1,0.408 1.387 0,0.710-0.259 1,-2.690-1.437 0,1.743-0.306 0,1.019 0.944 0,-0.478 1.202-2,-1.316 0.987-1,0.800 0.584 1,-0.530 0.604 2,-0.029-0.646 0,-1.297-3.467-1,-1.513-0.545 0,0.156-0.006 0,1.948 2.033 1,0.837-2.783-1,-1.265 0.734 0,1.129 0.968-1,1.022 1.231-1,-0.499-0.068 1,-1.993-1.475 0,-1.040-0.294 3,1.511 0.454 2,2.278 1.059-4,-2.046 0.480-1,-0.374-1.738 0,-0.273-0.611 1,-0.468 0.974 1,1.536-0.170-2,-2.731-1.059 1,-1.648-1.127 1,3.552 0.823 0,1.231 3.578-1,-0.359 1.272 0,0.883 0.195 0,-3.597-5.063 0,1.579-1.278 1,0.517 2.372-1,0.480-0.532-1,-0.116-0.275-1,-0.262 0.948 0,-0.246 1.333 1,2.168 0.312 2,-1.082-0.797 0,-0.692-1.466-1,0.713 0.493 0,-1.211 1.087 1,-0.862-1.214-1,0.346-0.504 1,0.853 0.123-1,3.423-2.003 0,-2.957 2.892-1,-0.739 0.500-1,-0.521 0.130 1,3.145-2.711 0,-3.172 0.154 1,0.188 0.391 1,0.731 2.096 2,1.201 0.833-1,-0.818-1.305-3,-0.455-0.907 0,1.127 0.410 1,1.441 1.054 0,1.016-0.214 0,0.018-1.446-2,-0.276-1.556 1,-4.502 2.312 1,-0.019-0.279-1,-0.061-0.181 0,-0.085-0.104 0,4.253-2.840 0,-2.038 3.158 1,0.521 0.784 1,-0.830 0.995 0,-0.028 0.546 1,-0.106 0.478-3,-0.150 0.400 1,-0.169 0.322-1,-0.169 0.249 0,4.086-0.674 0,-0.783-1.452-1,0.809-1.171 4,-0.030-0.821 1,-2.743 0.689-2,0.124 0.039 0,-0.089 0.335-2,3.402-0.834-1,-1.553 1.494 1,2.172 0.703 2,-4.259 1.253 0,-0.269 0.277-1,-0.397 0.212-1,5.225 0.130 0,-5.302-0.123 1,-0.235-0.444 0,-0.323-0.545 1,3.601-1.956 1,-0.149-0.231-3,-3.914 1.061 1,0.144-0.411 0,0.462-0.246 0,0.274 0.087 0,1.096-0.038-1,0.314 0.405 0,-0.852 0.621 1,-0.224 0.363 1,-0.316 0.340-1,-0.361 0.305 0,-0.101 0.263 0,0.082 0.218 0,0.464 0.165 0,-0.449 0.161 0,4.356 0.160 2,-2.282 0.186-2,-0.308 0.028 0,3.154-0.043 1,-1.218-0.080 1,1.230-0.035-5,0.454-0.032 2,1.851-0.025 1,-5.098-0.015-1,-0.153-0.003 1,-0.457-0.001 0,-0.998-0.000 1,-0.621 0.000-2,4.277-0.003-2,-1.879 0.002 5,-1.478 0.002 1,1.784 0.000-2,-0.757 0.002 0,0.052 0.000 0,-0.197 0.000 0,-1.231 0.000-1,1.557 0.000 0</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6:2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7377.568 4605.799 767,'6.214'0.000'0,"-0.179"0.000"0,-2.191-6.766-5,-0.795 1.351 5,3.439 2.011-2,-0.470 2.205 1,0.778-0.809 1,-1.228-1.939 0,1.224-1.538 0,3.923-1.874-2,-3.534 3.615 0,-0.225 0.638 1,-0.352 0.560-1,-0.572 0.557 2,4.042-0.536 0,-2.413 1.427 0,-1.514 0.814 1,0.239 0.042 1,2.364-3.834 2,-1.216-0.421-3,1.463-1.680-3,0.756-0.109 0,-0.389 1.264 0,0.589 0.300 1,-1.620 0.237 0,-1.334-0.242 2,-0.281 0.644 0,0.483 1.167 1,-1.439 0.462-1,-0.772-1.329 1,-3.151-1.959-2,4.095 1.426 1,2.318 2.931 0,0.547-0.977-2,1.278-2.114-3,-0.195-1.455 3,-1.791-0.031-1,-1.544 0.367 2,-1.037 0.306-1,1.012-1.416 2,0.652-0.735 1,0.159-0.046-1,-1.646 3.579-2,0.768 0.566 0,0.268 0.640 0,-0.060 0.627 3,-0.733-0.990 0,-0.125-0.921-4,-0.115-0.688 2,-0.714 0.389 2,-0.142 0.203-2,4.457-2.844-3,-4.018 3.508 1,4.289-2.718 3,-1.306 0.251 0,-2.273 1.945-1,1.086-0.571 1,0.288-0.159 0,-0.239 0.114 0,-0.554 0.277-3,-0.710 0.359 0,-0.753 0.383 0,3.006-2.468 0,-1.951 1.710 0,-0.664 1.660 3,1.660-0.044 5,2.501-1.562-1,-0.089 0.224-6,-1.993-0.708-1,-0.298-1.049 0,0.908 0.311 2,0.491 1.305 2,-0.672 1.770-1,-1.301 0.292-2,1.145-1.813 1,0.578-1.750 0,-0.366-0.925 1,-0.145 0.538-3,-0.181 1.429 0,-1.509-0.060 3,0.625-1.571 2,-0.137 1.352-3,0.325 1.745-1,0.429 1.471 0,2.114-0.486 0,-0.480-1.845 2,-0.646-0.030 1,0.252 0.737-3,1.870-0.308 0,-4.939 1.438 1,0.220-0.110 1,0.047 0.080-2,0.000 0.177-1,2.739-0.588 0,0.571-0.330 2,0.027-0.431 2,-1.920 0.350-1,-0.220-0.323-2,-0.230-0.332-1,-0.469-0.004 0,0.259-0.298 1,0.389-0.292 2,1.184-0.650 0,-0.229 0.302-2,-0.453 0.490 0,-0.573 0.585 1,-0.620 0.613-1,-0.195 0.445 0,4.058-0.687 3,-2.244 1.776 0,-1.320 0.809 1,-0.575-0.958 0,-0.197-1.596-3,-0.869-0.672 1,1.521-1.825-1,1.711-0.301 0,-2.508 2.807-1,0.277 0.520 0,0.141 0.540 1,4.319-0.493-1,-1.616 1.279 2,-1.646 0.831-1,-0.400 0.471 0,1.709 0.217 1,-0.363 0.016 0,-1.009-0.055 0,-1.057-0.070-2,1.953-0.043 0,0.354-0.061 2,0.735-0.020 1,-0.916-1.764-3,-1.623-3.194 1,-0.708 1.368 1,0.974 0.671-1,-0.127 1.076-1,-0.204 0.682 1,-0.538-0.423-1,1.638-2.391 1,-0.876-1.326-1,1.387 1.367 2,0.330 2.137 0,-1.480 1.297-1,0.252 0.606 0,4.229-3.118 1,-5.129 0.844-1,0.104-0.013-1,-0.259 0.163 0,4.692-1.205-2,-2.701 1.398 1,0.419 0.555 1,-0.408-0.295 5,-1.335-0.697-2,-1.208-0.741-3,-0.556-0.486 1,1.088 0.487-1,-0.128 1.232 2,1.763 0.526 1,0.948 0.533-2,-0.487 0.434 0,-0.428 0.255-2,-0.087 0.127 1,-0.053 0.034 1,-0.707-0.018 1,1.585-0.012 0,-1.749-0.066-1,-0.015-0.030 0,0.053-0.008 1,3.379-0.001-1,-0.120 0.000 0,-1.355 0.001-1,-2.412 0.001-1,1.148 0.000 0,0.314 0.001 5,-1.168 0.000 0,1.240 0.000-5,2.351 0.000 1,-1.118 0.000 3,-0.755 0.000-1,-1.549 0.000-3,1.994 0.000 0,-2.442 0.000 3,1.576 0.000 1,0.731 0.000-2,-0.742 0.000 0,-0.997 0.000 0,0.976 0.000-1,-1.770 0.000 2,1.200 0.000-1,1.575 0.000 1,-0.373 0.000-3,-0.803 0.000 2,-0.287 0.000-1,-0.101 0.000 1,-0.198 0.000 1,-0.437 0.000 0,-0.430 0.000-1,-0.123 0.000 0,1.382 0.000 0,0.776 0.000 1,-0.239 0.000-2,-0.099 1.872 0,-2.435 1.985 1,4.249 0.728 3,0.939-0.292-5,-1.074 0.164 0,-1.554 0.293 0,-1.366-0.975 2,0.617-0.795 1,-0.028 0.092 1,-0.435 0.583-1,-0.122 0.731-3,0.079-0.473 1,-0.133-1.267 1,2.212-0.560 1,1.119 0.574 1,-0.504 0.839-2,-0.765 1.300-3,0.406 1.960 1,-0.640-0.259 3,-1.493-1.828 0,-1.290-1.878-2,1.590 1.688 2,-2.381-0.443 1,2.018 1.280 0,1.578 1.465-4,0.084-0.725 1,-0.856-1.844 1,-1.432-1.502-1,-0.045 3.161 2,-0.364 0.196 1,1.491-2.530-1,-0.024-2.261-2,-0.695-1.147 1,-0.901 1.576 1,-3.771 5.355 0,4.678-1.250 1,0.855-4.170-2,-1.089 1.148-2,0.057 1.641 0,-0.605-0.485 2,-0.319-1.131 0,2.692-0.583 0,-0.824-1.688 0,-0.071-0.658 1,1.152-0.104-1,0.048 0.097 0,-0.369 0.069 0,-0.159 0.028 0,-0.677 0.017-1,-0.587 0.674 0,1.303 2.632 1,-1.619 2.083 0,0.804-2.063 0,1.660-0.923 2,-0.262-0.963-2,-1.876 0.305-2,-0.522 3.690 2,-0.841-0.015 3,1.865-2.385-4,-0.434-1.703 1,-0.405 1.423 0,-1.950 1.237 0,4.188 1.403 0,0.930-2.256 0,-1.378 1.378-1,-2.321 0.124 0,-0.713-0.838 1,4.100 1.263 1,0.977 0.860 0,-0.149-0.861-4,-2.372-1.759 1,-2.726-0.063 1,0.255 2.576 3,-0.712-2.016-1,1.149 0.353 2,0.329 0.344-3,0.303 0.775-2,-1.176 0.419 1,-2.055-0.292 0,-1.142 1.782 2,0.942-1.904 1,3.990-3.747-1,-2.251 2.430 1,-3.667 2.550-2,3.085-1.086 0,2.015-4.626 0,-0.249 2.164 0,-5.419 3.999 1,3.123-1.763-1,4.347-4.413 0,1.092-0.353-1,-3.668 2.403 0,-0.573 1.198 0,0.388-0.250 1,-0.777 0.672 0,-0.060 2.676 0,-1.732-0.373-1,-1.057 1.461 1,-1.454-1.949-1,4.695-1.206 2,1.081 0.585 1,-1.248-0.904-2,0.246-1.236-1,2.029 0.068 0,-2.948 1.392 1,-2.563 1.340 1,-1.312 0.204 0,-0.555 0.248-1,0.981-0.503-1,5.859-4.601 2,0.577-0.814 0,-3.577 4.699-1,-3.678 0.592 0,5.353-2.132 0,0.810-1.828 1,-1.865 2.681-2,2.375-0.190 1,1.489-1.487 0,0.021-1.278-1,-1.654 0.578-1,-2.159 2.106 2,-1.390 2.516 2,-2.365-0.607-2,-1.007 0.197-1,2.625-0.858 0,5.269-5.018 3,-0.791-0.903 0</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6:3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11554.568 4605.799 767,'6.164'0.000'0,"0.120"0.000"0,-1.756 7.439-5,-0.615-0.082 4,1.651 0.277-1,0.058-1.993 0,-0.484-2.179 1,1.921 0.044 0,-0.816 1.120 3,0.691-0.866 0,0.979-0.738-4,-1.002 0.299 2,-1.834 0.854 0,-0.929 0.833 0,1.012 0.075 1,3.060-1.645 0,-0.285 0.500-1,1.215 0.078-1,-1.025 0.391-1,-1.458 2.012 0,-0.402 1.651 5,0.094-0.016-3,1.049-1.856-2,0.756-1.943 2,-1.606-2.081 1,-0.096-1.262-1,0.076-1.515 0,-0.328 0.275 1,0.953 0.336 0,-0.524 0.005 0,-0.564-0.011 0,2.631-0.002-1,-0.736-0.000-1,-1.224 0.000 1,0.933 0.000-1,-1.592 0.000 2,-0.053 0.000 0,2.466 0.000-2,-0.540 0.000 0,1.207 0.000 1,-1.778 0.000 1,1.588 0.000-2,-0.548 0.000 0,-0.989 0.000 0,-0.685 0.000 1,0.230 0.000 1,-0.722 0.000 0,0.438 0.000-1,1.779 0.000 0,0.293 0.000 0,-0.264 0.000-1,0.354-0.217 1,-1.477-1.311 0,-0.418-3.421 1,-0.795 0.081-1,1.667 2.239 0,2.208 1.189 0,0.483 0.811 1,-0.257 0.429-3,0.249 0.219 1,-1.515 0.094 0,-1.600 0.013 1,-1.253-0.027 0,0.229-0.033 0,0.696-0.026 2,-0.304-0.021-1,-0.559-0.013-1,1.161-0.007 0,5.350-0.003 0,-5.332 0.002 0,0.075 0.000-1,-0.982 0.000-1,-0.435 0.000 0,4.528-0.000 1,-1.929 0.001 1,-0.623 0.000 1,0.262 0.000 1,-0.079 0.000 1,-0.452 0.000-3,-1.569 0.000-1,0.233 0.000 0,0.984 0.000 2,-0.516 0.000 0,-0.676 0.000-1,2.103 0.000 0,-1.028 0.000-1,2.694 0.000 2,0.193 0.000-1,-0.665 0.000-2,-0.603 0.000 1,-0.905 0.000 0,-0.791-0.282 2,-0.271-1.711 1,0.340-1.985-2,0.166-0.228 0,-0.163 0.938-1,-0.376 1.223 1,0.223 0.894 0,1.646-3.156 1,-1.076-0.420 1,-0.962 1.336-2,-0.121 1.303-2,1.907 0.692 2,-0.399 0.803 0,-0.773 0.465 0,-1.146 0.215 0,0.672 0.136 0,-0.625-0.026 1,2.389-2.271 0,-0.093-1.743-1,2.599-0.359-2,-5.412 2.393 1,0.146 0.180-1,4.268-0.662 1,-2.457 1.055 0,0.148 0.641 2,-0.746 0.740 1,-0.009 0.091 0,0.718-0.158 0,0.335-0.086-2,-1.722-0.019 0,2.332-0.007-1,-1.087 0.000 0,-1.604 0.004 0,1.577 0.001 2,-0.150 0.001 0,-0.562 0.000-1,-0.791 0.000 0,1.771-0.447 0,1.854-2.590 1,-0.824-3.094-3,-2.575-1.550 1,-0.304 1.230 1,1.636 1.427 1,1.569 1.911-2,1.364 1.591 2,-0.200-0.963-1,-4.441 0.845-1,1.154-0.337 0,-0.074 0.062 1,-0.291 0.161 0,-0.417 0.217-1,-0.476 0.241-1,5.146-0.602 1,-1.302 0.604 1,-0.778-1.168 3,-2.991-0.352-1,0.404-1.015-3,-0.486-0.005 0,-0.152 0.031 1,-0.258 0.258-1,-0.314 0.393 1,3.729-1.522-1,-0.721 1.734 1,3.199 0.900 2,-0.779 1.373-1,-2.405 0.042 0,-1.248-0.981-1,-0.993-1.144 0,0.157-1.030 0,1.420 0.251 0,-1.335-0.189 1,-1.711-0.772 0,0.018 0.285-1,2.764 0.558 1,2.577 1.213 0,-3.633 1.660-2,5.138 0.007-1,-3.873 0.564 1,-0.119 0.125 0,-0.346 0.083 1,-0.454 0.049 0,3.095-5.353-1,-4.365 0.470 4,1.261-0.168-1,-0.517 0.663-2,0.270-0.127-5,0.119-0.140 5,0.935-0.541-1,-0.526 0.628 0,-0.672 0.782 0,-0.700 0.805 1,3.556-0.789 0,-1.298 0.441 1,-0.653-1.144 1,-0.193-0.919 0,-1.630 1.230 0,0.305 0.174-4,0.172 0.437 1,0.104 0.563 0,0.054 0.592 1,0.018 0.562 0,4.344-0.320 1,-1.485 1.205-1,-1.409 0.706 1,1.375 0.382-1,-2.636-0.206 1,1.336-2.883 0,-0.519-2.513 0,-1.153 1.503 0,0.996-0.880-1,2.560-1.334-2,0.136 1.417 0,-1.321-1.372 2,-1.473-0.028 1,-1.362 1.430 0,0.882 0.749-2,-0.007 1.385 0,-0.627-1.087 1,-0.357-1.630 1,-1.377-1.508 1,2.076 0.004-3,1.671 0.120 2,0.226 0.343-2,1.133 0.587-1,0.448 1.175 0,-1.862-1.503 4,-0.380 0.755-1,2.654 1.182-1,0.188 1.762 0,-2.716 1.310 0,-0.975 0.846 0,-0.222 0.742 0,0.045-0.555-1,-0.022 0.000 2,1.110 0.000 1,0.883 0.000 0,-0.025-0.255-4,0.716-3.040 1,-2.881-0.369 0,0.468 0.470 1,1.891 0.277 0,-0.884 1.099 0,-1.334 0.889 0,0.900 0.541 0,0.975 0.568-1,-1.094-0.012 3,-0.757-0.986-1,1.852-1.686-1,1.551-1.493-2,-0.848 0.362 1,-0.287 0.772-1,-0.261 0.771 3,-1.832 0.229 0,-0.843-2.252 0,-4.986-2.130 0,5.017 1.529 1,1.185 4.383 0,-0.142 0.357-2,-0.240-0.419-1,-0.279-1.860-1,-3.320-4.579 3,-1.721 0.427-1,3.296-0.085 0,0.366 1.659-1,1.282 1.469 1,3.871-2.086 1,-4.170 2.419-2,4.228-2.064-1,-2.382 1.693 0,-0.290 1.014 0,-0.698 2.007 1,-1.950-5.771 5,-0.642 1.322-1,3.592 1.348-2,0.007 2.155-2,-1.287 1.549 1,0.529-0.037-1,0.580-0.987 2,-1.604-2.185-1,2.827-1.423 1,0.203 0.573-4,-0.568 1.098 2,-0.237 1.045 0,-0.161 0.872 1,-0.744 0.548 2,-0.371 0.268-1,-0.342 0.120-1,0.071 0.054 0,0.162 0.020 0,-0.070-0.085 0,-0.097-0.118 1,-0.569-2.454-1,-1.361-1.729 0,0.051 0.074 0,0.257-0.224 0</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1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7327.568 2095.799 767,'0.000'6.029'0,"0.000"0.251"0,1.331 0.198-5,2.478 1.416 3,0.829 1.439 0,-1.944-3.923 1,0.188 0.388 0,0.146 0.310-1,-0.257-0.213 1,-0.209 0.066 0,-0.285 0.010 0,0.851 1.845 0,0.623 0.204 1,0.398-0.235 2,0.227-0.479-1,0.104-0.584-1,0.020-0.595-1,-0.256 0.216 1,0.716 1.059-1,0.863 0.934 2,0.896 1.179 2,0.063 0.159-6,-0.209-0.125 0,-0.367-0.297 0,-0.441-0.385 0,2.093 3.441 2,-0.810-0.906 0,-0.031 0.636 4,-0.243 0.433 4,-1.307-1.267-11,-0.719 0.065 1,-0.782 0.026-1,-0.224 0.411 1,-0.357-1.192 3,-0.168-1.411 2,-0.036-1.440 0,0.051-1.347 0,0.102-1.184-2,3.713 2.365 1,1.096 2.427 0,-3.121-2.936 1,1.420 2.677 0,0.316 1.089 1,0.119 0.739-5,0.472 1.143-2,-0.646-0.978 0,-0.802-1.405 3,-0.837-1.561 0,-0.790-1.533 0,-0.700-1.394 0,1.929 2.398 3,-1.447-3.067-1,-0.305-0.117 0,1.300 1.809 2,0.721 0.937 0,0.291 0.297 1,-0.015-0.146-2,-0.215-0.431-5,1.487 1.393 0,0.633 0.386 0,0.306 0.054 0,0.073-0.163 7,-0.080-0.289 0,-1.487-1.489-7,-0.307-0.065 0,-0.330 0.006 0,-0.329 0.056 1,1.022 2.716 1,-1.546-1.418 3,-0.143 0.066 0,-0.453-0.789 0,0.005-0.207 1,0.051-0.259-1,0.661 0.621-4,-0.169-0.623-1,-0.238-0.668 4,-0.271-0.657 0,-0.276-0.609 0,0.259-0.015-1,-0.010-0.328 1,0.065-0.198-1,3.069 2.933 2,1.041 0.645 1,-4.045-4.449-3,0.008-0.489 0,4.754 2.208 0,-0.577-0.865-1,-0.839-0.122 1,-2.083-1.727 0,0.613 0.220 1,0.130 0.216 0,-0.173 0.194 1,1.530 0.497-3,0.909 0.636-1,-0.262 0.708 1,-0.944 0.688 3,-0.961-0.323-4,-0.550-0.580 0,-0.398-0.806 2,3.893 1.411 3,0.466-2.280-2,0.787-1.980 1,-0.004-1.312-2,1.045-0.609-1,-4.059 0.022 2,-1.859 0.049-1,0.223 0.004-1,0.120 0.010 0,2.402-0.025-1,-0.485 0.029 0,-0.694 0.029 3,-0.759 0.026-1,3.766-0.005 1,-0.731 0.044-1,-0.131 0.027 0,-2.259 0.010 0,1.148 0.002 0,0.642 0.001 1,0.277 0.000 1,-2.007-0.001-3,-0.380-0.001-1,-0.459-0.000 0,-0.483-0.001 0,0.338-0.001 1,0.316-0.000 3,0.121-0.000 0,1.660-0.000 0,-0.270-0.000 0,-0.412-0.000-4,-0.031-0.000 0,-0.187 0.000 2,-0.065-0.000 1,0.014 0.000 0,0.016 0.000 0,0.015 0.000 0,-0.882 0.000-1,-0.206 0.000-1,-0.220 0.000 1,4.561 0.000 0,-4.936 0.000 0,2.567 0.000 0,-0.254 0.000-1,-0.618 0.000 0,-0.786 0.000 0,-0.821 0.000 1,4.830 0.000 0,0.367 0.000 2,-0.782 0.000 2,2.274 0.000-7,-5.211 0.000 2,-1.312 0.000 2,0.193 0.000-1,-0.203 0.295 0,-0.034 0.482-1,-0.087 0.583 1,0.822 0.326 1,0.462 0.131-1,0.188-0.010-1,0.614 0.015 1,-0.174-0.199 0,-0.284-0.236 0,-0.234 0.443-2,-1.090 0.711 0,-1.156-0.037 2,4.706 2.225 4,-0.899-0.952-1,-0.643-1.118-3,-0.150-0.974-1,-2.146-1.006 0,0.473-0.266 1,3.812-0.105 1,-3.681-0.033-1,-0.167 0.302 0,-0.359 0.386 0,-0.458 0.412 0,4.922 2.294-1,-0.965-0.474 0,-0.748-0.924 2,-3.012-1.206 0,0.372-0.241-1,0.633-0.190-1,-0.012-0.204 1,-0.137-0.162 0,-1.051-0.127 1,5.620-0.053-2,-0.389-0.145 0,0.203-0.058 0,-0.353-0.003 0,-1.061 0.030 0,-0.866 0.034 1,-0.354 0.027 0,0.668 0.271-1,-0.141 1.573 5,-0.345 1.657-1,-0.394 0.190-4,1.020-0.147-1,-0.011-0.862 3,-1.655-1.231-1,0.560 0.209 1,-2.131 0.168-1,0.728 0.234 1,0.288 0.019 0,1.477 0.158-3,0.105-0.297 0,-0.967 0.088-1,-1.101 0.397 1,-1.259 0.518 4,2.867 2.519 2,-1.320-1.125-2,0.524-1.365-1,1.219-1.403 0,1.391-0.965 0,-1.063-0.474-3,-1.239-0.205 1,-1.306-0.063 0,-0.170-0.005 1,-0.287 0.051 0,2.104 0.341 2,-2.321 2.981 0,-5.724 3.093-1,4.788-0.947 0,2.244-4.327 0</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1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8879.568 2970.799 767,'6.187'0.000'0,"0.263"0.000"0,-1.773-3.771-6,0.297-8.076 4,-0.048 2.145 0,1.924-2.492-1,1.886-1.942-1,1.740-1.451-1,1.531-1.033-1,-1.268 2.403 2,0.080 0.439-1,-0.186 0.710 3,1.020-0.960 0,-0.412 0.547-1,-0.457 0.428 1,-0.460 0.323 8,1.622-2.082-3,-0.757 1.058-4,-1.409 1.982 1,-0.161 0.525 0,-0.001 0.354 8,-0.553 0.917-4,0.183 0.061-5,0.233-0.029 0,0.783-0.626 1,-0.063 0.207-1,0.020 0.503 1,0.069 0.655 0,0.097 0.705 2,-0.113-0.138 1,-0.240-0.667-4,-1.473 1.140 1,-0.574 0.628-1,-0.611 0.875 2,-0.600 0.989-1,3.682-3.135 2,0.478 0.853 3,-0.019 0.271 0,0.630-0.558-9,0.363-0.585 1,-1.460 0.868 0,-0.551 0.226 0,-0.710 0.376 2,-0.774 0.454-1,0.195-0.640 1,-1.128 0.347 2,-1.047 0.265 2,-0.912 0.192-2,-0.756 0.132 0,3.732-1.928 0,2.801-0.886 2,-0.748 1.230 0,0.104 0.226-2,-0.358 0.396-4,-0.637 0.481 0,0.547 0.500-1,0.488 1.044 3,-1.487 1.253 1,-0.257 0.296 1,-0.377 0.130 1,2.597-2.023 0,0.649-1.538 0,-0.995 0.455-2,-0.120 0.372-1,0.251-0.201 0,-0.396-0.037 0,-0.434-0.137 2,-0.423-0.189 0,2.294-0.589-3,1.508-0.216 0,-2.805 1.945 3,0.053 0.200 5,-0.097 0.236-7,-0.194 0.249-2,-0.978 0.452 0,-0.453 0.061 1,-0.496 0.004 1,2.422-1.646 1,-0.256 0.072 1,-0.134 0.134 3,-2.667 1.641-3,0.128 0.004-1,0.230-0.046 0,1.776-0.866-1,0.327-0.046 1,0.259-0.015 0,0.131 0.017 0,0.688-0.298 0,2.218-0.469-2,0.814 0.585 2,-1.075 0.737-1,-0.569 0.214 1,-0.837 0.109 0,-1.916 0.678-1,0.149-0.073 1,0.395-0.126 1,2.729-0.884 0,-0.519 0.485-2,-0.858 0.650 0,-0.229 0.315 1,0.191 0.078-1,0.447-0.080 5,-2.609 0.870-4,-0.289 0.230 0,-0.385 0.284-1,1.662-0.334 1,-0.698 0.090-1,-0.702-0.008 3,-0.652-0.070 1,-0.572-0.104-3,2.667-0.261 0,2.114-0.342-1,1.604-0.369 8,-0.994 0.394-7,-0.005 0.214-4,-0.318 0.327 0,-0.510 0.384 0,0.057 0.458 1,0.266 0.359 1,0.071 0.332 3,4.619 0.152 4,1.267 0.380-1,-5.396 0.335-8,-0.531 0.125 1,-0.726 0.098 2,1.084 0.084 1,-0.980 0.070-1,-0.923 0.043 1,-0.827 0.023 4,-0.710 0.008-3,-0.587-0.002-2,2.698-0.002 0,1.146-0.015 1,0.496-0.017 1,0.043-0.017 3,-0.248-0.016 0,1.258-0.379-8,1.534-0.592-1,1.021-0.698 0,-1.468-0.154 17,-0.350-0.113-14,-0.629 0.022-3,-0.789 0.115 2,-0.407 0.255-1,0.426 0.179 1,0.408 0.189 5,2.246 0.068 2,-0.826 0.237 6,-1.207 0.210-14,0.929 0.174 0,-0.319 0.151-1,-0.947 0.118 10,-1.297 0.089-2,0.201 0.063-1,0.503 0.042-2,0.519 0.026-4,3.229-0.684 16,0.313-1.076-17,-4.018 0.091 1,0.170-0.120 0,0.250 0.009 4,0.293 0.098 1,2.471 0.027-2,0.306 0.227-1,-0.202 0.239 0,0.973 0.219-1,0.050 0.219 13,-0.359 0.190-13,-0.605 0.159-2,-1.867 0.137 14,-0.173 0.085-12,-0.034 0.065-1,1.234 0.052-1,-0.417 0.039 5,-0.518 0.024 2,-0.551 0.012 0,2.342 0.007-1,1.536-0.003-2,-2.483-0.015 1,-0.575-0.007 9,-0.949-0.007-8,2.116-0.003-6,0.468-0.009 1,0.239-0.008 6,0.075-0.007-1,-2.521-0.006-1,-1.160-0.003 0,-1.363-0.003 0,-1.418-0.002 0,2.237 0.711 0,0.841 1.079 4,-3.180-0.074-3,-0.408 0.115-1,-0.557-0.022 1,0.890 0.751-1,-0.645 0.740 0,0.040 0.230 1,0.477-0.112 2,-0.792-0.510-2,-0.327-0.374 0,-0.479-0.411-2,-0.973 0.150 0,0.127 0.216 1,-0.040 0.036 1,0.989 0.705 0,-0.121 0.577 0,0.730 0.658-1,0.687 0.399-2,0.842 0.295 1,-1.523-0.836 2,-0.135-0.275-3,-0.308-0.386 0,0.618-0.220 0,-0.074-0.552 1,-0.001-0.540 0,1.435 0.320 5,-0.298 0.403-3,1.363 1.058-1,0.494 0.798 1,-1.512-0.413 0,-0.666-0.310-1,-0.835-0.508-1,-1.761-1.122 0,0.055-0.394 0,-0.088-0.383 3,0.454 0.043 0,-0.350 0.138 0,-0.409 0.299 0,0.140 0.610-4,-0.471 0.445 0,-0.438 0.424 3,-0.555 0.080-1,0.213 0.341 1,0.376 0.316-1,0.792 0.395 0,-0.204-0.349-1,-0.388-0.532 1,-0.482-0.616-1,3.146 0.605 0,-1.301-0.732 3,-0.181 0.145 0,-1.568-0.963 0,0.335-0.194-2,0.143-0.244-1,0.014 0.532-1,-0.077 0.259 3,-0.141 0.053 0,0.395 0.508-1,-0.015 0.489-1,0.020 0.573 2,0.042 0.601-3,3.109 2.442 0,1.002 0.630 0,0.136-0.091 0,0.222-0.101 1,0.034-0.250 1,-0.560 0.545 0,-0.878-0.351-1,-1.001-0.874 0,-4.752-2.956 0,2.017 2.557 6,-0.997-0.203-2,-0.874-0.387-3,-0.733-0.481 3,-0.592-0.509-1,6.614 6.680-5,-1.923-3.323 2,0.240 0.402 2,-0.565-0.116-1,-1.438-1.564-1,-0.090-0.406-2,0.030-0.434 0,0.109-0.427 2,-0.762-0.628 0,-0.020 0.286 3,-0.033 0.465-1,0.469 0.655 0,0.154 0.073 0,0.190-0.078-1,0.206-0.178 0,0.754 0.774 0,-0.119 0.342-1,-0.231 0.450 0,0.457 0.152 0,-0.205-0.057 1,-0.632-0.192 1,-0.575-0.630-1,-0.114-0.429 2,0.033-0.458 0,0.130-0.450-3,-0.423-0.688 0,-0.154-0.301 1,-0.214-0.244 0,-0.242-0.192 0,5.135 2.547 1,-2.947-2.674 0,-0.693-0.636 1,-0.902-0.573 0,3.338 1.790-1,-3.088-1.185-3,1.579 3.529-1,-3.009-1.479 6,0.877 0.793 2,0.499 0.143-5,1.563 1.265-3,0.027-0.212 0,-0.200-0.336-2,-1.829-1.603 4,-0.269 0.066 1,-0.260 0.170 1,-0.239 0.233 1,0.316 0.409-2,-0.131-0.571 0,-0.084-0.774 0,0.175-0.351 0,-0.273-0.591 1,-0.302-0.455 1,3.949 3.084 1,-0.966 2.177-3,-3.766-3.669 1,-0.132-0.385 1,0.205-0.278-1,0.228-0.463-2,1.120 0.438-1,0.007-0.386 0,-0.113-0.281 3,-0.181-0.192-1,-0.479 0.890 0,-0.244 0.566 0,-0.233 0.194 0,-0.209-0.058 2,-0.178-0.216-1,0.251-0.250-2,0.103-0.808-1,4.177 2.117 1,-1.886-0.856 3,-2.416-0.542 1,3.171 0.884-2,0.674-0.642 0,0.890 1.189-3,-3.952-2.612 1,0.205 0.904-1,-0.462 0.637 2,-0.549-0.209 0,-0.296-0.349-1,3.105 3.092 2,-0.655-2.517 0,0.428-0.245-1,-0.409 0.552 0,0.163 2.310 0,0.595 0.101 1,-0.551-3.078-1,0.185-2.271 0,1.966-1.154 0,-1.808-1.202 1,-0.597-0.708-1,-0.047-0.543 0,0.065 0.808 0,-0.021-0.011 1,0.193-0.003 0,-0.423 1.872 1,-2.150 5.135-2,0.876-0.293 0,-0.239 0.230-2,1.459-1.515 1,-0.249-1.633 0,2.109 1.463 2,0.985 0.191-2,-0.989-1.441 0,-1.228-1.537 0,2.240-0.898 0,-2.311-1.394 2,0.168 0.966 1,1.447 2.558-1,0.979 2.439-1,0.089 1.200-2,-0.555-1.042 0,-0.737-1.915 1,0.524-1.736 2,0.582-1.162 0,0.021 1.034 1,-0.238 1.758-2,-0.795 1.135-1,-0.922 0.485 0,-0.971-0.372 0,-0.464-1.427 1,0.123-1.384 0,1.435 1.369 2,-2.074 1.577 1,0.183-2.135-2,0.712-0.870-1,0.994-0.821-1,-0.080-1.563 0,-0.428-0.580 0,-4.765 6.195 3,-1.659 0.170-1,0.000 0.375 0,3.317 1.386-1,1.526-3.736 0,2.792 2.731-1,-3.443-1.699 0,2.148 2.715-1,0.228-1.244 0,2.056 0.204 2,0.094-0.120 1,-1.587 0.368-2,-2.431 0.399 1,-1.938-0.019 1,-1.141 1.492 0,-1.047 0.686-2,-0.637-0.999 0,0.551-2.309 1,2.989-0.847 2,1.962-2.378 0,2.880 2.245-1,-1.314-0.680-2,-0.976-0.537 0</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1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12775.568 3218.799 767,'6.110'0.000'0,"0.174"0.000"0,0.839 0.000-6,2.839 0.000 4,-3.327 0.000 1,1.099 0.000-1,0.939 0.000 0,1.305 0.000 0,0.311 0.000 1,0.049 0.000-1,-0.122 0.000 1,2.776 0.000-1,-2.067 0.000 1,-0.417 0.000 1,-1.509 0.199 1,-0.796 0.320 2,-0.832 0.381-2,-0.804 0.398-3,-0.734 0.385 1,0.104 0.326 2,-0.088-0.033 0,0.121-0.167 0,0.245-0.240 0,3.174 0.041-1,-0.686-0.604 1,0.110-0.270-1,-1.193-0.257 1,-0.580-0.155 1,-0.679-0.124-4,4.307-0.055-1,1.936-0.210 5,-4.074-0.006 0,0.543-0.005 0,0.188 0.001-2,-0.527 0.009-3,-0.739 0.010 1,-0.803 0.011 0,-0.705 0.014 2,0.111 0.007 1,-0.138 0.006 1,-0.296 0.005 0,6.282 0.000 0,-5.337 0.009-4,0.182 0.001 0,1.578 0.001 3,0.133 0.001 0,-2.062-0.000-3,-0.194 0.000 0,-0.212 0.000 3,1.215 0.000 0,-0.354-0.000 0,-0.363-0.000-1,5.035 0.000 0,-5.582-0.001 1,2.908 0.000 0,0.164-0.000 0,0.005-0.000-4,-0.092 0.000 1,-2.271 0.000 2,-0.284 0.000 1,-0.283 0.000-1,0.481 0.000 0,-0.659 0.000 0,4.418 0.000 1,-2.332 0.000-1,-1.566 0.000 1,1.276 0.000 0,0.393 0.000 2,-0.177 0.000-3,-0.105 0.000-3,0.950 0.000 1,0.740 0.000-1,-1.030 0.000 5,0.382 0.000 0,0.348 0.000-5,3.968 0.000-1,-0.320 0.000 1,-1.149 0.000 3,0.356 0.000-1,-2.183 0.000 3,0.535 0.000-1,0.650 0.000-1,3.396 0.000-1,-0.162 0.000-1,0.019 0.000 0,0.133 0.000 0,-0.431 0.000 2,-0.758 0.000 3,-1.864 0.000-3,-1.029 0.000 0,-1.020 0.000 0,0.621 0.000 2,-0.446 0.000 0,-0.196 0.000 0,-1.867 0.000-1,0.153 0.000-1,0.264 0.000-1,2.132-0.589 1,0.974-0.923 0,0.363-0.479 0,-0.054-0.160-1,1.559-0.147 0,0.503 0.246 0,-4.016 0.735 2,-0.360 0.187 0,-0.438 0.186-2,2.329-0.585 0,0.412-0.737 0,1.162-0.595 4,-0.457 0.032-3,-2.289 0.089-1,-1.490-0.299 1,-1.598-0.360 0,-1.368 0.693 0,0.022 0.136 3,-0.007 0.218-2,0.766 0.117 4,0.440 0.339-3,0.523 0.338-4,0.258 0.319 0,0.060 0.288 1,-0.079 0.250 0,-0.402 0.217 0,-0.354 0.167 0,-0.406 0.133 1,-0.420 0.102 1,4.694 0.108 0,0.928 0.171 0,-5.774-0.057 0,4.166 0.115 1,-2.200-0.071-2,-0.414-0.044-1</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2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7393.568 4539.799 767,'6.078'0.000'0,"0.133"0.000"0,-0.016 1.949-5,-0.436 4.745 4,-1.624 0.696 0,1.531-0.255-1,-0.458-1.710 1,-0.795 0.164 1,0.290 1.509 0,0.946 0.681 1,1.310-1.122-2,0.379-0.545 0,-1.364 0.312 0,-1.688 0.775 2,-0.998 2.545 0,-1.675-0.813-2,-1.067-1.363 0,-0.129-1.276 1,4.377-0.253 3,0.821 0.357-1,-2.634 1.447-3,-1.131-0.935 1,2.891-0.554 0,0.125-1.840 0,0.014-0.357 0,-2.611 1.603-1,-2.717 0.650 0</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2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7558.568 4555.799 767,'6.174'0.000'0,"-0.103"0.000"0,-1.328 5.174-5,-2.730 2.898 5,0.512-2.592-1,0.729-0.350-1,0.940 0.085 0,0.673 0.028 1,0.466 0.117 1,0.262-0.388 0,1.394-0.624 1,0.143-2.796-1,-0.277 2.801 2,-1.194 4.349 0,-0.260 0.406-4,-1.702-2.189-1,-1.102-0.809 2,-2.499 0.109 0,0.689 0.070 1,5.841-5.426 3,0.072-0.922 0</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2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7674.568 4456.799 767,'6.200'0.000'0,"0.131"0.000"0,1.233 3.483-6,-2.360 0.449 6,1.562-0.376-1,0.736-0.019 0,-1.913 0.176 0,-1.171 2.538 1,-1.644 0.202 1,3.229-3.899 0,-0.433 0.297 1,2.915 6.432-3,-3.888-4.506 0,-0.099-0.500-2,3.390 2.424 0,-2.445-0.667 2,-2.224 0.357 2,-1.469 1.695 2,-1.896-1.056-3,-0.402-0.835 1,0.404 0.667-1,0.168-0.080 1,2.049-0.794 1,4.120-4.560-2,0.526 1.839 0,-4.246 2.808 0</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3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7806.568 4390.799 767,'6.106'0.000'0,"0.136"0.000"0,0.329 0.000-5,0.587 2.134 4,-2.261 3.675 1,-2.820 0.411 0,-1.601 0.289-1,-0.810-0.414 0,3.034-0.206 0,4.272-5.313 3,-1.050 4.601 0,-3.284 0.903-2,2.602-1.513-1,1.740-4.008-1,-4.399 5.077 3,-2.796 0.459 0,3.953 1.481-1,0.604-2.863-1,-0.316-0.004 1,-0.276 1.143-1,-2.210-0.031 0,-1.029 0.914 1,6.893-4.459 2,-1.325-2.078-1</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3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7971.568 4258.799 767,'0.000'6.198'0,"0.000"0.133"0,0.000 0.071-5,0.000-0.010 5,0.000 1.813-1,1.488-0.466 0,2.858-3.525 1,1.255-0.656 0,-0.232-0.352 0,1.423 1.497-2,-1.710-0.089 1,-2.214 1.178 0,-1.672 1.839 2,-0.646 1.688 1,-0.396-0.564-3,-0.197-1.354 1,-0.072-1.357-1,2.551-0.497 0,1.880-1.002 3,0.438 1.503 1,-0.802-1.243-4,1.475-0.263 0,0.820-4.177 1</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3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8103.568 4225.799 767,'0.000'6.124'0,"0.000"0.149"0,0.000 0.968-5,0.000 1.239 4,0.000-1.567 1,0.000 0.027-1,0.000 0.072-1,0.000-0.545 1,0.000-0.151 1,0.000 0.508 0,0.000 0.090 2,1.105-0.707 0,5.146-5.865-2,0.229-0.392 0,-3.316 6.470 1,-1.951 1.539-1,1.917-1.874-1,1.473-0.348 0,-0.164-0.528-1,-1.611 0.642 2,-2.870 0.301 1,-0.128 0.144 0</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3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8268.568 4159.799 767,'0.000'6.139'0,"0.000"0.134"0,0.000 0.021-5,0.000 0.061 5,0.000 1.051-1,0.000 3.363-1,0.000 0.747-1,0.000-1.421 1,0.000-1.003 1,0.000 0.870 1,0.000-2.100 2,0.000-1.519 0</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3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8483.568 4126.799 767,'0.000'6.333'0,"0.000"-0.208"0,0.000-0.069-5,0.000-0.035 5,0.000 3.477-1,0.000-2.148-1,0.000-0.082 1,0.000-0.468 0,0.000 0.288 0,0.000 1.636 1,0.000 1.176 1,0.000-0.356-1,0.000-1.459-1,0.000-1.428 1,0.000 1.333-1,0.000-0.901 2,0.000-0.350 1</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4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8615.568 4142.799 767,'0.000'6.023'0,"0.000"0.129"0,0.000 0.168-5,0.000 0.238 4,0.000-0.292 1,0.000 0.123 0,0.000 0.035-1,0.000 1.329 1,0.000 0.388 0,0.000-0.341 0,0.000 0.116-1,0.000-0.742 0,0.000-0.918 0,0.000 1.409 0,0.000-1.618 1,0.000 0.834 2,0.938-0.780-1,5.183-5.986 0,0.025-0.104 0</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4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8764.568 4142.799 767,'0.000'6.257'0,"0.000"-0.211"0,0.000 0.520-5,0.000 4.105 4,0.000 2.057-1,0.000-5.145 1,0.000 0.454-1,0.000 0.300-1,0.000 0.616 2,0.000 0.092-1,0.000-0.909 0,0.000-0.653 1,0.000-0.750 4,0.000 4.541 0,0.000-3.181-3,0.000-1.083 0,0.000-0.316 2,0.000 0.291 0</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4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8962.568 4225.799 767</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4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8962.568 4225.799 767,'0.000'6.309'0,"0.000"-0.193"0,0.000 1.487-5,0.000-0.189 4,0.000 2.005 0,0.000 1.000-2,0.000 0.364 0,0.000-4.028 1,0.000 0.689 2,0.000 0.723 2,0.000-0.470-3,0.000-0.291 1,0.000-0.481-1,0.000-0.567 0,0.000 4.447 1,0.000-2.070 1,0.000-1.301 0,0.000-1.078 0,0.000 0.090 1</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4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9110.568 4274.799 767,'0.000'6.039'0,"0.000"0.113"0,0.000 0.402-5,0.000 0.328 4,0.000 1.170 1,0.000 0.405-1,0.000 0.082 1,0.000-1.889-2,0.000-0.238 0</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5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9242.568 4307.799 767,'0.000'6.375'0,"0.000"-0.219"0,0.000 0.286-5,0.000 1.348 4,0.000-0.101 1,0.000 1.116-2,0.000 0.625-1,0.000 0.072 1,0.000-0.205 0,0.000-0.357-1,0.000-0.419 2,0.000 4.012 0,0.000-1.881 0,0.000 0.904 5,0.000 2.910-1,0.000 0.082-7,0.000-0.785 0,0.000-1.260 0,0.000-1.891 6,0.000-1.657 0,0.000-1.591-4,0.000 3.297 1,0.000-3.948 5,0.000-0.593 0</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5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9358.568 4489.799 767,'0.000'6.259'0,"0.000"-0.181"0,0.000 0.907-5,0.000 2.348 4,0.000 0.051 0,0.000 1.128-1,0.000-1.792 1,0.000-1.356 0</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5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9523.568 4522.799 767,'0.000'6.151'0,"0.000"0.234"0,0.000 0.852-5,0.000-0.802 4,0.000 1.744 1,0.000 3.355-3,0.000-5.140 2,0.000 0.194-1,0.000-0.120 1,0.000-0.243 0,0.000 4.909 1,0.000-0.941 0,0.000 1.284 1,0.000-1.533-1,0.000-1.750 1,0.000-0.833-1,0.000-0.118 1,0.000-0.418 0,0.000-0.468-1,0.000-0.102 0,0.000 0.508 0,0.342 0.344 0,2.086 0.693 1,1.725 0.266-2,-0.309-1.997 1,-0.047-1.063-1</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5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11504.568 4803.799 767,'6.156'0.000'0,"0.128"0.000"0,-0.180 0.000-5,3.106 0.000 4,-2.283 0.000 1,0.229 0.000-2,3.100 0.000 1,1.724 0.000-1,-5.651 0.000 1,0.107 0.000 0,-0.325 0.000 0,4.755 0.000 1,-1.873 0.000 1,1.367 0.000-1,0.540 0.000 2,0.594-0.139-1,-5.044-0.218-2,-0.213-0.252-1,4.747-1.359 3,-2.400-0.837-2,-2.116-0.573-1,1.347 0.238 0,0.561 0.778 7,-0.695 0.862 0,-1.068 0.702-7,0.207 0.477 0,0.092 0.312 2,2.063 0.142 2,-2.710-0.035-1,0.152-0.320-1,-0.408-1.268 0,-3.384-4.237 0,-3.167-1.140 1,1.770-1.923-1,2.501 0.574-1,1.771 1.220 0,1.961 1.344-1,-0.372 2.010 2,-0.829 1.617-1</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5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11785.568 4737.799 767,'0.000'6.113'0,"0.000"0.147"0,0.000-0.169-5,0.000 3.182 4,0.000-1.176 0,0.000 0.774 0,0.000 1.465-1,0.000-1.328 1,0.000-1.474 1,0.000 0.159 0</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5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11917.568 4753.799 767,'0.000'6.268'0,"0.000"-0.190"0,0.000 0.394-5,0.000 2.215 4,0.000-1.970 1,0.393 0.038-2,2.335 0.760 1,1.431 0.816 0,-0.396 0.374 1,2.377-0.616-1,-0.200-2.928 2,0.955-0.920 0</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0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12049.568 4720.799 767,'0.000'6.189'0,"0.000"0.143"0,0.000 1.000-5,0.000 0.041 4,0.000 1.308 0,0.000-0.400 0,0.000-1.319 0,0.000 1.021 0,0.000-0.536 0,0.000 1.158 3,0.000-0.478 0,0.000-0.942-4,0.000-0.424 0</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0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12197.568 4737.799 767,'0.000'6.364'0,"0.000"-0.183"0,0.000 2.034-5,0.000-1.687 4,0.000 0.354 1,0.000-0.834-2,0.000 2.773-1,0.000-0.761 4,0.000-0.459 0,0.000-0.773-1,0.000 1.567-1,0.000-1.319 2,0.000-0.702-1,0.000-0.362 1</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0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12329.568 4720.799 767,'0.000'6.007'0,"0.000"0.179"0,0.000 0.856-5,0.000 1.280 4,0.000-0.231 0,0.000 2.128 0,0.000 1.130-1,0.000-0.259 0,0.000-1.763 1,0.000-2.410 0,0.000 0.295 2,0.000 2.721 1,0.000 0.444 1,0.000-1.370-4,0.000-2.716 0</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0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12428.568 4720.799 767,'0.000'6.131'0,"0.000"0.152"0,0.000 2.281-6,0.000-0.681 5,0.000 3.403-1,0.000-5.086 1,0.000-0.127 0,0.000 4.951 1,0.000-1.876-2,0.000-0.670 0,0.000 0.143 4,0.000-0.026 0,0.000 0.686-1,0.000 0.373-1,0.000-1.923 0,0.000-1.491 0</inkml:trace>
</inkml:ink>
</file>

<file path=ppt/ink/ink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0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12577.568 4687.799 767,'0.000'6.341'0,"0.000"-0.192"0,0.000 0.248-5,0.000 3.751 4,0.000-3.909 0,0.000 0.602 0,0.000 0.324-1,0.000 1.296 0,0.000-0.387 0,0.000-0.597 2,0.000-0.670-1,0.000 2.661 1,0.000-0.903 1,0.000 0.202 0,0.000-1.169 1,0.000-1.001-1,0.000-0.439-1,0.000 1.913 0,0.000-1.029 1,0.000-0.852 0</inkml:trace>
</inkml:ink>
</file>

<file path=ppt/ink/ink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0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12660.568 4654.799 767,'0.000'6.196'0,"0.000"0.186"0,2.341 2.332-6,1.646 0.197 4,0.074 1.874 0,-1.170-0.192 0,-1.129 1.674 1,-1.218-5.856 0,-0.147 0.216 0,-0.123 0.096 1,-0.101-0.011-1,-0.078-0.083 0,-0.059-0.129 2,-0.056 1.062-1,-0.037-0.463 1,-0.020-0.520 0,-0.005-0.512-1,-0.061 4.016 0,0.036-1.671 1,0.040-1.256 0,0.023 1.302 1,0.035-1.904-2,0.014 0.320 0</inkml:trace>
</inkml:ink>
</file>

<file path=ppt/ink/ink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1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12759.568 4638.799 767,'0.000'6.058'0,"0.000"0.117"0,0.000 0.330-5,0.000-0.012 4,1.051-0.032 1,4.130 0.167-1,0.519-2.647 0,2.533-0.054 0,-1.688-1.028 0,-1.135 0.181 1,-4.001 3.104 0,-1.946-0.055 1</inkml:trace>
</inkml:ink>
</file>

<file path=ppt/ink/ink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1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12924.568 4472.799 767,'0.000'6.341'0,"0.000"-0.192"0,0.000 3.013-5,0.000-0.035 4,0.000 0.229-1,0.000-1.044 0,0.000-1.417 0,0.000 0.874 1,0.000 0.926 2,0.000-2.553 1,0.000 0.109 0,0.000 0.394-3,0.000-0.121 0</inkml:trace>
</inkml:ink>
</file>

<file path=ppt/ink/ink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1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12924.568 4572.799 767,'0.000'6.259'0,"0.000"-0.181"0,0.000 2.622-5,0.000-1.117 4,0.000 0.985 0,0.000-2.166-1,0.000-0.161 0,0.000 4.786 1,0.000-2.355 0,0.000-2.162 1,0.000-0.118 0,0.000 0.795 2,0.000-0.198 0</inkml:trace>
</inkml:ink>
</file>

<file path=ppt/ink/ink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1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13023.568 4423.799 767,'0.000'6.181'0,"0.000"0.151"0,0.000-0.158-5,0.000 0.096 5,0.000 2.274-1,0.000-2.439 0,0.000 2.320-1,0.000-0.998 2,0.090-0.986 0,4.336-2.320 1,1.688-4.139 0,-0.958 3.568 0,-4.927 2.919 0,-0.176 1.177-1,0.035 0.154-2,1.955-1.319 1,4.542-4.855 1,-0.040-0.644 1,-4.857 5.029 0,0.585 1.410-1,1.208-1.558 0,0.582 1.022-2,1.320 0.380 1,0.694 0.055 1,-1.000-0.035-2,-1.102 0.869 2,-1.744-0.676 1,-1.245-0.719-1,-0.778 1.338 0,-0.630-2.100 0,0.054 0.243 1,0.387-0.142 0</inkml:trace>
</inkml:ink>
</file>

<file path=ppt/ink/ink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1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13188.568 4439.799 767,'0.000'-6.073'0,"0.000"-0.052"0,0.000-0.348-5,0.000 0.294 4,-0.979-0.294 1,-5.226 4.529 0,-0.258-0.836 0,-0.746-1.529-1,1.151-1.001-1,2.150-0.192 0,1.110-2.344 3,-1.646 1.785 0,-2.768 4.571 0</inkml:trace>
</inkml:ink>
</file>

<file path=ppt/ink/ink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1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13138.568 4373.799 767,'0.000'6.167'0,"0.000"0.128"0,0.000 1.402-6,0.158 0.225 5,0.917 2.163-1,1.062-1.204 1,0.835-1.861-1,0.529-1.620 1,-0.229 2.712 0,-1.001 0.618 5,-0.991-1.186-1,-0.717-1.528-5,-0.418 1.556 0,-0.223-0.904 3,-0.030 1.202 0,0.187-0.057 0,1.030-1.810-2,2.819-0.815 1,1.961-0.997 1,-2.300 3.099 0,-1.995-0.968 0</inkml:trace>
</inkml:ink>
</file>

<file path=ppt/ink/ink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2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13254.568 4340.799 767,'0.000'6.007'0,"0.000"0.179"0,0.000 1.182-6,0.000 1.691 5,0.000 1.559-1,0.000-0.415 0,0.000-2.416 1,0.000-0.148 0,0.000 1.521 2,0.000-1.120 1,0.000-1.140-2,0.649 0.214 0,4.881-3.440 2,0.620-4.248-1,-2.943 5.921 1,-2.183 1.131-2,2.345-1.058 0,2.727-5.807-1,0.339 0.922 1,-1.016 3.847-1,0.003 0.849 1,-0.633-0.408-1</inkml:trace>
</inkml:ink>
</file>

<file path=ppt/ink/ink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2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13369.568 4291.799 767,'0.000'6.219'0,"0.000"-0.184"0,0.000 0.646-5,0.000 2.007 4,0.000-0.042 0,0.000-1.354 0,0.000-0.779 0,0.000-0.428 1,0.000 0.110 0,0.000 0.260 1,0.000-0.390 0,0.000 1.085 0,0.000 0.360-2,0.000-0.684 0,0.000 0.801 1,0.475-1.053 0,4.781-3.022 1,0.954 2.808-1,-1.268 0.396 0,0.905 1.085-2,-0.825-0.728 0,-1.733-1.714 1,-0.815 1.321 1,-2.653-0.518 0</inkml:trace>
</inkml:ink>
</file>

<file path=ppt/ink/ink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2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13535.568 4241.799 767,'0.000'6.094'0,"0.000"0.150"0,0.000-0.133-5,0.000 1.586 4,0.000 0.364 1,0.000 0.817-2,0.000 0.286 0,0.000 0.020 1,0.000 1.484 0,0.000-2.078 1,0.000-2.008 1,0.342 0.741-1,4.115 1.516 0,-0.307-0.518 1,-0.543 0.556-1,-1.334-2.487-1,-0.636-0.606 0</inkml:trace>
</inkml:ink>
</file>

<file path=ppt/ink/ink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2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13634.568 4258.799 767,'0.000'6.156'0,"0.000"0.127"0,0.000-0.174-5,0.000 0.398 5,1.101 0.847-1,3.359-1.104 0,0.144-1.459 0,-0.145 0.964 1,-2.784 0.949 0,-1.564-0.321 1,5.170-2.941-1,1.502-1.257 1,-3.526 2.904-1,-1.630 1.605 0</inkml:trace>
</inkml:ink>
</file>

<file path=ppt/ink/ink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3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13551.568 4208.799 767,'6.293'0.000'0,"-0.218"0.000"0,-0.067-1.835-5,-0.412-3.330 4,5.873-1.005-1,-2.832 2.670 1,1.194-0.004-1,0.033 0.334 0,-0.496 0.438-1,-0.804 0.475 1,-0.949 0.465 0,-0.979 0.427 0,3.964-0.300 2,-2.208 0.988 1,-0.420 0.577 3,0.794 0.305 2,-0.522 0.068-5,-1.888-0.047-1,-0.184-0.032 0,0.371-0.126 0,0.600-0.091 0,-1.113 0.020 2,0.159 0.748-1,-2.957 5.096 0,-0.361 1.250-1,2.896-3.871 0,0.781-2.633 0,-0.541-0.568 0,0.383-0.121-1,-0.273-0.029 1,2.310-0.028-2,-0.291 0.075 1,0.176 0.057 1,0.656 0.027 0,-2.617 0.006 1,0.305 0.000-1,0.109-0.001 0,-0.402 1.230 0,0.532 1.868 0,0.584 0.217 0,-1.797-1.259 0,0.277-0.264-1,0.118-0.313 0,3.906 0.309 0,0.418-0.410 1,-1.524 1.139 0,-2.294 1.595 1,-0.255 0.020-1,2.595-0.790 2,0.254-1.547-2,1.004-0.683 0,-1.480 0.054-1,-2.895 0.424 0,-1.165 2.972 2,-4.632 1.619-1</inkml:trace>
</inkml:ink>
</file>

<file path=ppt/ink/ink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3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13733.568 4175.799 767,'0.000'6.195'0,"0.000"0.137"0,2.490 0.333-5,2.746-0.664 4,-1.517 1.016 0,-1.309 0.540 0,-0.904 0.607-1,-0.177-0.026 2,0.565-0.974 0,0.771-1.069 0,0.684-0.867-1,1.749 1.155 1,-1.633-1.361 0,-3.616 1.105 2,0.129 0.140-1</inkml:trace>
</inkml:ink>
</file>

<file path=ppt/ink/ink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0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9573.568 4489.799 767,'0.000'-6.150'0,"0.000"-0.179"0,0.000-1.211-5,2.770-1.513 4,1.888 0.719 0,0.473 0.819-1,-0.308 1.451 1,-0.545 1.351 0,1.229-0.641-1,1.809-2.860 2,-2.717 2.291 2,1.173-1.456 0,0.266 0.195-2,0.117 0.654-6,0.433 0.089 5,0.602-0.278-1,0.666-0.494 2,-0.293-0.037 0,0.031-0.584-1,-0.103-0.591-1,-0.713 0.434 1,-0.202 0.032 0,-0.208 0.167 1,0.738-0.889-1,-0.262 0.420 1,-0.253 0.460 1,-1.732 1.865 0,-0.524 0.246 0,-0.577 0.191-1,1.009-2.072 1,0.048-0.088 2,-0.956 1.407-1,0.145-0.413-1,0.191-0.523-1,-0.156 0.585 0,0.179 0.334-1,0.181 0.533 0,0.188 0.398 0,0.185 0.284 0,0.174 0.189 0,0.579-1.214 3,0.104-0.515-1,0.056-0.285-1,1.843-2.311 1,0.275-0.217-1,0.185 0.708-3,0.112 1.202 1,-1.810 1.847 2,-0.098-0.119 0,-0.097-0.372 2,-0.813 0.293-1,-0.493-0.104-1,-0.577-0.045-1,1.278-1.524 0,-0.259 0.120 0,-0.552 0.205 3,-0.279 0.268 1,-0.086 0.289-1,0.044 0.281-4,-0.305 1.419 1,0.213 0.071 1,-0.050 0.013 1,2.529-2.646-1,1.037-0.990 2,1.645-0.859-4,0.441 0.827 1,-3.016 2.739 1,-0.554 0.316-3,-0.691 0.232 1,0.252-1.712 1,-0.348-0.598 5,-0.164-0.341-2,-0.032-0.147 0,0.059-0.010-2,-0.574 0.611-3,-0.446 0.215 1,-0.547 0.253 0,-0.389-0.251 0,-0.672 0.289 0,-0.622 0.272 6,2.256-4.216 1,-1.170 5.616-4,1.377-0.248 0,0.863 0.605-2,0.258 0.194 1,-0.165-0.095 0,0.694-0.848-1,0.218-0.375 2,0.951-1.113 0,0.238-0.430-1,-0.514 1.030-1,0.218 0.701 0,-0.987 1.143 0,-0.062 0.215 1,-0.096 0.101 0,1.035-0.884 1,0.145-0.374-1,0.426-0.175 0,-0.248 0.610 0,-0.340 0.812 0,-0.541 1.037-1,0.077 0.735 2,-0.449-0.146 0,-0.752-0.701-1,-0.890-1.003 1,3.603-3.682 0,-3.366 4.376-1,1.533-0.646 0,0.614-0.306-1,-1.225 1.042 1,0.125 0.243 0,0.076 0.335-1,0.329 0.014 1,-0.158 0.083-1,-0.227-0.009 1,-0.262-0.071 0,0.680-0.507 0,0.375-0.247 0,0.521-0.260 0,0.241 0.090 0,0.042 0.317-1,-0.095 0.448 1,0.938-0.256-1,-0.633 0.128 1,-0.719-0.000 1,-0.707-0.078 0,2.249-1.084-1,1.731-0.208 1,-3.866 1.328 1,0.386-0.417 0,0.706-0.474-3,0.723-0.406 0,-0.318 0.422-1,-0.042 0.397 1,-0.193 0.541 0,-1.005 0.770 0,-0.479 0.497 0,4.727-0.751 3,1.215-0.248 0,-5.537 0.725 0,-0.028-0.032-2,-0.231 0.174 1,0.673 0.333-1,-0.396 0.606-2,0.807 0.198 0,2.702 0.030 5,0.271 0.270-2,-0.110 0.230-4,-0.346 0.188 0,-0.471 0.147 0,-1.074 0.112 2,0.022 0.061 1,-0.209 0.044-1,-0.358 0.031 0,1.258 0.040 7,-1.020 0.013-3,-1.061 0.001-5,-0.997-0.007 1,3.611 0.045 0,-2.289-0.048 1,-1.235-0.038 0,8.438 0.423 2,2.562 0.673 6,2.823 0.772-14,-2.157 0.165 1,0.716 0.558 0,0.076 0.552-1,4.174 1.541-1,-1.805 0.349 7,-2.225 0.116 3,-2.281-0.036-7,-4.066-1.390 2,-0.766-0.413 4,-0.857-0.469 0,0.597 0.098 5,0.903 0.321 5,1.095 0.754-15,-0.070 0.655 1,-0.384 0.667 1,-0.564 0.630 0,-1.480-0.937-1,0.342-0.231 1,0.232-0.392 0,2.280 0.937-1,-1.388 0.082 11,-0.583 0.276-9,-0.025 0.380-4,0.821 1.074 8,-0.622 0.352-3,-0.683 0.297-2,-0.659 0.239 0,-1.525-0.700 2,-1.061-0.495 0,-1.048-0.603-1,-0.956-0.623 1,-0.823-0.585-1,1.027 0.744 0,0.477-0.109 1,0.179-0.545 1,-1.181-0.702 0,0.114 0.476 0,-0.191 0.374-3,1.183 1.548-1,-0.238-0.167 2,-0.231-0.403 0,-0.210-0.525-1,-0.180-0.564-1,-0.148-0.547 1,-0.221-0.054 1,0.924 0.926-1,0.870 0.917 2,0.272 0.601 4,-0.167 0.347-3,-0.471 0.150-5,1.338 1.497-1,-0.254-0.914 1,0.605 0.139-1,-0.186-0.386 6,-2.514-1.621 3,-0.152 0.348-3,-0.117 0.203-2,2.191 2.932 1,0.034 0.075 1,-1.800-2.282-5,-0.104-0.242 1,-0.094-0.256 1,1.607 0.919 2,1.101-0.101-1,-0.812-0.798 0,-0.432 0.077 0,0.802 1.271 0,-0.856-0.550-1,-0.844-0.700 2,-0.762-0.729 0,-0.646-0.684-1,-0.519-0.597-1,-0.396-0.491 0,3.426 3.593-1,-2.974-0.340 1,0.064 1.324 5,0.884 1.323 7,0.901 0.744-14,0.835 0.327-3,-0.671-1.480 3,-0.199-0.489 0,-0.380-0.605 0,-0.471-0.638 0,-0.498-0.616 1,-0.482-0.560 3,-0.868-0.754 1,-0.596-0.067-1,-0.592 0.064 0,-0.554 0.149 1,-0.143 0.816 0,-0.217-0.466-1,-0.057-0.618 1,1.813 4.383 1,1.272-0.901-2,-0.943-3.360 0,0.748 0.701-1,1.019 1.014-1,0.456 0.145 1,0.283-0.075-1,0.157-0.188-2,-0.131-0.492 1,-0.237-0.562 2,-0.293-0.570 0,-0.291-0.184 0,-0.114 0.256 1,-0.055 0.458 0,-0.054 1.548 0,-0.661 1.258-1,-1.023-1.407 0,-0.210-0.404 0,-0.110-0.705 0,-0.036-0.876-1,0.078 0.190 1,-0.366-0.008 2,-0.430 0.278-2,0.085 0.614 2,0.169-0.053-2,0.324-0.163 0,0.145-0.698 0,0.390-0.221 0,0.392-0.211 0,0.342 0.122 0,0.156 0.158 0,0.071 0.243 1,0.010 0.283-1,-0.718-0.737-1,-0.369-0.122 0,-0.440-0.195 0,-0.468-0.235 0,0.361 1.262 1,-0.120-0.477 1,0.057-0.482 1,0.157-0.443-1,0.182 1.047 0,0.182 0.427-1,0.164 0.015 1,0.140-0.235 1,-0.581-0.996-2,0.129 0.544-2,0.147 0.722 0,0.151 0.800 0,0.503 2.028 1,-0.433 0.005 0,-0.568-0.349 0,-0.788-2.135 0,-0.025-0.095 0,0.077-0.015 3,0.144 0.042-1,0.874 1.171-1,0.261-1.030 0,0.218-1.246 0,0.172-1.278 0,1.603 1.476 2,-0.900 0.085-1,-1.304 0.625 5,-1.338 0.741-5,-1.103 0.280-2,-0.723-0.464 0,-0.380-0.800 1,-0.344-0.283 0</inkml:trace>
</inkml:ink>
</file>

<file path=ppt/ink/ink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0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9589.568 4588.799 767,'6.190'0.000'0,"0.140"0.000"0,1.240 3.701-6,-2.625 2.293 5,2.622 5.010 0,-2.943-4.191-1,0.159 0.087 0,0.045-0.158 0,-0.327-0.181 0,-0.541-0.181 1,-0.638-0.168 0,-0.427-0.564 0,0.042-0.120 2,0.202-0.092 1,3.450 3.450 1,1.459-1.584-3,-0.558-0.570 1,-2.164-0.442 0,-0.085 0.345-1,0.801 0.744-1,0.775 0.613 1,0.633-0.438-1,0.490-1.551 1,-0.886-1.063-1,-0.519 1.156 2,-0.982-0.229 2,0.398-0.678-2,0.216-3.223-2,-0.109 5.210 3,-2.680-2.207 0,2.504 4.757-3,-1.844-1.932-3,-1.129-0.341 2,-2.454-0.969 1</inkml:trace>
</inkml:ink>
</file>

<file path=ppt/ink/ink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1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9639.568 4406.799 767,'6.142'0.000'0,"-0.115"0.000"0,-2.364 7.507-5,-3.115-0.162 5,2.418 0.155-2,2.234-1.180 0,0.300-1.389 2,-0.485-0.931-1,1.300 1.136 0,-1.424 0.122 1,-2.457 1.248 1,-0.851-0.171 0,3.068-2.530 1,0.109-0.111-2,-0.617 2.150 1,1.008 1.571-1,0.170 0.584-3,-1.301-0.621 2,-1.513-0.871 0,0.780 1.372 1,3.942-3.136 3,-1.196-1.168-2,0.354 0.835-2,0.398 0.940-1,1.056 1.506 1,-0.953 0.074 0,-2.503-1.432 0,-1.560 0.310 1,-2.620 0.630 0,3.301-1.190 3,3.043-5.444 0,-1.629 5.314-1,-0.132 0.753-2,2.195-2.047-2,-1.141-2.230 1</inkml:trace>
</inkml:ink>
</file>

<file path=ppt/ink/ink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1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9721.568 4274.799 767,'0.000'6.233'0,"0.000"-0.163"0,1.854-0.040-5,3.652-0.667 4,-0.558-1.749 0,0.507-0.831 0,-0.069 0.017 0,0.590 3.036 1,1.303 3.395 1,-1.247 0.731-4,-1.688-0.849 1,-0.280-2.073 1,2.084-1.485 3,2.676-0.293 0,-1.272 0.020-2,-0.412 0.846-1,1.415 0.874 0,1.398-0.158 0,-5.236-2.625 1,2.517 3.277 1,-2.068-1.994-1,0.077-1.202 1,1.059-3.121 0,-1.699 7.480-1,-1.840-1.909 0,-0.042 0.665 0,-0.197 0.182 0,0.093 1.033-3,-0.487-1.084 1,-0.484-1.333 1,0.388 2.231-2</inkml:trace>
</inkml:ink>
</file>

<file path=ppt/ink/ink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1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9820.568 4208.799 767,'4.553'4.552'0,"-0.147"-0.146"0,-0.050-0.050 0,-1.438 2.397-8,-2.436 4.708 6,-0.143-5.424 1,0.319 0.996 0,0.398 0.982 0,0.434 0.920-1,0.776 1.415 0,0.637 0.036 0,0.600-0.300 1,0.450 0.375-1,-0.164-0.366 0,-0.270-1.121 2,-0.021-0.736 1,0.020-0.766 2,0.045-0.735-2,0.101-0.653 1,0.237-0.382-2,0.271-0.256 0,0.589-0.207 0,0.229-0.767 1,0.172-0.820 0,3.003 2.004 0,-2.025 0.077 0,-2.005 0.801 2,-1.217 2.640-3,-1.674-0.392 0,-0.979-0.974-1,0.422-1.591 1,1.623 0.206 0,2.315 0.726 1,0.562-1.935-1,2.174-1.105 0,-1.039-2.941 0</inkml:trace>
</inkml:ink>
</file>

<file path=ppt/ink/ink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1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9985.568 3994.799 767,'0.000'6.101'0,"0.000"0.120"0,5.712-0.006-6,1.570-0.016 4,-3.599-1.415 2,0.443 2.020-2,-0.567 0.228-1,-0.644-0.249 2,-0.640-0.525 0,0.610 4.278 0,-0.134-0.816 1,0.100-2.746 1,0.496 1.024 1,1.248 2.943-1,-0.152-0.241-3,-0.438-0.831-1,-0.586-1.139 0,-0.633-1.247 0,-0.614-1.218 1,0.585 3.102 3,1.395 0.527 2,0.507-1.615 2,1.104 0.358 1,0.911-0.554-8,-0.014-0.986 0,-0.626-1.215-1,-0.921-1.221 2,2.107 1.485 2,-2.497-2.244 0,-5.359 2.107-1,0.892 0.420 1,4.432-0.787 1,2.337-0.077 1,-1.120-2.777-1,0.280 1.391-3,-2.008 1.572 2,-1.103 2.497-1,-1.315-0.051 0,-1.036-0.703-1</inkml:trace>
</inkml:ink>
</file>

<file path=ppt/ink/ink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1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10134.568 3845.799 767,'0.000'6.257'0,"0.000"-0.211"0,2.506 0.495-5,1.679-0.477 4,-0.524 1.659 0,-1.044 0.273-1,0.300 0.649 1,3.010 1.549 0,-2.218-4.394 1,0.502 1.298 0,-0.179 0.735-2,-0.377 0.691-1,0.018 0.821 0,-0.112-0.239 2,-0.022-0.511 1,0.039-0.647 0,0.154 0.596 0,0.217 0.169 0,0.240-0.116 1,-0.360-1.383 2,0.237-0.267 0,0.252-0.272-6,1.121 0.934 1,-0.155-0.773 1,-0.315-0.812 2,-0.387-0.768-1,-0.398-0.676 1,2.315 2.418-1,-2.281-1.245 0,-1.277 1.131 2,-1.392 1.988 2,-0.309-0.849-3,1.118-0.217-1,1.224-0.356-1,-0.033-0.491 1,-0.769-0.512 0,-0.862-0.136 0,-0.840-0.316 0,-0.574 1.917 1,-0.315-1.341-1,4.055-1.750 2,2.436-5.213-1,-2.793 7.421 1,-3.237-1.049-2</inkml:trace>
</inkml:ink>
</file>

<file path=ppt/ink/ink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2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10315.568 3779.799 767,'0.000'6.271'0,"0.000"-0.226"0,0.000 0.490-5,0.000 3.185 4,0.000 0.996-1,0.000-4.626 1,0.000 1.138-1,0.000-0.101 1,0.000-0.312-1,0.000-0.434 2,0.000 4.589-2,0.000-1.646 2,0.000-2.794 1,0.000 5.420 1,0.000-5.712-1,0.000-0.069-1,1.441 1.587 1,0.896 0.375-3,0.484-0.076 1,0.188-0.354 1,-0.015-0.500 1,-0.140-0.553-2,-0.208-0.542-1,-0.233-0.493 0,1.739 4.420-1,-0.730-1.089 1,-1.063-1.656-1,-0.785-0.491 2,-0.671-0.096 7,-0.489 0.843 3,1.002-0.165-6,2.236-1.357-4,0.501-0.837 2,0.571 2.008 0,-2.401 0.378-2,-1.400-1.612 1,2.635 1.476 1,0.587-0.066-1,-0.583 0.958 1,-1.113-0.480-2,-1.023-0.804-1,-0.692 0.821 0,-0.852-1.502 3,-0.112 0.526 0,5.563-3.789 1,0.673-3.297-1</inkml:trace>
</inkml:ink>
</file>

<file path=ppt/ink/ink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2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10563.568 3730.799 767,'0.000'6.016'0,"0.000"0.116"0,0.000 0.293-5,0.000-0.375 5,0.000 2.022-1,0.000 1.279-1,-1.677 2.532 0,-0.348-5.822 1,-0.385-0.182 0,-2.210 4.379 1,1.201-2.132-1,1.374-1.680 2,0.860 2.615-1,1.020-2.156 2,0.224-0.027 0,0.078-0.297-2,-0.009-0.149-1,-0.023 1.443 1,-0.034 1.142 0,-0.034-0.061 0,-0.023-0.895-1,-0.012-1.006 0,-0.005-0.912 1,-0.001 0.460 0,0.000 1.702 1,0.001-0.719 0,0.001-1.086-1,0.001 0.944-1,0.001-1.081 1,0.000 1.280 1,0.000-0.295 0,0.000-0.136-2,0.000 0.983-1,0.000 2.146 3,0.000 0.240-1,0.000-0.673 0,0.000-1.360 0,0.000-0.872-1,0.000-0.096 1,0.000 0.640 0,0.000 0.887 1,0.000 1.483-1,0.000 1.244-1,0.000-1.427 1,0.000-1.499-1,0.000-1.458 1,0.000-1.432 0</inkml:trace>
</inkml:ink>
</file>

<file path=ppt/ink/ink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2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10844.568 3763.799 767,'0.000'6.121'0,"0.000"0.204"0,0.000 3.128-6,-0.979-0.543 5,-0.283-2.974 0,-1.047 3.708-1,-0.172 1.027-1,0.108 0.570 1,0.270 0.242 0,0.346 0.021-1,0.226-1.874 1,-0.155-0.696 1,-0.255-0.786-1,-0.305-0.792 1,-0.176-0.315 1,0.143-0.550 3,0.258-0.413 0,-0.918 3.906 2,1.084-1.743-3,0.867-1.377-1,-1.535 0.910 0,-1.966 3.979 0,1.327-4.039-1,-0.319 0.451-1,-0.240 0.288-2,0.099 1.957 1,0.400 1.172-1,0.517 0.673 1,0.729-1.560 6,0.415-0.589-4,0.378-0.793-2,0.327-0.875 0,0.238 0.078-1,0.263-0.829 5,0.192-0.680 0,0.135-0.613 0,0.194 3.962 2,0.086-2.586-2,-0.041-0.252-1,-0.073 2.922 0,-0.061 0.469 1,-0.043-1.286-5,-0.025-1.745 1,-0.012-1.454 2,-0.008 0.015 0</inkml:trace>
</inkml:ink>
</file>

<file path=ppt/ink/ink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2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11025.568 3911.799 767,'0.000'6.153'0,"0.000"0.142"0,0.000 0.207-5,0.000 3.150 4,-1.071 2.080-1,-0.289-5.108 1,-0.691-0.053-1,-0.988 0.534 1,-1.079 0.563-2,-1.469 2.380 2,-0.160 1.135-1,0.263 1.084 0,0.169 0.510 0,0.343-0.532-1,0.331-0.948 1,0.302-1.156 1,0.261-1.214 0,0.382-1.247 1,0.172-0.652 1,0.137-0.463 1,0.103-0.308-1,0.073-0.184 0,0.342-0.150 0,-0.188 0.445 1,-0.257 0.284-1,-0.588 1.299 1,0.227-0.042 2,0.387-0.193-4,0.469-0.979-2,0.060-0.333 0,-0.025-0.347 2,-0.082-0.336 1,-0.791 1.443-1,-0.329-0.250 1,-0.335-0.669-1,0.655-1.187 1,-2.791 4.541 1,3.209-4.264-3,0.114-0.191 2,-3.176 4.528 0,0.694-0.953-1,-2.026 1.348-1,3.532-4.394 2,0.531-0.066-1,-3.318 3.503-1,-0.226 1.062 2,3.939-4.936 0,-1.462 4.095-2,2.048-1.553 0,1.481-1.301 1,0.775 0.150 0,0.451 0.162 2,0.313-0.513 0</inkml:trace>
</inkml:ink>
</file>

<file path=ppt/ink/ink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2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11157.568 4027.799 767,'0.000'6.238'0,"0.000"-0.210"0,-2.544-0.200-5,-3.029 3.584 3,1.263 0.469 1,-0.068 1.368-2,-0.546 0.109 0,-1.045 1.569-1,0.020-0.234 1,0.100-0.113 0,0.381-0.522 5,0.555-0.777-3,0.862-1.422-2,0.599-0.753 0,0.589-0.714 1,-0.738 1.438 3,-0.189-1.908 2,0.377-1.708 1,0.403-0.998 5,-1.508 3.361-6,-1.452 1.418-2,2.867-4.820 0,-2.179 4.423-1,1.693-1.472-2,1.589-0.788 0,1.065 0.551 2,0.713-1.244 3,0.554 0.336-1,0.063-0.643-3,-0.397-0.271 0,0.004 0.302 1,0.000-0.085 2,-1.561-0.084 0,-3.075 0.408-3,-2.092 0.694 0,0.876-0.391 0,-0.186 3.353 0,3.315-3.326 0,-0.482 4.462 0,1.070-0.096 0,-0.391-1.905 0,-1.600-0.549 3,-1.513 1.541-1,-0.461-0.893 0,0.234-1.242-3,1.405-0.100-1,0.477 1.619 5,-0.804-0.072 0,0.462 1.628-2,2.254-3.996 0,0.357-0.042-2,0.354-0.329 0,0.327-0.487 1,-0.244 4.947 0,0.808-3.537 2,0.696-1.622 0</inkml:trace>
</inkml:ink>
</file>

<file path=ppt/ink/ink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3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11322.568 4175.799 767,'0.000'6.105'0,"0.000"0.139"0,0.000-0.038-5,-2.432 2.083 4,-2.188 3.327-1,2.583-5.344 1,0.225 0.522 0,0.277 0.442 0,0.290 0.357 0,-0.039 0.296 0,-0.361 0.026-1,-0.499-0.490 1,0.165-1.399 0,-0.008-0.273 1,-2.103 7.728 2,2.229-5.466-1,0.353-0.399 0,0.339-0.667-1,0.305-0.784-1,-0.136 3.834 0,-1.444-3.337-1,-1.391-1.649 6,-0.125 1.645 3,0.803 2.815-8,1.037-1.094-1,0.685-2.455 1,-0.569-0.149 0,-2.820-1.186 0,0.181-0.056 0,0.938 0.268 0,2.994 2.071 5,-1.054 1.046-1,-3.180-0.367-3,1.140-1.324-1,0.703 0.680 0,-1.154-1.331 2,-1.426 2.755-1,1.075 0.228-1,1.605-1.375 2,0.976 0.619-3,0.139 0.349 0,-1.939-2.757 3,-1.838-0.892 0,-1.965-0.122 0,1.269-0.537-2,0.574 1.438 1,2.773 1.274 0,-2.823-2.994 2,-0.195-1.668-1,3.405 4.574 0,2.593-13.059 2</inkml:trace>
</inkml:ink>
</file>

<file path=ppt/ink/ink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3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11388.568 4340.799 767,'-4.485'4.765'0,"0.163"-0.172"0,0.030-0.034 0,-1.963 2.241-7,1.071 1.222 6,-2.897 1.481 0,3.526-4.678 0,-0.047 0.225-2,0.184 0.189 2,-1.164 2.939-1,-0.216 1.066 0,0.114 0.520 4,0.641-0.425-1,0.799-0.792-1,0.835-0.959-3,0.793-0.990 2,-0.905 3.348 0,-0.425-3.827 5,-0.795-2.008-1,-1.542 0.716 2,-0.015 1.068-6,1.051 0.419 0,-0.229-0.797 0,-2.123 2.619 1,2.033 0.875 1,2.207-0.224 0,1.286-0.951-2,-1.515-2.277 1,-1.706 0.706 1,-0.661-0.010 1,-0.942-1.849-2,1.426-1.406-1,0.346 0.236 1,5.124 2.969 0,0.020-0.011-1,-0.020 0.293 2,0.002-0.058 1,0.000 0.017-1,0.000-0.347-2,0.000 0.229 1,0.000-12.417 2,0.267-0.068-1,6.339 4.760-2,-0.456 0.950 0</inkml:trace>
</inkml:ink>
</file>

<file path=ppt/ink/ink1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3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11487.568 4406.799 767,'0.000'6.322'0,"0.000"-0.204"0,-2.506 0.356-5,-2.158 1.224 4,0.509 2.445-1,1.341-0.445 1,1.271-1.375 0,-1.447-2.422 0,-0.991 0.217 2,-1.330 0.216 1,-1.265-1.176-3,0.583-0.067 1,1.831 0.171 0,1.563 0.716-1,0.226 2.162 1,-0.370 0.063 0,-0.775-0.503-1,-1.368-1.302 1,-2.071-0.945-1,-0.488 2.165 3,2.996-2.611-1,-0.048 0.124-2,0.040-0.037 0,0.176-0.226 0,0.243-0.324 0,-3.254 3.483 0,0.021-0.348 0,-0.703 0.710 2,1.554-0.332 0,2.397-0.925 0,0.840 0.317-1,-2.004-2.716 2,1.013-0.061 0,1.424 1.154-1,0.121 2.048-2,-2.495-0.848 1,-0.838-2.383-1,-0.345-1.842 1,0.025-1.042-1,-0.418 3.131 2,3.812 1.595 0</inkml:trace>
</inkml:ink>
</file>

<file path=ppt/ink/ink1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3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11537.568 4572.799 767,'-2.891'5.612'0,"0.063"-0.125"0,0.041-0.081 0,0.031-0.056 0,0.001-0.002 0,-1.589 1.094-11,-0.679-1.030 12,-1.986 2.335 0,3.024-3.104-1,-0.344 0.102-1,-0.308 0.116-1,-0.268 0.121 1,-0.227 0.118 0,-1.550 1.841-1,-0.071 0.661 1,0.058 0.673 0,0.908-0.537 1,0.678-0.315-1,0.777-0.515 0,0.794-0.614 0,0.754-0.640 1,-1.081 3.430 1,-0.097-2.950 0,-0.332-1.214 5,0.336 0.289-1,-0.870-0.605-5,-1.932-0.551 0,0.929-1.734-1,-0.330-1.060 1,-0.598-1.538 0,0.259 0.779-1,5.220 6.447 3,0.767-0.618 0,-2.743-0.966-2,-0.751-0.449-1,-0.809 0.360 0,0.210-0.589 0,-1.541 1.214 0,0.847-0.976 0,0.780-0.789 0</inkml:trace>
</inkml:ink>
</file>

<file path=ppt/ink/ink1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4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11653.568 4720.799 767,'-4.349'4.349'0,"-0.214"0.213"0,0.030-0.029 0,-1.667-1.454-7,-2.086-0.258 8,-1.111 2.936-2,4.126-1.839-1,0.503 0.199 1,0.406 0.383 0,0.550 0.308 0,-2.354 3.036-1,-1.313-0.737 3,-1.834-1.810 1,-0.082 0.444-2,3.577 0.757 1,0.664 1.043 0,-4.682 0.021-2,3.205-3.044 1,0.928-0.499-1,0.257 0.124 0,0.469 0.078-1,0.590 0.042 1,-0.972 1.681-1,-0.087 0.485 3,0.076-0.280 0,0.168-0.717 0,0.209-0.917-1,-3.324 1.596 0,2.661-1.333 1,1.179 0.961 1,-1.019 1.536-1,-0.812-1.059-1,1.278-2.634-1,-5.017 1.629 0,1.060-2.362 1,1.536-1.653 0,0.916-0.994 0</inkml:trace>
</inkml:ink>
</file>

<file path=ppt/ink/ink1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4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11190.568 4109.799 767,'0.000'6.257'0,"0.000"-0.211"0,0.000 1.291-5,0.000 0.164 4,0.000 3.898 0,0.000-4.474 0,0.000 0.602 0,0.000-1.019 0,0.000 0.005 0,0.000-0.072 0,-0.589 0.557 0,-0.923 0.172 1,-0.472-0.975 0,-0.667-0.061 0,-0.626-0.086 0,0.040-0.534 0,0.001-0.042 0,0.153-0.021-1,-0.675 2.245 0,0.625 0.147 1,1.072-1.729 0,0.395-0.069 1,0.363-0.069-1,0.229 0.613 1,0.354-0.485-1,0.050 4.405 0,0.618-2.117 0,0.222-1.754 0,-0.168 1.181 1,-1.497 0.721 1,-1.833-0.531-1,-1.930-1.714-2,-1.290-2.052-1,0.888-0.305 3,0.822 2.479 1,1.463 3.401-3,1.626-0.595 1,1.077-1.830 0,0.664 0.342-2,0.460-1.282 0,-0.131-0.174 4,-0.343-0.011 0,-5.769-1.341 2,-0.398-4.577-4</inkml:trace>
</inkml:ink>
</file>

<file path=ppt/ink/ink1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10398.568 3730.799,'33.000'198.000</inkml:trace>
</inkml:ink>
</file>

<file path=ppt/ink/ink1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10431.568 3763.799,'49.000'0.000</inkml:trace>
</inkml:ink>
</file>

<file path=ppt/ink/ink1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10431.568 3697.799,'-17.000'198.000</inkml:trace>
</inkml:ink>
</file>

<file path=ppt/ink/ink1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10414.568 3895.799,'33.000'-198.000</inkml:trace>
</inkml:ink>
</file>

<file path=ppt/ink/ink1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10372.600 3726.600,'48.000'173.000</inkml:trace>
</inkml:ink>
</file>

<file path=ppt/ink/ink1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10478.600 3707.600,'-29.000'249.000</inkml:trace>
</inkml:ink>
</file>

<file path=ppt/ink/ink1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10382.600 3755.600,'76.000'221.000</inkml:trace>
</inkml:ink>
</file>

<file path=ppt/ink/ink1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10487.600 3688.600,'-29.000'268.000</inkml:trace>
</inkml:ink>
</file>

<file path=ppt/ink/ink1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10439.600 3716.600,'0.000'183.000</inkml:trace>
</inkml:ink>
</file>

<file path=ppt/ink/ink1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10449.600 3726.600,'9.000'115.000</inkml:trace>
</inkml:ink>
</file>

<file path=ppt/ink/ink1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10382.600 3745.600,'-48.000'-29.000</inkml:trace>
</inkml:ink>
</file>

<file path=ppt/ink/ink1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10410.600 3716.600,'-38.000'10.000</inkml:trace>
</inkml:ink>
</file>

<file path=ppt/ink/ink1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10430.600 3745.600,'38.000'173.000</inkml:trace>
</inkml:ink>
</file>

<file path=ppt/ink/ink1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10439.600 3736.600,'10.000'153.000</inkml:trace>
</inkml:ink>
</file>

<file path=ppt/ink/ink1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10458.600 3937.600,'0.000'0.000</inkml:trace>
</inkml:ink>
</file>

<file path=ppt/ink/ink1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10439.600 3697.600,'0.000'0.000</inkml:trace>
</inkml:ink>
</file>

<file path=ppt/ink/ink1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10439.600 3697.600,'0.000'0.000</inkml:trace>
</inkml:ink>
</file>

<file path=ppt/ink/ink1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10391.600 3697.600,'0.000'0.000</inkml:trace>
</inkml:ink>
</file>

<file path=ppt/ink/ink1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10641.600 3695.600,'0.000'0.000</inkml:trace>
</inkml:ink>
</file>

<file path=ppt/ink/ink1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10641.600 3695.600,'48.000'221.000</inkml:trace>
</inkml:ink>
</file>

<file path=ppt/ink/ink1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10689.600 3887.600,'0.000'0.000</inkml:trace>
</inkml:ink>
</file>

<file path=ppt/ink/ink1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10218.600 3810.600,'39.000'96.000</inkml:trace>
</inkml:ink>
</file>

<file path=ppt/ink/ink1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10036.600 3916.600,'106.000'211.000</inkml:trace>
</inkml:ink>
</file>

<file path=ppt/ink/ink1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10142.600 4127.600,'0.000'0.000</inkml:trace>
</inkml:ink>
</file>

<file path=ppt/ink/ink1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4:5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9964.503 4022.000 767,'-4.462'-4.461'0,"0.146"0.144"0,0.000 0.001 0,-0.173-0.173-7,-2.093-2.094 7,1.050 1.051-1,-0.036-0.036 0,0.594 0.594 0,-0.277-0.278-1,-3.738-2.160 2,-0.640 1.597 0,-0.012-0.029 0,0.666-0.256 0,0.104-0.688-2,4.009 2.746 2,0.192-0.021 0,-3.987-3.890 0,1.105 0.936 0,0.153 1.767 0,-0.711 0.553 0,-0.966-0.901 2,-0.164-0.782-2,0.627-0.282 0,3.412 2.918-1,-0.348 0.492 0,-3.032-2.223 0,1.543-0.774 4,0.012 0.734-1,0.861 0.242-2,-1.423-0.741 1,-0.892-0.548-1,0.255-0.026-2,1.656 0.357 0,1.668-0.375 1,0.875-0.238 2,-1.010-0.975 1,-1.661 0.539-2,-1.998-0.174-1,2.095 0.914 1,2.254 0.446 1,-0.377-0.693 0,-0.949 0.411-1,-1.000 1.425-1,-0.658-1.115 2,-0.378-2.855 0,0.886 0.749-1,-0.533-0.446-2,2.835 3.775 1,-0.044 0.524 0,-4.487-2.324 0,0.695-0.113 2,2.696 0.389 2,0.039-0.640-1,-1.409-1.739-4,0.368 0.816 1,0.503 1.020 0,1.169-3.609 0,2.431 4.059 1,-0.077-0.209 0,-0.087 0.076 0,-0.594-2.434 0,-0.063-0.561-3,-0.023-0.069 1,0.003 0.238 5,0.020 0.405-2,0.641 1.610-4,0.336 0.572 1,0.381 0.564 0,-1.103-4.412 1,-0.610 1.292 7,-0.825 0.068-3,0.645 0.877-3,1.223 0.169 1,1.021-3.386 0,1.014 2.788-1,0.220-0.372 0,0.173 0.050-3,0.130 0.316 1,0.094 0.463-1,0.063 0.523 2,0.039 0.622 0,0.021 0.639 1,0.007 0.603-1,0.081-6.263 4,-0.097 5.039 2,-0.014-0.119-3,0.011-4.402-1,-0.026-1.422-5,-0.030 5.650 4,-0.003-4.165 2,-0.007 5.192-2,-0.001-0.658-1,-0.001-0.005 1,-0.001 0.166-1,0.000 0.275 0,-0.001-3.913 0,0.000-1.642 1,0.001 2.644 2,0.000 0.196 0,0.000 0.426-4,0.000 0.563 0,0.001-5.036-2,0.000 1.973 4,0.000 3.430 1,0.001 0.334 2,0.000 0.352 0,0.000-0.644-5,0.000 0.195-1,0.000-2.276 5,0.000-0.842-1,0.000 1.318 1,0.000-0.294-3,0.000-0.241-1,0.000 1.569 1,0.000 0.235 0,0.000 0.312 0,0.000-0.261 0,0.000 0.450 1,0.000 0.451 0,0.000-2.858 3,0.000-0.733-1,0.000-0.421-1,0.000 0.742 1,0.000 0.217-5,0.000 2.431 1,0.000 0.365 0,0.000 0.371 0,0.000-0.780 4,0.000 0.664 1,0.000 0.666-3,0.000 0.623 1,0.774-3.610 0,1.655 1.166 0,-0.162 2.386 0,0.040-1.351 0,0.033-0.215-1,0.376-0.791-1,0.433-0.660 0,0.046-0.332 0,-0.207-0.097-1,-0.352 0.060 1,-0.420 0.156-1,-0.619 1.267 2,-0.312-0.133 2,-0.286-0.221-1,-0.291 0.426 0,-0.187-0.285-2,-0.156-0.310 0,0.339-3.458 0,0.521-0.218 0,0.665 0.009 0,-0.225 2.961 1,0.022 0.599-1,-0.074 0.671 1,-0.138 0.686-1,0.143-0.419 1,0.284-0.048 1,0.385 0.110 2,0.839-1.997 1,-0.145 0.224-3,-0.557 2.056-2,0.213-0.157-1,0.295-0.273 2,0.856-3.161 1,-0.298-1.051-2,-0.964 2.036-1,-0.373 0.008 1,-0.167-1.090 1,-0.479 0.949-1,-0.421 1.131 1,-0.351 1.154 1,-0.277 1.075 0,-0.110-4.245-2,-0.420 2.482 0,1.760 1.562 0,1.108-2.744 6,0.607-1.933 3,0.604-2.214-12,-0.086-0.047 0,-0.316 0.636 1,-0.448 1.044-2,-0.542 1.331 2,-0.492 1.105 0,-0.462 1.029 3,-0.279 1.409 2,0.049 0.399 2,0.170 0.229 0,0.246 0.098 0,0.285 0.002-4,0.297-0.064 0,0.290-0.107 0,0.269-0.131-1,0.669-1.033 1,0.356-0.391-1,0.322-0.399 1,0.684-1.520-1,-0.501 0.611 1,-0.706 0.886-1,-0.766 0.973 1,-0.021-0.844 0,0.430-0.440 3,0.039 0.905 0,0.361 0.262 0,0.340 0.368-5,-0.897 1.799 0,-0.197 0.212 1,-0.286 0.167 1,0.419-1.706 0,-0.673 0.503 1,-0.635 0.545 0,0.201-3.651 1,-1.206 0.214-2,0.354-0.696 0,2.104-0.790-1,-1.130 4.692 2,-0.203 0.256-1,-0.255 0.106 2,-0.307 0.124-3,1.141-1.889 1,2.100 1.171 0,1.877 2.166 3,0.150 2.405-2,-0.403 1.457-2,0.603 0.900 0,-0.379 0.571 1,-0.230-0.746 1</inkml:trace>
</inkml:ink>
</file>

<file path=ppt/ink/ink1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5:2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7468.503 2118.000 767,'6.164'0.000'0,"0.120"0.000"0,-2.485 5.706-5,2.114 0.744 4,0.916-1.456 0,0.803 0.882-1,0.697 1.200 0,-0.421 0.747 1,-2.038-0.282 0,-2.221-0.637 1,1.481-1.688 1,1.740-1.576 3,0.784 0.174-3,-1.090 3.982-3,-0.729 0.863 2,0.341-1.758-1,0.688-0.428 1,1.271-0.050-1,0.446-1.389 0,0.384 1.380 0,-0.898-0.296 4,-0.991-1.488-2,-1.233 1.127-3,0.202 1.823 4,-0.331 0.952-1,-1.174 0.364-4,0.385 0.476 1,0.888-2.737 2,0.794-2.611 3,0.723-0.559-2,0.916 3.376-1,-3.770-2.715 1,4.345 3.536-4,-0.543-1.835 1,-1.656-1.447 2,-1.941-0.117 0,-0.577 0.956 3,1.387 2.485 0,-0.785 0.292-5,-1.491-1.005 1,-1.384-1.245 0,-0.572 0.786 0,4.412-1.944 3,-0.131-1.773 0,-1.862 2.529-1,-1.908 1.172-1,1.216-1.274-1,1.416 0.122 1,-0.181 0.469 0,-1.887 0.524 0,-1.529-0.088 1,-0.651 2.107-1,-0.229-1.333-1,-0.036-0.246 1,0.701 1.317-2,3.226-3.461 3,2.064-1.663 0,-1.206 1.377 1,-3.408 1.611-2,-1.308 1.722-1,0.361-0.052 1,3.030-2.309 0,2.869-5.690 0,-0.743 4.369 1,-3.833 2.971 0,2.615 2.015-2,0.022 0.838-1,-0.941 0.193-1,-1.362-0.688 1,0.326-2.408 3,1.998-2.091 2,1.188-0.868-2,0.450-0.036 0,0.036 0.427-3,-1.306 0.207 1,-0.978 2.021 0,-2.656-0.083 2,-0.863 2.176 0,1.232-2.495 0,2.173 1.340-2,1.468-0.579 0,-0.050-2.358 0,1.563-1.441 1,0.455-2.632 0,-0.585-1.294 1,-0.300 0.664 0,-0.642 2.752 1,-4.268 4.398-1,3.552-1.998-1,1.363-1.027 0,0.188 2.341 0,-0.297-2.821-1,-0.396-1.319 1,1.183-0.812-1,-0.047-1.273 1,2.128-0.377 0,-1.778 0.140 1,0.751 0.034-1,-0.583 0.030-2,-1.181 0.021 0,1.088 0.013 2,0.513 0.008 0,1.244-0.002 2,-2.641-0.003-1,1.748-0.001-1,-1.415 0.954-1,1.419 3.885 1,-1.806-1.023 0,0.294-0.777 0,0.651-0.142-1,-0.764 0.242 0,-0.790 0.479 1,1.153 1.212 0,1.096-1.675 1,-1.664-1.893 0,0.002-0.612 0,0.370-0.237-2,0.693 0.721 0,0.275 1.028 0,0.219 0.877 0,-0.288 0.302 0,-1.015-0.676 0,1.616-0.255 2,-0.988-1.506 0,-0.943-0.790 1,0.874-0.174-1,-0.119-0.051 0,-0.466 0.010-2,-0.459 0.935 1,-0.019 1.771 0,-0.269 1.107 0,0.070-0.423 0,1.235-0.563 0,1.133-0.887 0,-0.402-0.936-1,-0.475-0.535 1,0.794-0.288 0,0.086-0.174 0,-0.973-0.046 0,-1.143 0.023-1,1.527 0.011 1,-0.662 0.062 1,-0.243 0.034 0,0.503 0.013 0,-1.060 0.000-1,1.663-0.001 1,2.546-0.001-2,-0.207-0.001 0,-2.171-0.001-1,0.201-0.000 1,-1.273-0.000 0,-0.045 0.000 3,1.632 0.000 1,-1.422 0.000-3,0.354 0.000-1,-0.409 0.000 0,1.263 0.000 2,-1.195 0.000 0,-0.167 0.000-1,0.985 0.000-1,-1.505 0.000 0,0.032 0.000 1,-0.172 0.000 0,-0.186 0.000 1,0.320 0.000 1,0.375 0.000-3,0.054 0.000 1,1.909 0.000 0,1.222 0.000 1,-0.801 0.000-3,-1.468 0.000 1,-1.360 0.000 0,1.457 0.000 0,-0.924 0.000 3,-0.428 0.000 0,0.046 0.000-1,0.351 0.000-1,1.682 0.000-1,-0.991 0.000 1,0.545 0.000-1,-1.946 1.231 1,-1.293 2.404 1,1.252 2.469 0,-0.180-2.346-1,1.615-2.249-1,-1.352-1.263 1,1.846-0.337 1,-0.984-0.169-2,-0.330 0.112 0,0.896 0.146 1,-1.357 0.006 1,1.185-0.001 1,-1.275 0.718-3,0.276 3.165 0,-1.387 1.365 2,1.757-1.492-1,2.745-1.675 0,-2.417-1.463-1,1.397-0.462 0,-2.390-0.334 0,1.081-0.059 0,1.148 0.509 2,-1.355 2.100 1,0.365 1.740-3,0.308-0.350 0,0.625-0.955 0,0.468-1.055-1,-0.262-0.427 1,-1.608 0.199 0,0.505 1.560 2,-2.218 0.794 0,-0.381 1.547 1,-2.992 0.359-1,-2.049 0.223 1,2.770 1.304-1,1.762-2.403-1,-0.078-0.420-1,0.425 0.195 1</inkml:trace>
</inkml:ink>
</file>

<file path=ppt/ink/ink1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5:2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8780.503 2806.000 767</inkml:trace>
</inkml:ink>
</file>

<file path=ppt/ink/ink1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5:4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8764.503 2838.000 767,'0.000'-6.063'0,"0.000"-0.139"0,2.544 0.316-5,1.457 1.322 4,-0.169-1.451 0,-0.901-0.147 0,0.593 1.302 1,1.405-0.612-1,-0.363-1.522 1,-1.213-1.919 1,-0.597 1.954-2,1.846 0.870 0,1.986 0.040 3,0.792-0.044-3,-0.304 0.299-1,-0.646 0.364 1,-0.689 0.346 0,-0.871-0.546 0,2.158-1.757 2,-2.356 2.782 1,0.316-0.221-1,-0.794 0.466-2,2.930-4.821-1,-1.384 0.926 1,-0.066 1.905 2,1.290 0.392 2,1.501-0.930-3,0.595-0.643-1,-4.570 3.373 1,3.030-4.755-2,-4.030 3.995 1,2.962-3.180 2,-0.599 2.675 1,-1.505 0.226-1,-0.186-1.191 0,1.764-2.059-1,-2.032 3.406 0,0.421-0.226-1,-0.287-0.248 0,0.119-0.175 0,0.069 0.263 0,0.031 0.534-1,1.279-0.158 3,-0.794 1.124 0,-0.168 0.008-2,0.440-0.525 1,-0.562 0.389 1,2.647-2.649-1,-2.082 1.767 0,-0.033-0.165-1,-0.290 0.227 1,1.291-1.127 1,2.997-2.990 2,1.552-1.546-3,0.513-0.508-4,-0.248 0.253-2,-0.719 0.721 2,-0.966 0.968 1,-1.053 1.054 0,-1.030 1.032 0,-0.784 0.785 4,-0.568 0.569 2,-0.389 0.388 0,-0.565 0.565 0,-0.102 0.102 0,-0.021 0.021 1,0.563 0.026-2,0.359 0.563-2,0.030 0.293 0,-0.561 0.324 1,2.685-2.816 0,-2.273-0.297 0,0.786-1.570-1,0.941-0.661 0,0.721 0.810 0,1.976 0.799-3,-4.486 3.796 3,4.313-2.525 1,-1.581 0.585-1,-3.029 1.220-1,0.437-0.708 0,0.014-0.242 2,-0.242 0.061 1,-0.376 0.239-1,-0.423 0.325-2,3.840-2.354-2,-0.330 1.062 3,-1.924-3.144 6,-0.633 0.481-6,2.412-0.474-2,-0.151 1.454 3,-0.701 1.089-2,-1.918-0.288 0,-0.632-0.034 1,0.821 1.392 2,0.735 1.634 0,0.674 1.334-2,0.800 0.992-1,3.539 0.657 0,-1.134 0.616 0,-1.667 0.211 1,-1.221-1.418 0,0.742-2.804 0,-0.024-1.783 1,-0.720-0.527-1,-0.894 0.599-1,0.316 1.549-1,1.595 1.141 3,-0.383 1.464 1,-0.740 0.957-2,-0.382-0.642 0,0.287-1.998 0,0.438-0.658 1,1.040 0.543-1,-0.461 1.030 0,-1.321 1.013 0,0.985 0.615-1,1.510-0.555 0,0.904-2.240 3,0.273-0.577-2,-1.572 0.759-2,-1.822 1.084 0,0.530 0.650 1,-0.512 1.142 1,-0.440-2.458 3,-0.132-0.970 1,0.037 0.435-4,0.167 0.867-2,0.629 0.787 1,0.962 0.697 1,-0.291-0.242 0,-1.434-1.320 0,0.112-1.472 1,0.423 0.482 0,0.184 1.046-1,-0.057 1.029 0,0.366-3.676-1,-0.291-2.484 3,-0.526 0.295-4,0.711 2.039 0,0.733 1.624 1,1.512 1.189 2,0.156 1.277-2,-1.727 0.951 1,-1.529 0.435 0,-0.217-1.459 0,0.611-2.546 1,0.010-1.400 1,0.083-0.924-2,0.748-0.298-2,-0.324 1.892 0,-1.108 2.151 3,3.775 0.854 1,-1.774 1.310-1,-0.547 0.372-1,-0.970 0.122-1,-0.594-0.003 0,0.578-0.071 1,-0.917-4.197 1,-1.783-2.542 1,-1.673-0.685-2,0.373 0.796-1,4.095 0.949 2,1.902 3.317 0,-0.487-1.036-2,-0.971-1.868 1,-1.409 2.380 1,1.535 0.393-1,1.110-0.660-1,1.251-1.729-1,-4.235 1.404 1,0.065-0.486 0,0.201-0.223 0,-0.178 0.309 0,-0.229 0.496 1,4.073-1.394 0,-1.366 1.998 1,-0.740 1.339 0,-0.710 0.857-1,0.175 0.433 1,-0.050 0.185 0,0.391 0.055 0,0.279-0.946-1,-1.783-1.992 0,-0.926-1.549 1,1.675-0.776 0,2.370 2.583-1,-2.260 0.950 0,-1.110-1.555-1,1.089-1.995 2,-1.019 2.161-1,1.705 0.774 0,0.121 0.959-1,2.507 0.276 0,0.825-0.550 0,-2.045-0.861 0,-1.978-0.788 0,-1.228-0.364 0,0.216 0.718 1,0.476 1.051 2,2.885 0.596 1,0.165 0.044-4,-0.704-2.017 1,2.175-0.860-1,0.336 0.283-1,-1.794 1.161 0,-1.806 1.073 2,-1.109 0.789 0,0.894 0.409 1,0.509 0.237 3,-0.140 0.093-3,0.792 0.016-2,-0.093-0.042 0,-0.095-0.040 2,2.938-1.599-1,-0.469-2.232-2,-1.411 0.025 2,-0.814 0.659-1,-0.434 0.862 1,-0.634 0.919-1,0.109 0.670 3,1.017 0.466 0,0.301 0.226-2,0.850 0.075 0,-0.577 0.000 0,-1.422-0.036-1,-1.278-0.039 0,1.132-0.026 0,0.344-0.025 3,-0.308-0.009 0,-0.821-0.003-2,2.330-0.002-1,-1.874 0.004 1,0.406 0.001 0,-0.051 0.001 1,1.034 0.000-3,0.231 0.000 2,-0.073 0.000 1,0.204 0.000-1,-0.182 0.000-1,-0.895-0.000 0,-1.026 0.000 1,0.420 0.000 1,0.209 0.000 0,1.033 0.000 0,0.474 0.000-3,-0.620 0.000 1,-0.611 0.000 1,0.750 0.000 0,-0.052 0.000 1,-0.807 0.000 0,-1.289 0.000-2,4.240 0.000 0,-1.615 0.000 2,-0.906 0.000 0,-1.733 0.000-2,3.598 0.000 0,-1.696 0.000 2,-0.857 0.000 0,-0.986 0.000-2,3.530 0.000 0,1.604 0.000 4,-1.353 0.000-4,-1.854 0.000-1,-1.755 0.000 1,1.565 0.000 2,-1.180 0.000 0,0.149 0.000 0,0.237 0.000 0,1.133 0.000-2,-0.483 0.000 0,-1.092 0.000 1,-0.133 0.000 1,2.387 0.000-1,-0.652 0.000 0,-1.039 0.000-1,0.893 0.000 1,0.983 0.000 1,0.604 0.000 0,-1.051 0.000-2,-1.255 0.000 0,-1.171 0.000 0,0.347 1.578 0,0.604 2.392 2,-0.230 0.075 0,-0.372-0.875 0,-0.041-1.107-2,1.978-0.940 0,2.000-0.257 0,-1.274 1.958 0,-0.533 0.960 2,3.001-0.214 0,-4.679-2.081-2,0.453-0.276 1,0.333-0.266-1,0.698-0.195-1,-0.445-0.242 1,-0.627-0.191-1,-0.681-0.144 1,5.003 2.014 4,-0.836 1.881 0,-1.651-0.190-2,-1.595-0.993 0,1.204-0.778-2,-0.751-1.347 3,0.724-0.137 0,-1.299 1.815-3,-0.913 1.292 0,0.233-0.266 2,0.316-0.833-1,0.000-0.933 0,0.279-0.708-1,1.701-0.431 0,-0.536-0.394 1,-0.918-0.208 0,-0.792-0.071 0,1.349-0.028 0,0.336 0.014 1,-1.303 0.046 0,-1.215 0.039-2,2.242 0.023 0,-1.733 0.019 2,0.728 0.004 1,0.987 0.002-2,-0.590-0.001-1,-0.796-0.001 0,0.008-0.001 1,1.088-0.001 0,0.103-0.001 1,-0.865-0.000 0,-1.105 0.000-2,1.860 0.000 0,1.362 0.000 2,0.196 0.000-1,-0.967 0.000 0,-1.942 0.000-1,0.210 0.000-1,1.747 0.000 1,0.174 0.000 5,-0.606 0.000-2,-1.157 0.000-3,0.107 0.000 0,1.451 0.000 2,-1.007 0.000-1,0.384 0.000-1,-0.820 0.000 1,-0.953 0.000-1,1.343 0.000 0,-1.441 0.000 2,0.161 0.000 0,0.734 0.000 1,0.512 0.000-2,2.125 0.000 0,1.284 0.000-2,-0.528 0.000 1,-1.955 0.000 0,-1.933 0.000 0,3.262 0.000 0,-1.773 0.000 4,-0.515 0.000-1,-0.991 0.000-3,1.723 0.000-2,1.324 0.000 5,0.564 0.000 0,1.731 0.000-4,-5.447 0.000 1,-0.070 0.000-1,4.630 0.000 1,-2.073 0.000 1,-1.875 0.000 1,1.271 0.000 1,-0.273 0.000-1,1.297 0.000 1,2.695 0.209-2,-5.917 0.325 0,4.844 1.650-3,-1.900 1.355 1,0.331 0.637 1,1.085 1.218 3,-4.054-1.533 0,-0.015 0.425-3,-0.091 0.349-1,-1.252-0.983 0,4.884 2.711 2,-3.760-3.327 0,-0.045-0.652 1,-0.087-0.602 0,4.553 0.291 0,-1.740-1.283-1,-1.545-0.703 1,1.455 2.846-1,-2.951 0.733-1,0.067 0.030 1,0.833 0.087-1,0.812-0.185 0,-0.766-0.774 1,0.148-0.318-2,0.035-0.345 2,-0.047-0.096-1,-0.103 0.086 0,-0.139 0.211 0,0.646 0.605 2,-0.478 0.182 0,-0.540 0.125 0,-0.548 0.079-1,-0.519 0.043 0,0.756-0.139 0,0.418-0.334 0,0.215-0.409 0,0.385-0.082 3,-0.324-0.111-1,-0.457-0.006-3,-0.507 0.061 0,5.286 3.832-1,-4.910-1.751 2,-0.115 0.333 0,-0.310 0.056 1,-0.412-0.125-1,-0.447-0.231 0,0.504-0.716-2,0.551-0.519 0,0.338-0.553 2,0.552-0.387 4,-0.389-0.591 0,4.463 0.299-7,-2.527-1.302 2,-2.042-0.696 1,1.445-0.399 1,0.520 0.394 2,-1.629 2.991 0,-4.220 3.857-3,3.626-3.788 0,2.743 0.035-1,-0.851 1.898 0,-1.886-0.312 1,-0.231-0.408 0,0.861-2.617-1,0.667 0.436 1,-0.770 1.837 1,1.195 1.013 0,0.481 0.543-3,-0.019 0.199-1,-0.319-0.036 0,-0.651-0.303 1,-0.760-0.411 0,-0.777-0.453 0,-0.734-0.448 0,2.979 2.861 4,-1.742-1.132 0,0.166 0.195 1,0.646-0.833 0,1.323-0.152 0,0.410 0.301-3,-3.398-1.781-1,0.088 0.339 1,0.056 0.326-1,0.459 0.655 1,-0.211 0.069-1,-0.272-0.039 1,-0.285-0.100 0,2.749 1.949 0,-0.297-1.874-1,1.809-1.623 4,-0.110 0.431-1,-1.342 1.905-1,0.256 1.713-1,0.184-0.526-1,-0.099-1.322-1,-1.669-0.114 1,-2.017 0.495 2,0.536 0.706 2,1.510-3.361-3,1.793-0.774 1,0.533 1.163-2,0.899 3.154-1,-4.567-2.959 2,0.329-0.212 0,0.390-0.394 0,0.183 0.106-1,-0.646 0.115 0,2.464 3.202 2,-1.855-0.198 0,2.719 1.799-1,-3.042-4.607-1,0.274-0.558 0,0.005-0.589 2,0.038-0.093 0,-0.099 0.174-3,-0.116 0.347 1,-0.061 0.421 0,-0.309 0.269 2,-0.321 0.207 0,-0.300 0.150-1,3.043 2.323 0,1.497 0.431 0,-3.570-2.711-1,0.096 0.100 0,-0.066 0.066 1,-0.169 0.038-1,-0.265-0.200 1,0.176 0.016 0,0.261 0.015 0,0.303 0.014 0,-0.088-0.357-1,0.055-0.344 1,-0.008-0.417 0,1.119 0.274-1,-0.379-0.131 1,-0.471 0.001 2,-0.489 0.083-1,0.183 0.264-1,1.026 0.606 0,-0.608-0.076 0,-0.318 0.223 0,-0.586 0.146 0,-0.731 0.085-1,-0.034 0.232 1,-0.335-0.493 0,4.090 2.770 1,-0.400 1.061 3,-4.198-3.080-5,3.174 3.363 0,0.708-1.105-1,0.843-0.064 3,-3.328-2.679 1,0.156 0.218-3,0.081 0.198 0,3.479 2.285 0,1.621 0.121 1,-5.398-2.695 0,2.362 3.116 3,-1.067-0.120-3,0.080 0.388 0,-2.613-3.174-1,-0.096-0.187 1,0.032-0.034 0,3.787 3.970 0,-0.627-0.865-1,0.438-0.881 0,-0.083-2.413 2,-0.407 0.573 1,0.238 0.193 2,-0.693 0.576-4,-1.935 0.317-1,-1.302-0.303-1,0.467 0.587 2,0.858 0.421 0,2.080 1.738 1,-2.789-3.696-2,0.003-0.141 1,3.743 3.823-2,-1.398-1.471 1,-1.843-0.389-1,1.883 2.021 3,2.645-2.395 5,-1.517-1.949-6,-0.950 1.420 0,-1.844 2.109 0,0.521 0.710 0,0.850-1.752 0,1.694 0.929 1,-0.649 0.464-3,-2.244-0.389 0,-1.142-1.563 2,0.604-1.960 1,1.195 1.160 1,-1.774-0.212 0,2.345 0.559-2,0.117 0.828 0,-3.418 0.461 0,-1.175 0.068 0,-0.886-0.492-2,-0.592 0.695 1,-0.578-0.939 1,0.140 0.369 1,5.302-3.364 0,3.072-0.583 1,-0.573 1.427-3,-1.214 0.916-1,-1.361-0.242 0,1.314 1.756 2,-1.471-0.996 0,-0.966-0.061 0,-3.033 0.474 0,-1.292 0.455 1,8.145-3.136 1,-2.506 0.892 0,0.739 0.084-2,-0.099-0.455-3,-0.356 0.674 2,-3.134 1.400 2,-2.793 0.507 0,6.161-4.328 0,0.327-2.039 0,0.445 2.709-1,-1.312 2.410 0,1.453-0.615-1,-0.614-2.401 0,-0.182-0.842 2,0.477-0.592-2,0.117-0.852 0,0.375-0.019 0,0.379 0.545 2,-0.706 4.279 1,-0.651-0.211-2,0.686-1.321-1,1.606-0.940 0,0.593-0.909 1,-0.423-0.700 0,-0.623-0.421-2,-1.347-0.209 1,1.184-0.128 3,2.665 0.059-1,-0.835 0.103 0,-0.635 0.030-1,-2.102 0.879-2,0.031 1.802 0,0.288 0.862 3,1.715 0.345 0,0.625 0.592-1,-1.141 0.304-1,-1.615-0.367 0,-0.268-1.159 0,0.988-0.801 2,-0.156-0.980 1,-0.439-0.737-2,0.146 0.757 0,0.427 1.728 0,0.160 0.219 0,0.922-0.220 0,0.018-0.751-1,-1.157-1.000 0,-1.088-0.752 1,2.157-0.442 0,-1.345-0.305 2,0.679-0.065 0,0.366-0.003-2,0.440 0.021-1,0.372 0.026 0,2.931 0.015 1,-1.105 0.028-2,-2.332 0.018 2,-1.104 0.007 0,3.192 0.004 1,-0.210 0.001 0,-0.859-0.001-1,-0.382-0.001-1,0.113-0.001 0,0.433-0.001 1,-0.275-0.000 1,-0.293-0.000-1,2.625 0.000 0,-1.777 0.000-1,-2.017 0.000 1,0.816 0.000 0,-1.150 0.000 1,2.864 0.000 1,-0.462 0.000-2,-1.165 0.000-1,-0.986 0.000-1,0.820 0.000 1,-0.547 0.000 3,-1.330 0.000 0,0.864 0.000-3,-0.089 0.000 0,2.106 0.000 2,-0.015 0.000 1,-0.616 0.000-4,1.304 0.000 0,0.078 0.000 2,0.701 0.000 1,1.999 0.000-2,-6.062 0.000-1,-0.230 0.000 1,-0.325 0.000 0,-0.180 0.000 0,0.454 0.000 1,0.632 0.000 1,0.715 0.000-1,0.991 0.000-1,0.577 0.000 0,0.462 0.000 0,0.366 0.000 0,-0.027 0.000 0,-0.168 0.000 1,-0.249 0.000 0,-1.266 0.000-1,-0.190 0.000 1,-0.152 0.000 0,-0.118 0.000 0,1.311 0.000 0,-0.184 0.000 0,-0.209 0.000 1,-0.210 0.000 0,1.545 0.000-1,-1.850 0.000 0,-0.378 0.000 0,-0.562 0.000 1,-0.647 0.000 1,0.578 0.000 1,0.177 0.000-5,-0.033 0.000-1,-0.693 0.000 7,-0.191 0.000-1,-0.212 0.000-4,3.024 0.000-1,0.863 0.000 2,0.455 0.000 1,0.167 0.000 0,-0.024 0.000-3,-3.141 0.000-1,-0.318 0.000 1,-0.333 0.000 0,1.719 0.000 0,0.262 0.000 1,-0.001 0.000 7,-0.178 0.000-2,-0.284 0.000-3,-1.083 0.000-2,-0.484 0.000-1,-0.507 0.000 0,-0.495 0.000 0,4.867 0.000 2,-1.425 0.000 5,2.142 0.000-2,-0.143 0.000-1,-1.384 0.000-1,-0.374 0.000-4,-1.685 0.000 2,1.158 0.000 4,-2.179 0.000-1,0.804 0.000-2,1.102 0.000-1,0.053 0.000-1,-0.202 0.000-1,-0.342 0.000 1,-0.396 0.000 1,-0.893 0.000 0,-0.858 0.000 1,3.887 0.000-1,-2.809 0.000 4,0.339 0.000 0,-1.540 0.000 0,0.625 0.000-1,0.151 0.000-1,2.609 0.000 0,-1.906 0.000-1,1.097 0.000-1,0.354 0.000 0,0.633 0.000-1,-1.437 0.000 1,-1.356 0.000 0</inkml:trace>
</inkml:ink>
</file>

<file path=ppt/ink/ink1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5:4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7500.503 2214.000 767,'0.000'6.127'0,"0.000"0.109"0,-7.031-1.361-5,1.547 0.791 4,-1.269 2.558-1,0.729 0.043-1,1.972-1.726 1,1.196 0.020 1,2.383-0.391 2,0.975 0.543-1,-0.353 0.889 4,-0.102-1.274-2,-0.052-0.170-2,-0.012 0.017-1</inkml:trace>
</inkml:ink>
</file>

<file path=ppt/ink/ink1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5:4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7596.503 2310.000 767,'0.000'6.028'0,"0.000"0.124"0,-5.856-1.757-5,0.756 0.460 4,2.506 1.436 0,1.012 1.304 0,0.426 1.896 0,-0.677-0.626 0,-1.101-2.790 1,-2.465-0.282 0,0.784 0.564 2,-1.665-0.866-1,2.068 0.086-1,0.765 2.010-1,1.036 0.394 0,-0.707-1.535 0,-1.342-1.840 1,-1.309 0.937 1,2.915 0.056 0,-1.169-0.319 0,-1.944 0.092 0,2.683-0.253-1,0.174 1.241 0</inkml:trace>
</inkml:ink>
</file>

<file path=ppt/ink/ink1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5:5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7772.503 2486.000 767,'-4.350'4.349'0,"-0.190"0.191"0,0.021-0.019 0,-3.152-1.944-6,-0.804-0.298 6,-2.707 1.899-3,5.266-1.369 2,-0.151 0.515-1,-0.690 0.385 0,-0.256-0.179 0,-0.236-0.374 2,-0.206-0.472-1,0.519-0.272 1,0.116 0.125 0,0.174 0.262-1,0.617-0.042 1,-0.089 0.211 1,-0.161 0.201 0,-0.203 0.184 0,-1.454 0.927-2,0.544-0.096 0,0.758-0.216 0,0.827-0.272 1,0.803-0.285-1,-2.954 2.636 2,1.255-0.069-1,0.224 0.448 2,1.767-0.698 1,1.222 0.622-1,0.226-0.460-1,-1.353-1.127 0,-1.421-1.440 0,-1.536-1.246-1,0.662-1.173-1,0.184-0.958 0</inkml:trace>
</inkml:ink>
</file>

<file path=ppt/ink/ink1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5:5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7804.503 2598.000 767,'0.000'6.129'0,"0.000"0.144"0,-3.078 0.285-5,-1.251-2.064 4,-1.326 2.618 0,-0.726-0.211 0,-1.975 1.108 0,3.968-3.914 0,-3.649 3.414-1,-0.030 0.140 0,2.269-1.166 3,0.831 1.654-1,1.503 0.406 2,1.717-1.532-1,1.049 0.721-2,1.095-0.344 0,0.039-0.761 2,-0.280 0.061 1</inkml:trace>
</inkml:ink>
</file>

<file path=ppt/ink/ink1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5:5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8044.503 2678.000 767,'0.000'6.093'0,"0.000"0.128"0,-4.905-2.678-5,-1.358 0.261 5,-1.088 2.146 0,1.438 0.560-3,1.394-0.232 1,0.643-1.438 2,-1.369-0.747 0,-0.736-1.547 1,2.235 2.283 1,-3.105 1.023-1,2.630-1.387-2,-0.488 3.585 0,-0.612-0.325 0,-1.374-1.118 0,-1.060-1.778 0,0.159-1.937 1,0.929-1.552 0,-1.558-0.865 0,2.009 1.296 1,5.919 4.247 1,0.110 0.052-1,-3.833-0.328-1,-0.813-0.635 0,0.055-1.045-1,-1.697-1.521 1,0.016-2.552 1,2.546 4.956 0,2.954 2.304 0,0.773-0.713-2,0.386-0.127-1,-0.184-13.125 6</inkml:trace>
</inkml:ink>
</file>

<file path=ppt/ink/ink1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5:5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8156.503 2726.000 767,'0.000'6.260'0,"0.000"-0.181"0,-0.171 1.325-5,-2.148 0.989 4,-0.835-2.161 0,-0.723 0.196-1,0.744-0.990 1,0.390 0.890 0,1.694 0.046 2,-2.627-1.167 1,-3.368-5.096 0,3.276 5.430-1,2.674 1.848-1,0.828-0.551-1,0.370 0.794-1,0.059-1.041 1,-0.131 0.165 1,-0.039-0.716 1</inkml:trace>
</inkml:ink>
</file>

<file path=ppt/ink/ink1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0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8332.503 2710.000 767,'0.000'6.113'0,"0.000"0.147"0,0.000 0.196-5,0.000 4.695 4,0.000 0.958-1,0.000-5.910 1,0.000 5.458-2,-0.774-3.127 2,-1.655-2.377 0,-1.086 1.210 3,0.146 1.725 3,0.688 1.107-7,1.499-3.990 1,-0.379 5.224-1,0.823-1.909 0,0.511-1.810 3,0.336-0.696 0,0.265-0.898 0,-0.382-0.021 0</inkml:trace>
</inkml:ink>
</file>

<file path=ppt/ink/ink1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0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8508.503 2790.000 767,'0.000'6.270'0,"0.000"-0.163"0,0.000 0.655-5,0.000-0.487 4,0.000 1.790-1,0.000-0.742 1,0.000 0.560 0,0.000-0.980 0,0.000-0.779 1,0.000 0.258 1,0.000 0.346 1,0.000-0.107-1,0.000-0.000-2,0.000-0.529 1</inkml:trace>
</inkml:ink>
</file>

<file path=ppt/ink/ink1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0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8700.503 2726.000 767,'0.000'6.074'0,"0.000"0.128"0,0.000 2.264-5,0.000-0.732 4,0.000 1.928-1,0.000 0.996-1,0.000 0.380 0,0.000 0.046 3,0.000-0.286 2,0.000-0.811-1,0.000-1.217-1,0.000-1.170-1,0.000-0.593 1,0.000 2.184 1,0.000-0.749 0,0.000-0.946 0,0.000-1.344-1,0.000 0.986-1,0.000-0.285 1,0.000-0.091 1,0.000-0.700 1</inkml:trace>
</inkml:ink>
</file>

<file path=ppt/ink/ink1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0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8812.503 2742.000 767,'4.547'4.547'0,"-0.164"-0.164"0,-0.020-0.021 0,-1.977 3.059-6,-2.143-1.390 6,-0.127 0.787 0,3.323-0.271-2,4.326 2.421 3,-3.108-3.002-2,-0.262-0.213-1,-0.307-0.582 0,3.068 2.697 0,-1.196-3.273 3,-0.994-0.677-1,-1.609 3.676 5,-1.596 0.800-4,-0.978-0.251-3,-0.531 0.324 1,-0.310-0.845 0,-0.114-1.601 1,-0.072 0.638 0,1.333-0.357 0,4.692-4.004 3,1.073 0.086-1,-4.312 3.807-2,-2.916 0.008-1</inkml:trace>
</inkml:ink>
</file>

<file path=ppt/ink/ink1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0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8892.503 2614.000 767,'4.356'4.356'0,"0.183"0.183"0,-0.020-0.018 0,-2.112 1.396-6,0.913-0.320 6,1.371-1.448-1,1.765 1.382 1,-0.147 1.597-2,-0.422 2.402 0,-2.193-0.972 1,-1.797-1.547 1,-1.090 1.008 0,-0.984-1.179 1,-0.177 0.325 0,0.103-0.698 0,0.135-0.157-1,0.117-0.101 0,0.019-0.009 1,-0.017 0.041 0,0.066-0.023 0,6.502-4.636-1,-0.034-1.679 1,-0.496 0.094-1,0.194 0.004 0,-0.029 1.091-1,-5.774 5.584 2,-0.509 0.028-1,0.067-0.157-1,0.012 0.037 0,5.412-2.612 2,0.895 1.329-1,-3.280 1.626-1,-1.859-0.318 0,-0.646-0.184 1,-0.555 0.284 0</inkml:trace>
</inkml:ink>
</file>

<file path=ppt/ink/ink1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0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8988.503 2502.000 767,'0.000'6.063'0,"0.000"0.139"0,6.092-2.465-5,-0.107-1.581 5,-2.217 3.473-1,0.540 3.712-1,2.386-0.578 2,1.712-0.980-1,-1.929-3.070-4,0.272-0.111 4,0.050-0.007 1,-0.898-0.237 0,-0.738 0.104-1,-0.853 0.131 1,-0.612 0.294 0,0.953 3.606 3,-2.675-1.999-2,-1.593 0.348 0,0.790 0.743 0,5.314 2.383 0,-2.050-4.348-1,-0.132-0.166 0,-0.451-0.295-2,1.992 4.110-1,-2.428-2.213 3,-1.385-0.660 1</inkml:trace>
</inkml:ink>
</file>

<file path=ppt/ink/ink1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1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9116.503 2390.000 767,'6.155'0.000'0,"0.174"0.000"0,1.071 5.056-6,-1.438 3.830 5,-0.988-3.370 0,-0.577-0.778 0,0.091 0.260-2,-0.147 0.201 2,0.644 1.097-1,-0.178-0.072 1,-0.171-0.196 0,-0.154-0.263 1,0.972-0.117 1,0.069-0.489-1,-0.361-0.496-1,-0.612-0.464 2,2.349 3.033 3,-3.019-1.361-6,-1.792 0.133 2,-1.238 0.719 3,-1.073-0.063 0,-0.928-0.673-3,1.195 0.124-1,-0.042 0.164 1,0.000 0.334 1,0.000-0.403 0,0.000 1.288-1,0.395-0.975 0,5.110-2.384 0,1.466-3.749 1,-3.538 5.200-1,-3.697 0.449 0,6.249-2.651 1,1.305-2.825-1</inkml:trace>
</inkml:ink>
</file>

<file path=ppt/ink/ink1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1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9276.503 2374.000 767,'0.000'6.036'0,"0.000"0.101"0,2.169-0.309-5,2.074-1.410 4,0.716 1.632 0,-2.555-0.530 0,0.740 3.780 1,1.835-0.014 0,-0.329-1.489-2,-1.439-1.653 2,-0.930 0.984-1,3.507-1.533 3,0.118-0.040 1,-2.484 0.934-4</inkml:trace>
</inkml:ink>
</file>

<file path=ppt/ink/ink1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1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9356.503 2230.000 767,'0.000'6.260'0,"0.000"-0.181"0,0.000 0.451-5,0.000 0.682 5,1.193-0.779-1,3.908-0.368 0,2.116-0.965 0,-0.459 0.940 0,-1.519 0.810-1,-1.260 1.457 2,-1.612-0.300 0,-1.305-0.002-1,-1.523-1.795 1,-0.026-0.194 0,0.501 0.725 2,-0.006 0.017 0,3.474 1.150 0,0.992-2.390-3,-0.648-0.363 1,-0.434 0.891-1,-2.087 0.739 0,1.160 0.782 1,1.938-2.361 0,0.892-0.774 1,0.144-1.479-1,2.161-0.801-1,-1.976 0.742 1,-4.391 3.253 1,-1.502 1.146 0,0.100 1.290-1,0.425-0.984 0,1.926-0.583-1,1.808-2.192 0,1.528-0.094 2,0.271 0.753-2,0.210 2.440 0,-1.165 0.217 0,-2.147-2.642 1</inkml:trace>
</inkml:ink>
</file>

<file path=ppt/ink/ink1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1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9500.503 2214.000 767,'0.000'6.164'0,"0.000"0.120"0,0.000 1.194-5,0.000 0.100 4,0.000-0.276 1,1.400-0.555-1,2.368 1.302-1,0.333 0.245 2,-0.833-0.347-1,0.288 0.053 0,1.537 0.612 0,-0.301-0.630 2,-1.393-1.348-1,-0.843 1.184 0,2.281-1.890 1,0.712-2.654 1,-1.610 2.434 0,-2.128 0.218-2,-1.655 0.491-1,-0.406-0.281 0</inkml:trace>
</inkml:ink>
</file>

<file path=ppt/ink/ink1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2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9644.503 2166.000 767,'0.000'6.116'0,"0.000"0.120"0,0.000 0.288-5,0.000-0.445 5,1.189 0.034-1,5.170-5.000 1,-0.293-1.308 1,-3.999 7.945-1,-1.534 1.685 0,0.491-2.863-2,2.122-0.338 0,3.111-3.392 2,-0.921 0.174 1,-5.101 3.532 0,-0.452 0.149 0,0.209-0.476-1,0.012-0.162 0,-0.005 0.994 0,0.295-0.528 0,5.759-2.312 0,-0.301-2.096 0,-1.495 2.653-1,-4.417 1.746 1,5.990-3.087 0,0.665-3.192 2</inkml:trace>
</inkml:ink>
</file>

<file path=ppt/ink/ink1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2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9804.503 2054.000 767,'0.000'6.028'0,"0.000"0.124"0,0.000 1.244-5,0.000 1.279 4,0.000-2.373 1,0.000 2.626-2,0.000-2.535 2,0.000 0.544 0,0.000-0.740-1,0.000 1.529 1,0.000-0.292 0,0.000-1.157 1,0.000 0.087-1,0.000-0.065 0,0.071-0.146-1,0.838 0.268 0,5.073-3.504 3,0.051-3.473-1,-2.895 6.620 0,-2.755 0.783 0,4.698-3.600-1,1.471-3.149 0,-2.495 4.735-1,-4.278 1.331 1,0.230 0.320 0,-0.010-0.240 0,0.000-0.041 0</inkml:trace>
</inkml:ink>
</file>

<file path=ppt/ink/ink1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2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9980.503 1990.000 767,'0.000'6.119'0,"0.000"0.141"0,0.000 1.933-5,0.000-0.188 4,0.000-0.063 0,0.000 1.600-2,0.000-1.910 3,0.000-0.782 1,0.000 1.154-1,0.000-0.557 0,0.000 1.050 0,0.000-2.016 0,0.000 3.048 0,0.000-0.180-1,0.000-1.521 0,0.000-0.585 1,0.000 1.239 1,0.000-0.828-1,0.000-1.067 0,0.000 2.088 0,0.000-0.729 0,0.000-0.380 1,0.000-1.442 0,0.000 0.289-1,0.000-0.341 0</inkml:trace>
</inkml:ink>
</file>

<file path=ppt/ink/ink1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2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10060.503 2006.000 767,'0.000'6.254'0,"0.000"-0.176"0,1.744 0.648-5,1.417-0.131 3,0.906 2.328 0,-0.713-0.293 1,-1.113-1.122 0,-1.027-1.236 1,-0.663 0.174-1,-0.377 0.500 3,-0.199 0.149-1,-0.097 0.525-1,-0.023 0.222 0,0.033-0.535-1,0.052-1.290 1,0.201 1.410 0,1.067 0.507 1,1.259-0.879-1,1.021-0.965-1,0.262-0.320 0,-1.018-0.392 1,-0.678 2.165 2,-1.556-1.220-1</inkml:trace>
</inkml:ink>
</file>

<file path=ppt/ink/ink1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3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10172.503 1958.000 767,'0.000'6.013'0,"0.000"0.170"0,0.000 0.719-5,0.000 0.611 4,0.000-0.495 1,0.000 0.451-1,0.000-0.190-1,0.000-0.104 1,0.000 0.850 0,0.000 0.357 2,0.000 0.523 0,0.000-0.561-1,0.000-0.844-1,0.213-1.140 1,1.336-0.424-1,1.922 0.824 1,0.598 0.265 0,-0.820-0.694 1,-1.104-0.700-2,-0.958 0.264 1,-0.668 1.175 1,-0.422-0.514 0,-0.265 0.349 0,-0.107-0.837-2,0.267 0.466 0,5.788-4.183 2,0.455-2.467 1</inkml:trace>
</inkml:ink>
</file>

<file path=ppt/ink/ink1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3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10284.503 1990.000 767,'0.000'6.246'0,"0.000"-0.203"0,0.000 1.989-5,0.000 0.986 4,0.000-2.630 0,0.000 4.233-2,0.000-3.762 3,0.000-0.083 1,0.000 0.249-1,0.000 0.097-2,0.295 1.659-1,0.461-0.430 1,0.534-0.595 1,0.541-0.658 1,0.407 1.282 0,-0.043 0.080 0,-0.216-0.289 2,-0.304-0.488 0,-0.330-0.567-1,-0.318-0.566-3,-0.283-0.517 0,0.053 3.223 0,-0.499-1.894 0,-0.321 1.168 7,-0.139-1.554-1,0.049-0.906-2,0.022 1.937-1,0.033 0.665-1,0.028-0.831-1,0.019-1.140 0,0.012 0.948 1</inkml:trace>
</inkml:ink>
</file>

<file path=ppt/ink/ink1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3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10428.503 1958.000 767,'0.000'6.198'0,"0.000"0.134"0,0.000 0.739-5,0.000 0.226 5,0.921-0.878-1,1.998-0.061-1,1.291 2.723 1,-2.104-3.083 1,-0.313 0.053-1,0.755 4.862 0,-1.201-2.335 0,-0.812-2.124 1,-0.477 1.579 0,-0.181-1.657 1,-0.060 2.201 2,0.076-2.224-3,0.063-0.228-1,0.045 0.274 0,0.004 2.035 3,-0.002-0.753-1,-0.002-0.391-2,-0.001-0.837 0</inkml:trace>
</inkml:ink>
</file>

<file path=ppt/ink/ink1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3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10604.503 1990.000 767,'0.000'6.107'0,"0.000"0.153"0,0.000 1.863-6,0.000-2.050 5,0.000 1.565 0,0.000-0.131 0,0.000-1.120 0,0.000 1.108 0,0.000-1.210 1,0.000 1.002 1,0.000-0.149 1,0.000-1.070-1,0.000 0.105-2,0.000 0.095 1,0.000 0.381 1,0.000 0.841 0,0.000-1.375-1,0.000 0.289-1,0.513-0.373 0,6.104-5.486 2,-0.415-0.605 0,2.047 0.057 0,-2.158 0.003-1</inkml:trace>
</inkml:ink>
</file>

<file path=ppt/ink/ink1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3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10748.503 1958.000 767,'0.000'6.260'0,"0.000"-0.181"0,0.000 0.295-5,0.000 1.955 4,0.000-1.143 1,0.000 0.212-1,0.000-0.396-1,0.000-0.140 1,0.000-0.031 0,0.000-0.272 2,0.000 0.412-1,0.000 0.547 1,0.000-0.569 0,0.000-0.627-1,0.000 1.893-1,0.000-0.791 0,0.000-0.101 1,0.000 0.770 1,0.000-0.928-1,0.000 0.230 0,0.000-1.304 0,0.000 0.184 0</inkml:trace>
</inkml:ink>
</file>

<file path=ppt/ink/ink1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3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10908.503 2038.000 767,'0.000'6.160'0,"0.000"0.124"0,0.000 0.518-5,0.000 0.886 5,0.000 0.296-1,0.000-0.761 0,0.000-1.032 0,0.000 0.710 1,0.000-0.005-1</inkml:trace>
</inkml:ink>
</file>

<file path=ppt/ink/ink1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4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11100.503 1990.000 767,'0.000'6.219'0,"0.000"-0.215"0,0.000 1.384-5,0.000-1.325 5,0.000 1.548-1,0.000 0.861-2,0.000 1.492 1,0.000 0.653 2,0.000-0.614 0,0.000-1.505 0,0.000-1.402-1,0.000-0.037 0,0.000 0.922 3,0.000-0.970-1,0.000 1.417 0,0.000-2.140-2</inkml:trace>
</inkml:ink>
</file>

<file path=ppt/ink/ink1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4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11324.503 2038.000 767,'0.000'6.107'0,"0.000"0.153"0,0.000 0.832-5,0.000 2.131 4,0.000-0.303 0,0.000 2.240-2,0.000-1.427 1,0.000-1.981 1,0.000-1.713 1,0.000 1.636 1,0.000 1.490 2,0.000-0.906-1,0.000 0.631-4,0.000-0.999 1,0.000-1.158 1,0.000 0.229-1,0.000 0.227 2,0.000-0.378 0</inkml:trace>
</inkml:ink>
</file>

<file path=ppt/ink/ink1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4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11500.503 2070.000 767,'0.000'6.233'0,"0.000"-0.190"0,0.000 0.692-5,0.000 0.590 5,0.000 3.016-2,0.000 0.960-1,0.000 0.196 2,0.000-1.092 0,0.000-2.034 1,0.000-1.855-1,0.000 1.004 0,0.000-1.209 1,0.000-0.241-1,0.000 0.558 1</inkml:trace>
</inkml:ink>
</file>

<file path=ppt/ink/ink1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4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11692.503 2102.000 767,'0.000'6.058'0,"0.000"0.145"0,0.000-0.147-5,0.000 1.792 5,0.000-0.503-1,0.000 2.812-1,0.000-2.523 1,0.000 0.255 0,0.000-0.041-1,0.000-0.223 0,0.000-0.321 0,0.000-0.356 1,0.000-0.458 0,0.000 4.296 0,0.000-2.694 2,0.000-1.948 2,-2.142 1.438 1,-1.787-1.459-3,-0.301 0.794 0,1.114 0.015-1,1.268-0.375-1,0.952-0.435 1,-0.604 3.380 1,-2.416-0.583-1,-0.150 0.001-1,0.898-1.027 0,1.932-1.377-1,0.313 1.037 1,0.271 0.126 4,0.222-0.439-1,0.172-0.744-3,0.086 3.907-2,0.237-3.103 1,0.190-0.427 0</inkml:trace>
</inkml:ink>
</file>

<file path=ppt/ink/ink1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4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11916.503 2214.000 767,'0.000'6.174'0,"0.000"-0.143"0,0.000 0.066-5,0.000 1.386 3,0.000 1.962 1,0.000-2.728 0,0.000 0.017-1,0.000-0.233 1,0.000-0.364 0,0.000 3.797 1,0.000-2.432 0,0.000 0.308 1,0.000 0.411 1,0.000-1.134-2,0.000 3.274-1,0.000 0.542 0,0.000-0.805 1,0.000 0.241 0,0.000-1.258 1,0.000-2.193-1,0.000 0.161 0,-0.295-0.812-1,-3.725 0.489 1,0.035 0.029 2,0.385 1.247-1,1.041-1.056-2,0.849-1.191 0</inkml:trace>
</inkml:ink>
</file>

<file path=ppt/ink/ink1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4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12108.503 2422.000 767,'0.000'6.176'0,"0.000"0.156"0,-2.770-0.536-5,-2.433-0.819 4,-1.764 0.590 0,-0.966-0.128-1,-0.412-0.392 0,0.150 0.079 0,-0.341 1.341 0,1.409 1.470 3,0.642 1.116 1,0.708-2.415-2,0.691-2.502 1,-0.479 2.977 1,1.220-2.262-1,-0.811-0.151-1,1.559 2.115 0,0.837 1.017 0,-0.676 0.548-1,0.839-2.877 0,-2.303 4.849-1,1.179-1.585 1,1.361-1.639 1,1.094-0.824 0,0.732 2.507 2,0.703-1.588 0</inkml:trace>
</inkml:ink>
</file>

<file path=ppt/ink/ink1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5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12236.503 2486.000 767,'0.000'6.054'0,"0.000"0.120"0,0.000 0.640-5,-0.196-0.792 5,-2.389 1.053-1,-0.830-1.907 0,-1.276 0.486 0,-0.179-0.453-1,0.177-0.499 2,0.257-0.377 0,-0.426 0.832-1,2.158 0.631 2,3.140 0.874 1,-3.546-1.359-1,-2.935-5.398 0,-0.175 0.491 0,5.546 6.158-1,0.176 0.883 0,-2.123-0.027-2,-0.166-1.207 1,-0.504 0.604-1,-0.011-1.185 1,-2.139-0.108 0,-0.393-3.159 3,-0.284 2.303 1,4.086 1.701-2,1.613 0.129-1,0.837-0.285-1,-0.432-0.154 0,-6.373-4.004 2,0.076-2.080 1,-0.146-0.011-2,0.252 0.038-1,0.368 2.127 0,4.783 5.203 2,1.202-1.039 0</inkml:trace>
</inkml:ink>
</file>

<file path=ppt/ink/ink1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5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12396.503 2518.000 767,'0.000'6.023'0,"0.000"0.109"0,-2.490-0.035-5,-2.456-0.928 4,0.156-0.319 0,-3.750 3.712-1,4.052-4.076 1,0.066-0.071 0,0.146-0.147 0,-2.757 3.717-1,2.517-0.688 2,1.389-1.027 2,-1.045-0.021 1,-0.563-0.062-2,-0.886-1.075-2,-1.613 1.766 0,0.461 1.473 2,-0.473 0.716-1,0.308-0.694-2,0.410-0.883 1,1.156-1.356 0,1.570-0.230 0,0.057 2.177 2,0.423-0.711 1,0.002-1.113-1,-0.167-1.000-2,-1.328 0.438 0,-1.236 0.635 2,-0.825 0.571 0,2.633-2.504-1,-3.238 4.317-2,2.151-0.737 1,2.057-0.490 1,1.736 0.031 1,1.128-0.349 0,0.656-0.101 0</inkml:trace>
</inkml:ink>
</file>

<file path=ppt/ink/ink1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5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12412.503 2630.000 767,'0.000'6.010'0,"0.000"0.142"0,-1.538 0.405-5,-1.104-1.016 3,-1.007 1.880 1,0.179 0.709-1,0.921 0.322 1,0.988-0.003 2,0.820-0.637-1,0.506-1.176 0,0.211-0.163 1,-0.394 1.674-1,-0.944-0.964 0,-0.926-1.299-1,-2.339 0.995 1,0.322-0.192-1,1.042 0.922 3,-1.058-2.309 0,0.050 0.447-2,1.120 0.127-2,1.008 0.628 0,-1.288 2.434 3,-2.193 0.583 0,-0.766-2.246-2,-0.038-2.703 0,1.361-1.337 1,0.102 3.026 2,2.972-0.567 0</inkml:trace>
</inkml:ink>
</file>

<file path=ppt/ink/ink1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5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12524.503 2758.000 767,'0.000'6.063'0,"0.000"0.139"0,0.000-0.085-5,-2.010 2.416 4,-1.701 1.921 0,1.572-3.968 0,0.171 0.032 0,0.254-0.165-2,0.288-0.405 1,-0.576 4.321 1,0.938-2.178 0,0.636-1.723 3,0.360-0.330 0,-0.104 1.094 0,-1.535 0.541 0,-1.839-0.240-2,-0.970-0.973-2,-1.318 0.285 1,-0.371 1.121 1,1.464 0.634 0,1.696-0.679 0,1.374-1.104 1,0.832 1.412-2,0.959-1.056 0,0.208-0.478 3,-0.091-0.522 0</inkml:trace>
</inkml:ink>
</file>

<file path=ppt/ink/ink1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5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12700.503 2838.000 767,'0.000'6.304'0,"0.000"-0.178"0,-3.204 0.285-5,-2.061 1.602 4,0.531 0.051-1,-1.021-1.584 1,1.396-2.052 1,0.336 1.648 0,1.037 1.857 1,0.670 0.998-1,-1.887 1.100-2,-0.206 0.311 1,-1.378-1.309 0,0.319-0.756 0,-0.046 1.464 1,1.838-1.655 0,1.621-1.748 0,0.978 0.746 1,-1.662-0.007 0,-0.757-1.001 0,0.138 0.931 0,0.299 1.711-1,1.234-1.181-1,0.957-1.414 1,0.334 0.785 0,-4.262-2.462 1,-0.999 0.572 1,1.099-0.709-1,-0.646-0.791-2,-0.979 1.747 0,2.772 1.161 0,2.191 2.137 2,1.183-1.919-2,0.397-0.187 1</inkml:trace>
</inkml:ink>
</file>

<file path=ppt/ink/ink1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7:0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12796.503 2998.000 767,'0.000'6.316'0,"0.000"-0.190"0,-0.295 1.931-5,-3.582-1.793 5,-1.299-0.275-2,-0.676 0.548 2,0.010 1.063 0,0.910 1.051-1,1.493-0.472 0,1.259-1.687 0,-2.933 0.470 0,0.695-1.568 2,1.535-0.097 1,0.629 1.918-3,0.805 0.888 1,0.771-0.841 0,0.478-1.092-1,-0.195 1.709 0,-2.008-1.569 1,-1.842-0.884 1,-0.503-0.697-1</inkml:trace>
</inkml:ink>
</file>

<file path=ppt/ink/ink1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7:0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12924.503 3062.000 767,'0.000'6.321'0,"0.000"-0.195"0,0.000 0.102-5,0.000 1.936 5,0.000-1.573-1,0.000-0.535 0,0.000 2.046-1,0.000 0.047 3,0.000 0.470 0,0.000-0.001-4,0.000 0.483 1,0.000-1.576 2,0.000-0.816 0</inkml:trace>
</inkml:ink>
</file>

<file path=ppt/ink/ink1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7:0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13084.503 3078.000 767,'0.000'6.314'0,"0.000"-0.219"0,0.000-0.029-5,0.000 3.460 3,0.000-2.189 1,0.000 1.825-1,0.000 0.690 0,0.000-0.088 0,0.000-0.579-1,0.000-0.851 1,0.000-0.962 0,0.000-0.962 1,0.000-0.364 2,0.000 4.603 1,0.000-0.754 4,0.000 2.984-3,0.000-5.381-4,0.000-1.076 0,0.000-0.095 0,0.000-0.190 0,0.000 6.018 0,0.000-1.416 1,0.000-2.340 1,0.000-1.850-1,0.000 1.091 0,0.000-1.211 3,0.000-0.145-1</inkml:trace>
</inkml:ink>
</file>

<file path=ppt/ink/ink1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7:0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13212.503 3110.000 767,'0.000'6.047'0,"0.000"0.201"0,0.000 1.673-6,0.000 1.073 5,0.000-1.405 0,0.000 1.252-1,0.000-0.358 2,0.000-2.390 0,0.000 0.127 0,0.000-0.206 0,0.000 0.210 0,6.227-4.899 2,0.273-0.488 0,-2.928 4.636-1,-3.358 0.897-1,2.477-0.985-1,2.928 1.752 0,-2.150-1.049 0,-1.171 0.796 0,-1.065-0.069 1,-0.731-0.437-1,-0.434 1.522 1</inkml:trace>
</inkml:ink>
</file>

<file path=ppt/ink/ink1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7:0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13436.503 3062.000 767,'0.000'6.364'0,"0.000"-0.183"0,0.000 0.214-5,0.000-0.176 5,0.000 1.840-1,0.000 3.252 0,0.000-0.136-1,0.000-1.735 0,0.000-2.104 1,0.000-0.449 0,0.000 0.776 2,0.000-0.098 2,0.000-1.551-3,0.000 0.006 0,0.000 0.927 0,0.000 1.271 1,0.000-1.224 1,0.000-0.239-4,0.000-0.719 1,0.000 0.234 2,0.000-0.223-1,0.000 0.791 1,0.000-0.172-1,0.000 2.003 0,0.000-2.544-1,0.000 0.484 0,0.000 0.619 1,0.000-1.161 0,0.000 0.284 0</inkml:trace>
</inkml:ink>
</file>

<file path=ppt/ink/ink1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7:1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13756.503 3142.000 767,'0.000'6.202'0,"0.000"-0.197"0,0.000 0.332-5,0.000 3.132 4,0.000 1.475 0,0.000 0.376-2,0.000-5.167 2,0.000 5.526-2,0.000-1.349 2,0.000-1.025 2,0.000-1.912 0</inkml:trace>
</inkml:ink>
</file>

<file path=ppt/ink/ink1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7:2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7276.503 1158.000 767,'6.724'0.000'0,"-0.229"0.000"0,-0.097 0.000 0,0.001 0.000 0,1.027 0.000-9,0.911 1.550 10,2.319 3.310-1,-1.078 0.388-3,1.374 1.160 0,0.923 0.842 0,0.569 0.576-1,0.690 0.998 2,0.004 0.245-1,-0.651-0.385 0,-1.001-0.742 3,-1.132-0.899 5,-1.117-0.920-5,1.437 1.624-4,0.703 0.750 0,0.044 0.047 14,-0.373-0.396-4,-0.604-0.642-10,1.184 2.189 0,-3.013-1.757 1,-0.990-0.675 0,-0.868-0.843 11,-0.719-0.872-2,-0.564-0.814-8,-0.423-0.708 0,1.294 1.334 0,0.905 0.929 0,0.243 0.326 4,-0.203-0.088 1,-0.480-0.352-1,-0.627-0.499-2,-0.678-0.560-1,0.447 0.551-1,0.036 0.124-1,-0.234-0.163 3,-0.393-0.338 5,-0.470-0.428 1,-0.486-0.457-7,4.247 3.863-3,-3.316-3.174 2,0.150 0.698 3,-0.188 0.602 1,4.780 5.079 0,-2.446-2.746-7,-0.205 0.114 3,-0.405 0.003 4,0.857-0.008-1,-0.387-0.690-4,-0.901-0.786 0,-1.131-0.774 5,-0.705-1.166 1,0.345-0.141 0,0.249-0.389-4,1.051 0.821 3,0.066 0.409 0,-0.040 0.597-3,-0.240-0.171-1,0.174-0.061 1,0.224-0.205 0,0.240-0.286 0,0.549 1.394 0,-0.395 0.183 1,-0.547-0.233-1,-0.601-0.475 4,-0.585-0.589 0,0.199 0.368-4,0.482 0.930-2,0.282 0.816 3,-0.330-0.596 6,0.047-0.429-7,0.000-0.702-1,-0.032-0.261-1,-0.054 0.056 1,-0.065 0.272 2,0.384 0.690 2,-0.257-0.199-2,-0.295-0.344 0,-0.301-0.417-1,-0.285-0.438 1,-0.255-0.422 0,-0.220-0.384 1,-0.180-0.333-1,0.178 0.321 1,-0.254 0.007 0,-0.246 0.099 0,-0.222 0.149 0,-0.188 0.169-2,1.184 1.334 1,-0.197-0.672 0,0.324 0.164-1,0.162-0.035 2,1.566 1.511 1,0.716 0.428-4,0.716 0.458-1,-0.103 0.082 1,-0.845-0.421 1,-1.136-0.595 1,-1.216-0.649-1,-1.157-0.626 1,-1.021-0.558 0,0.523 3.929 1,0.241-2.264-1,1.740-1.150 2,2.338 0.484 0,-2.042-1.823 0,1.145 0.822-1,2.432 2.569-2,-0.158 0.633 0,-1.450-1.439-1,-0.301-0.574 0,-0.304-0.795-1,-0.770-1.013 1,-0.209-0.373 3,-0.171-0.252 3,1.739 1.388-2,-0.528-0.442-1,-0.574-0.423 0,-0.550-0.373 0,1.221 2.062-1,-1.665 0.318 0,-0.504-0.819 2,0.149-1.764 2,0.867-1.634-4,1.856-0.196 0,-1.543 0.371 0,-1.149 2.389 2,1.087 2.118-2,0.630-0.884-2,-0.615-2.378 2,1.580-1.510-1,-3.747 1.938 3,-1.730 2.152 0,-0.814 0.164-1,0.957-1.607-3,3.764 0.403 2,-1.212-0.782 0,-2.570 0.718 0,-1.698 2.516 0,-0.607-2.406 0,-0.095 0.314 0,-0.017 0.267 0,0.022-0.404 0,0.019 1.581-1,0.506-1.496 1,4.448-2.191 1,1.415 2.431 1,-1.240-2.357-3,0.638-0.568 0,-0.855 1.354 0,-1.712 1.924 2,-1.485 1.293-1,-0.968-0.390 0,-0.534-0.914-1,-0.243-0.954 0,0.789 0.198 0,4.492-2.679 3,1.736-0.502 2,-4.722 4.407-4,-1.385 1.511-1,1.807-3.212 0,3.795-0.146 1,-0.851-0.779 1,-3.864 1.141-2,-2.095 0.601 0,0.324-0.431 2,0.097 0.252-1,5.896-3.548 1,2.095 0.223 0,-1.735 0.546-3,0.327-0.057 0,0.107-0.747 0,0.058 0.067 2,-0.619 2.440 1,0.480 0.487 1,1.113-2.991 0,-0.876 0.357-3,-1.005 0.972-1,0.212-0.104 1,1.494-0.614 1,1.124-1.121 1,0.912-0.971-2,-0.604 0.530 1,-1.363 2.135-1,-0.535 0.456 2,0.491-1.115 0,1.102-0.483-2,-1.592 0.036 2,-0.842 1.784-2,-0.164-0.307 2,1.965-2.337 1,1.890-0.725-3,-3.895-0.635 0,4.990 1.146-1,-2.123 0.940 0,-1.968 0.849 2,1.180 0.467 0,-1.084-1.920 2,-0.285-0.858 1,-0.633-0.651-3,2.936-0.413-1,-2.374-0.295 1,-0.282-0.024 0,-0.233 0.018 1,2.443 0.010-1,-0.589 0.054 0,-0.119 0.027-1,-1.726 0.007 1,1.638 0.001 0,-0.475-0.000 0,-0.901-0.001 0,1.490-0.000-1,-1.745-0.001 1,1.031-0.000 1,0.955 0.000 0,-0.266 0.000-3,-1.381 0.000 2,0.971 0.000-1,-1.465 0.000 1,3.126 0.000 2,-1.368 0.000-1,-1.487 0.000-1,-0.082 0.000-1,0.559 0.000 0,-0.172 0.000 3,0.104 0.000 0,1.345 0.000-3,0.300 0.000 1,-1.209 0.000-1,-0.506 0.000 0,-0.515-1.366 1,-0.313-3.069 1,-0.534-1.735 0</inkml:trace>
</inkml:ink>
</file>

<file path=ppt/ink/ink1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7:53"/>
    </inkml:context>
    <inkml:brush xml:id="br0">
      <inkml:brushProperty name="width" value="0.0529194456206428" units="cm"/>
      <inkml:brushProperty name="height" value="0.0529194456206428" units="cm"/>
      <inkml:brushProperty name="color" value="#c00000"/>
      <inkml:brushProperty name="ignorePressure" value="0"/>
    </inkml:brush>
  </inkml:definitions>
  <inkml:trace contextRef="#ctx0" brushRef="#br0">10236.503 4166.000 767,'4.332'4.331'0,"-0.059"-0.058"0,0.000-0.000 0,0.570 0.573-7,0.426 0.424 7,-1.432-0.464-1,-1.012 0.814 1,-1.011 0.152 0,1.024 0.292 0,2.630-2.965 1,0.362-1.043-1,-3.102 4.690 1,1.781-2.334-1,2.279-1.185 0,0.380 0.855-1,-0.289 1.152 0,-2.173-0.176 0,-2.601 0.604 1,-2.542 0.963 0,3.672 0.574 0,0.765-2.430 1,-0.148 0.850-1,-1.120 0.191 0,-0.595 2.103-1,-0.426-2.089 1,4.533-6.421 1,-0.071 0.598 0,-4.318 6.342 0,-1.903-0.122 0,0.044 0.218-1,0.002 0.297 0,2.278-1.185-1,4.239-4.420 2,-1.909 3.128-2,-2.359 3.894 1,-1.633-0.999-1,-0.455-0.574 1,-0.285 0.062-1,-0.155-0.452 0,0.246 0.399 0</inkml:trace>
</inkml:ink>
</file>

<file path=ppt/ink/ink1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7:56"/>
    </inkml:context>
    <inkml:brush xml:id="br0">
      <inkml:brushProperty name="width" value="0.0529194456206428" units="cm"/>
      <inkml:brushProperty name="height" value="0.0529194456206428" units="cm"/>
      <inkml:brushProperty name="color" value="#c00000"/>
      <inkml:brushProperty name="ignorePressure" value="0"/>
    </inkml:brush>
  </inkml:definitions>
  <inkml:trace contextRef="#ctx0" brushRef="#br0">10444.503 4134.000 767,'0.000'6.146'0,"0.000"0.104"0,0.000 0.158-5,0.000 0.954 5,0.000-0.008-1,0.000-1.092 0,0.000 3.739 0,0.000 0.395 2,0.000-0.267-3,0.000-1.041-1,-0.342-1.813 4,-4.310-0.139 1,0.190-2.926-1,0.003 2.495-1,2.505 2.111-1,1.404-0.539 1,-0.743 0.960 0,-1.974-2.341-1,-0.896-1.062 2,0.852 0.785 0,1.161 2.067 0,0.936 1.521-3,-0.171-0.669 1,-1.254-2.527 0,-2.729-0.785 2,1.243-0.517 1,1.751 1.315-2,1.651-0.755 1,0.788 0.832-2,0.164 1.101 1,-3.645-0.885 1,-3.348-3.320 0,0.650-4.831-1,6.519-5.378 1,-0.413 0.090-1</inkml:trace>
</inkml:ink>
</file>

<file path=ppt/ink/ink1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8:00"/>
    </inkml:context>
    <inkml:brush xml:id="br0">
      <inkml:brushProperty name="width" value="0.0529194456206428" units="cm"/>
      <inkml:brushProperty name="height" value="0.0529194456206428" units="cm"/>
      <inkml:brushProperty name="color" value="#c00000"/>
      <inkml:brushProperty name="ignorePressure" value="0"/>
    </inkml:brush>
  </inkml:definitions>
  <inkml:trace contextRef="#ctx0" brushRef="#br0">10748.503 4118.000 767,'0.000'6.052'0,"0.000"0.150"0,0.000 0.747-5,0.000 2.526 4,0.000-0.807 0,0.000 1.759 0,0.000 1.783-2,0.000-5.978 2,0.000 4.923-1,-1.178-2.007 2,-2.805-0.653 2,-0.208 0.042 1,0.904-0.109-5,1.237-0.983 2,0.870-0.638 1,0.631-0.590-1,0.413 2.155 0,0.237 0.425 1,0.059-1.548 0,0.027 0.294-2,-0.089-1.250 0,-0.094 0.271 1,-0.017-0.120 2,0.011-0.052-1,0.000 0.560-1,0.000 0.187 0,0.000-0.869 0,0.000-0.005-1,0.000 0.291 1,0.000 1.922 1,0.000-0.039-1,0.000-0.833-1,0.000-0.788 0</inkml:trace>
</inkml:ink>
</file>

<file path=ppt/ink/ink1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8:01"/>
    </inkml:context>
    <inkml:brush xml:id="br0">
      <inkml:brushProperty name="width" value="0.0529194456206428" units="cm"/>
      <inkml:brushProperty name="height" value="0.0529194456206428" units="cm"/>
      <inkml:brushProperty name="color" value="#c00000"/>
      <inkml:brushProperty name="ignorePressure" value="0"/>
    </inkml:brush>
  </inkml:definitions>
  <inkml:trace contextRef="#ctx0" brushRef="#br0">10908.503 4246.000 767,'0.000'6.283'0,"0.000"-0.186"0,-3.204 0.317-5,-2.798-1.689 4,-1.187-0.812 0,1.348 0.055 0,1.146 0.849 0,-0.189 1.201 0,-1.611 2.179 1,-0.415 0.265-1,-0.952-0.108-1,3.238-4.051 2,0.124 0.123-1,-0.289 0.477 1,-0.020 0.135 1,-0.051 0.108-2,0.266-0.613 0,-0.087-0.470 1,-5.247 3.073 1,1.646 0.123 0,1.864 0.241 1,-0.279 0.847-2,0.438-0.591 0,0.867-1.303 0,0.797-1.230-1,-2.698 2.437-1,3.001-3.335 2,-0.729 0.706 2,-0.670 0.651 0,0.048-0.058-4,0.278-0.283 0,0.398-0.398 0,0.438-0.436 1,-3.282 3.268 1,0.201-0.184 0,0.069-0.251 2,2.369-2.719-1,1.579-9.842 5,3.657-1.624-3,-0.074 0.215-4,2.678-1.617 0,1.301 2.494 1,-0.258 0.917-1,0.559-0.204 0</inkml:trace>
</inkml:ink>
</file>

<file path=ppt/ink/ink1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c00000"/>
      <inkml:brushProperty name="ignorePressure" value="0"/>
    </inkml:brush>
  </inkml:definitions>
  <inkml:trace contextRef="#ctx0" brushRef="#br0">10348.503 4374.000,'16.000'1968.000</inkml:trace>
</inkml:ink>
</file>

<file path=ppt/ink/ink1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c00000"/>
      <inkml:brushProperty name="ignorePressure" value="0"/>
    </inkml:brush>
  </inkml:definitions>
  <inkml:trace contextRef="#ctx0" brushRef="#br0">10716.503 4454.000,'-16.000'1856.000</inkml:trace>
</inkml:ink>
</file>

<file path=ppt/ink/ink1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c00000"/>
      <inkml:brushProperty name="ignorePressure" value="0"/>
    </inkml:brush>
  </inkml:definitions>
  <inkml:trace contextRef="#ctx0" brushRef="#br0">10396.503 4374.000,'16.000'1952.000</inkml:trace>
</inkml:ink>
</file>

<file path=ppt/ink/ink1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c00000"/>
      <inkml:brushProperty name="ignorePressure" value="0"/>
    </inkml:brush>
  </inkml:definitions>
  <inkml:trace contextRef="#ctx0" brushRef="#br0">10748.503 4422.000,'0.000'1968.000</inkml:trace>
</inkml:ink>
</file>

<file path=ppt/ink/ink1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1:3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9564.503 6086.000 767</inkml:trace>
</inkml:ink>
</file>

<file path=ppt/ink/ink1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1:5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9724.503 5142.000 767,'0.000'6.235'0,"0.000"-0.232"0,0.000 0.374-5,0.000 0.917 5,0.000 4.305-2,0.000-5.251 0,0.000 0.021 1,0.000-0.152 0,0.000 5.408-2,0.000-1.225 1,0.000-3.827 0,0.000 0.308 1,0.000-0.128 2,0.000-0.384 3,0.224 4.716-1,1.294-2.289-5,1.499-1.754 1,1.019-0.559 2,-0.856 0.781 0,-1.140-0.188 1,-0.696 0.660-1,-0.581 0.847-2,-0.417 1.515 0,-0.312-0.991 1,-0.137-1.298 0,-0.020-1.464 0,-0.030 2.590 0,0.705-2.895 2,2.498-0.751-1,4.447-0.477 0,-1.778 3.999 0,-0.674-0.678-2,-0.167 1.592-4,-2.032-4.223 5,0.323 0.097 0,0.098 0.099 0,-0.277-0.277 0,1.701 4.354-2,-1.916-1.840 2,-1.331-1.009 1,-0.782 0.351 1,-0.535 0.188-1,-0.268-0.333-1,-0.098-0.047 0,0.031-0.917 0,0.022 1.715 1,0.122-0.938-1,0.057 0.313 1,0.016 0.957 0,1.072 0.113-1,4.937-1.665 0,-0.229-2.138 0,-2.330 0.726-1,-3.596 1.594 1,-0.054-0.707 0,0.192 0.026 0,-0.001-0.153 1,0.000 0.225-1,0.000 0.021 0,0.000-0.079 1,0.325 0.909-1,3.854 1.117-1,-0.273-2.260 0,-0.556 0.101 0,-0.981-0.117 0,-0.617 2.271 2,-1.225-1.144-1,-0.414 0.829 1,-0.215-0.730-1,1.133 0.738-2,4.211-2.442 3,-1.392-0.054 1,-0.829 1.411-2,-1.233 0.281-1,-0.965-0.016 0,-0.524 1.221 1,-0.305 0.312 0,-0.119-0.595 0,2.397-0.521-1,2.253-1.376 2,-0.948-0.009 1,-0.890 0.177-2,-0.955-0.121-1,-0.790-0.188 0,-0.533 0.041 1,-0.329 0.436 0,-0.188-0.316 0,-0.120 1.118 0,0.047-0.028 0,5.882-2.122 1,-0.233 2.073 1,-2.774-1.401-3,-0.635 2.017 0,-1.514-1.394 0,-0.577 0.572 0,-0.099-0.606 2,0.001 0.430 0,0.027 0.430-1,0.038 0.012-1,0.035-0.532 0,0.021-0.442 0,0.012 2.642 0,2.848-1.001 0,1.291-2.879 3,-0.372 0.079 2,-0.463 3.049-6,-0.186 0.850 2,0.026-0.938 1,0.108-1.449-3,0.081-1.229 0,0.258 0.380 0,-1.749 0.148 4,-2.029 0.294 1,0.103 6.316-2,0.052-4.024-1,0.008 0.263-1,0.006-0.279-1,0.005-0.230 0,0.005-0.521-1,0.003-0.521 1,0.002-0.685 1,0.003 4.897 5,0.002-2.168-1,0.000-1.836-2,-0.001-1.075-1,0.001 2.517 0,-0.003-2.494 1,0.000 1.116 0,0.000 0.734-1,0.000 0.521-1,0.000-0.480 0,0.000-0.276-1,0.000 1.578 2,0.000-1.141 2,0.000-1.406-2,0.000-0.813 0,0.000 0.741 0,0.000-0.308 1,0.000-0.360 0,0.000 2.144-1,0.000-0.925 0,0.000 0.855 1,0.000 0.605-1,0.000 0.632-1,-0.774-1.466 0,-1.655-1.521 1,-1.804 2.430 1,0.438-0.073 0,1.109-1.250-1,1.103-1.410-2,0.664 2.567 0,0.259-1.688 4,-2.916 1.999 1,-0.810-0.037-6,0.887-1.127 3,0.554-1.694-1,-1.278-0.735 1,-0.325 0.896 1,0.701 0.518 0,1.353-0.392-2,0.822-0.483 0,-1.332 0.541 1,-0.604 0.166 1,0.255 0.548-1,0.231 1.943 0,1.243-0.954 0,0.968-1.161 0,0.557 1.716 0,-0.216-1.318 1,-2.305-0.201 0,-3.734-4.229 0</inkml:trace>
</inkml:ink>
</file>

<file path=ppt/ink/ink1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2:0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9644.503 4870.000 767,'6.260'0.000'0,"-0.181"0.000"0,0.271 0.000-5,-0.094 0.000 5,0.328 0.000-1,0.805 0.000 0,-0.130 0.000 0,-0.533 0.000 0,-0.038 0.000 1,0.726 0.000 0,0.813 0.000 1,0.363 0.000-2,-0.523 0.000 0,-0.802 0.000 0,-1.026 0.000 1,0.131 0.000 0,0.730 0.000 1,-0.034 0.000 0,0.033 0.000-1,0.696 0.000 0,0.967 0.000-1,-0.365 0.000 1,-0.856 0.393 0,-1.981 2.335 0,-0.689 1.889 1,0.393-0.637 1,0.228-0.377-2,1.401 1.732-1,-0.574 1.593 0,-1.320 0.891 0,0.137-1.327 0,0.544-2.463 2,0.117-1.979-1,2.783-1.160 1,-0.820 0.008-1,-0.729 1.786 0,0.477 3.033 1,0.211 1.693-2,-0.522-1.066 0,-0.552-1.837 0,-0.644-1.520 0,-0.611 0.553 1,-0.404 1.511 0,-0.263 1.558-1,-0.188-1.964 1,1.450 0.722 0,0.141 0.245 2,-0.314 0.228-1,-0.681 0.098-2,-0.478-0.755-1,0.146-0.627 0,3.281 3.237 2,-0.952 0.301 3,0.434-1.645-1,-1.750-1.434-2,-1.710-0.321 0,-0.828 2.547 0,-2.360 0.368 0,-0.068-1.114 1,5.211-1.621 1,-0.055-3.131-1,-0.001-1.022-2,1.340 3.033 0,-4.366 1.950 2,-1.331 0.300 0,-0.805 2.027-3,-0.880-1.229 0,-0.204 0.236 3,0.031-0.041 0,0.094-0.809 0,0.115 0.319-1,0.019-0.234-1,-0.012 0.465 2,0.000-0.421-1,0.000 0.051 0,0.000 0.353 0,3.844-1.471 0,2.538-0.894 1,-2.226 3.105-1,-2.416-0.712 0,-1.396 0.102-1,-0.660-0.579 0,0.166-0.081 1,0.151-0.152 1</inkml:trace>
</inkml:ink>
</file>

<file path=ppt/ink/ink1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10060.503 5190.000,'16.000'1424.000</inkml:trace>
</inkml:ink>
</file>

<file path=ppt/ink/ink1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2:4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11564.503 5510.000 767,'-6.235'0.000'0,"0.232"0.000"0,0.790 7.462-5,-0.323 1.529 4,1.712-3.394-1,-0.568 0.869 0,-0.443 0.830-1,-0.628 0.167 1,-0.720-0.298-1,-0.742-0.601 2,-0.129-0.187 0,0.303 0.109 0,0.581 0.306 0,0.256 0.231 1,0.595-0.562 0,0.529-0.779 1,0.454-0.875 0,-4.204 3.654 2,3.372-3.084-2,-0.177 0.596 1,-0.592 0.665-1,-0.068-0.252-1,-0.009-0.527-3,0.031 0.494 1,0.058 0.283-1,0.072 0.123 4,-0.018 0.526 3,0.664-0.121-2,0.775-0.198-3,0.318 1.154-2,1.036-0.065 2,-0.944 2.318 4,-0.563-1.918-2,-1.254 0.719 3,2.225-3.173-4,0.127 0.519-1,0.368-0.755-1,-0.118-0.293 1,-0.183-0.467 0,-1.225 1.516 1,0.449-0.087 0,0.718-1.111 2,-0.301 0.199-1,-0.998 0.824 0,-0.014-0.716-1,0.129-0.921-1,-4.021 1.860 1,2.946-2.441 0,1.493 0.908 2,1.604 0.977 0,1.371 0.399 0,0.858-0.033-3,0.191 1.302 0,-1.170-0.571 1,-3.393 0.839 1,1.513 0.133-1,-0.818 1.250 0,-1.593-1.252-3,0.415-0.007 3,0.701-1.748 1,-0.929-1.335-1,0.513 0.373 1,1.367 0.726 0,1.250 0.784-2,0.938 2.372 1,0.926 1.252 0,0.486 0.912-1,0.167-1.472 0,0.030-1.647 0,-0.031-1.552 1,-0.024 1.872-1,-0.084-1.658 3,-0.025 0.600 1,-0.016 0.346-3,-0.008-0.499-1,-0.003-0.652 0,0.000-0.165 1,0.001 0.183 0,-2.432 1.292 1,-1.701-3.307 0,-1.381 1.881 0,2.372 0.104-1,1.905 0.502-1,1.419-0.512 1,0.079 0.166 0,-0.203 0.961 1,-0.055-0.395-1,-0.008-1.419 0,0.006 0.416 0,-5.895-1.737 1,1.799-0.207-1,0.794 1.188-1,0.791 1.815 0,1.866-0.097 0,0.879-0.676 0,-0.075-0.164 3,-0.087 2.527-1,-0.054-1.862-1,-0.013-0.960 0,-0.008 0.808-1,-0.002-0.438 0,0.005 0.474 1,0.002-1.017 1,0.000 0.130 1,0.000 0.521-2,0.000-0.596-1,-4.926-2.288 2,-0.954 1.338-1,2.008 1.182-1,2.313-0.562 0,1.344 0.404 1,-0.252 0.063 0,-5.354-4.040 1,0.425 1.603 0,2.354 3.773 0,1.938 0.260-2,0.975-0.801 0,0.366-0.374 0,-0.042 0.000 1,-0.196 0.360 0,-0.001 1.612 0,0.003-1.168 1,0.001-0.200-2,0.000-0.630 0,0.000 1.263 1,0.000-0.273 1,0.000-0.427-1,-0.199-1.062 0,-4.206-1.540 1,-1.714-2.243-1,1.492 2.014 1,3.517 2.663-1</inkml:trace>
</inkml:ink>
</file>

<file path=ppt/ink/ink1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2:4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11388.503 4934.000 767,'0.000'6.213'0,"0.000"-0.128"0,0.000 1.025-5,-0.342-0.208 5,-4.035 1.382-2,0.360-1.467 1,0.692-0.015 0,0.819-0.801 0,-3.117 0.480 0,-0.446 0.075 3,0.154-0.002-1,0.523-3.260-2,-0.894-1.173 2,0.024-1.092-1,-1.160 0.128-1,2.749 3.785 2,2.952 2.224 0,0.300-1.041-1,-3.536 1.653-1,-1.008-2.465 1,-1.051 0.409-1,-0.517 0.568-1,-0.909 0.578 1,-1.190-0.873 0,1.524 0.236 1,0.638 0.754 1,1.024-1.914-1,0.458-1.750 2,-0.719 0.821-1,-1.896 0.830-2,-0.808-0.319 1,2.163 1.986 0,2.734 1.529 0,1.387-1.575 0,-1.366-0.471 0,-1.145-0.519 1,-0.074-0.717-1,0.223-0.375-1,0.461 0.590 0,1.745 0.389 0,-0.176 0.446 3,-3.843 0.482 1,-1.366 0.358-4,-0.081 0.223-2,0.416 0.112 0,2.354-1.157 0,1.779-0.215 1,1.663-0.181 5,-2.455-0.671 0,-2.390-1.388 3,-1.173 3.231-6,2.174 1.755-2,2.366 0.003 2,1.100-1.249-2,0.237-1.482 1,-1.662 0.862 1,-0.021-0.470 0,1.548 1.951 2,-2.248-1.941 1,-0.673-1.214-3,1.753 2.336 0,2.257-0.456 0,1.391-0.123-1,0.644-0.376 0,-0.142-0.295 1,-0.188-0.003 1,0.016-0.021 0,0.000-12.078 1,0.000-0.005-1,6.588 3.229-1,-0.386 2.776 0</inkml:trace>
</inkml:ink>
</file>

<file path=ppt/ink/ink1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11036.503 5334.000,'-32.000'1392.000</inkml:trace>
</inkml:ink>
</file>

<file path=ppt/ink/ink1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4:32"/>
    </inkml:context>
    <inkml:brush xml:id="br0">
      <inkml:brushProperty name="width" value="0.0529194456206428" units="cm"/>
      <inkml:brushProperty name="height" value="0.0529194456206428" units="cm"/>
      <inkml:brushProperty name="color" value="#c00000"/>
      <inkml:brushProperty name="ignorePressure" value="0"/>
    </inkml:brush>
  </inkml:definitions>
  <inkml:trace contextRef="#ctx0" brushRef="#br0">11132.503 2486.000 767,'-4.727'4.727'0,"0.161"-0.161"0,0.065-0.068 0,-1.118 1.121-7,0.464-1.419 7,-1.365-0.569 0,-1.866-0.076-1,-2.452 0.927-1,0.478 0.417 0,4.936-1.912 1,-1.760 1.212 0,0.408-0.219 0,0.596-0.468 1,0.662-0.583-1,-3.645 1.154 2,3.043-0.471-1,-0.339 0.662 0,-0.924 0.727 0,-0.673 0.451 0,-1.476 1.780-1,0.667 0.776 0,1.080 0.692-2,1.107-0.581 1,0.306-0.350-1,0.098-0.560 4,-0.045-0.663-1,-0.138-0.689 1,-0.190-0.662-2,-1.604 2.135 1,-0.410 0.884-1,0.082 0.255 8,0.389-0.166-3,0.066-0.324-7,-0.145-0.403 0,-0.270-0.423 0,0.063-0.012 1,0.272 0.252 3,0.385 0.403 0,0.896-0.453 0,0.350-0.085-1,0.313-0.180 0,0.253-0.202 0,0.373-0.407 1,0.354-0.432 0,0.317-0.419 0,0.884-0.738-1,-2.445 4.526 1,2.918-2.542 1,-0.284 1.380 1,0.104-0.275-2,-0.273 0.110-2,-0.269-0.132-1,-0.379-0.016 1,-0.045-0.576 0,0.034-0.631 1,0.078-0.613-1,-0.081 1.426 1,-0.056 1.081 1,-0.082 0.838 2,0.225-0.441 0,-0.103-0.175-6,-0.109-0.370 0,0.073-0.200 0,0.584-0.735 2,0.703-0.744 2,0.720-0.689 0,-0.106 1.415 1,-0.441 0.722 0,-0.320-0.083 1,-0.401-0.134-2,-0.356-0.307-3,0.012-0.824 0,-0.238-0.333 1,-0.205-0.303 1,0.575-0.656-1,0.391-0.054 2,0.502 0.017-1,0.545 0.064 0,0.539 0.091 0,0.102 0.443 0,0.057-0.194 0,-0.104-0.269 0,-0.678 0.807 0,0.121 0.000 1,-0.146-0.226 0,-0.113-0.677 0,-3.257 2.859-1,0.979 1.401 1,3.260-4.012 1,0.429 0.388 0,0.396 0.256-3,-1.454 1.578-1,-1.100 0.640-1,-0.808 0.111 2,0.859-1.579 2,0.148 0.401 0,0.293 0.510-3,0.378 0.559 0,-0.124 1.105-1,-0.041-0.121 2,-0.172-0.360 0,0.367-1.103 0,0.207-0.199 0,0.285-0.140 3,0.325-0.092-1,0.308 0.245 0,0.337 0.208-1,0.310 0.277 0,0.233 0.672 0,0.267-0.238 0,0.216-0.391 0,0.180-1.066 0,0.098 0.514 0,0.075 0.741 2,0.065 1.718-1,0.045 0.273-3,0.026 0.020 1,0.012-0.152 0,0.021 1.093-1,-0.010-1.048 1,-0.016-1.193 1,-0.019-1.187-1,-0.006 1.646 3,-0.034-1.871 2,-0.015-0.514-1,-0.012-0.608 0,-0.003 4.159-3,-0.017-1.534-2,-0.008-1.823 4,-0.002-0.345 0,0.002-1.166-1,0.001 0.968-1,0.001 0.523 1,0.000 0.206-2,0.001-0.005 0,0.001-0.837-1,0.000-0.345 0,0.000-0.381 0,0.001 5.266 0,0.000-1.191 3,0.000-3.694-1,0.000-0.673 1,0.000 0.107-1,0.000-0.074 3,0.000 0.603 0,0.000 0.472-3,0.000 0.559-3,0.000 0.721 2,0.000-0.135 1,0.000-0.333-1,0.000-0.428 1,0.000-0.450 0,0.000-0.426 1,0.000 5.464 0,0.000-5.393 0,0.000 5.289-1,0.000-5.937-1,0.000 1.706 0,0.000 0.129 1,0.000-0.625 0,0.000-0.191 0,0.000-0.242 1,0.000 4.778-1,0.000-1.188 0,0.000 0.352 1,0.000 0.896-1,0.000-4.376 0,0.000-0.030-1,0.000-0.185 1,0.000 0.181-1,0.000-1.021 1,0.000 0.196 1,0.295 1.656 0,0.461-0.283 0,0.534-0.465-2,0.541-0.548-1,0.365-0.848 1,0.421-0.465 1,3.664 4.374 0,-0.259-1.531 1,-1.167-0.533 0,-1.100 0.724 1,-1.777-1.104-1,-1.196-0.980 0,-0.666 2.538-1,1.779-1.213 1,4.167-2.586 1,-0.313-7.375-1,-3.885-4.169 0</inkml:trace>
</inkml:ink>
</file>

<file path=ppt/ink/ink1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4:34"/>
    </inkml:context>
    <inkml:brush xml:id="br0">
      <inkml:brushProperty name="width" value="0.0529194456206428" units="cm"/>
      <inkml:brushProperty name="height" value="0.0529194456206428" units="cm"/>
      <inkml:brushProperty name="color" value="#c00000"/>
      <inkml:brushProperty name="ignorePressure" value="0"/>
    </inkml:brush>
  </inkml:definitions>
  <inkml:trace contextRef="#ctx0" brushRef="#br0">10844.503 2406.000 767,'-6.176'0.000'0,"-0.241"0.000"0,0.170 7.128-5,-5.593 1.833 2,2.852-1.196 0,0.653-0.474 0,-0.620 0.341 1,-0.522 0.079-2,0.607-0.637 2,0.148-0.156 0,0.289-0.195 1,-2.271 1.299 0,-0.733 0.346 1,-0.096 0.035 3,-1.833 1.497-3,0.615-0.172 0,3.641-2.372-2,1.148-0.324-1,1.229-0.317 2,0.285 0.204 4,0.511-0.486 0,0.199-0.481-1,-0.020-0.447 1,0.115-0.391-3,0.029-0.182 0,0.038-0.095 0,-0.549 0.506-1,-0.234 0.298 3,-0.271 0.953-1,-0.274 1.302 0,1.170-0.569-1,0.489 0.223-1,0.627 0.031 0,0.391 0.191 0,0.208 0.292-1,0.070 0.344 2,-0.769 2.094 1,0.100-0.008-2,0.112-0.208 1,0.110-0.315-1,1.042-2.959 0,-0.097-0.746 1,-0.157-0.827-1,-1.243 1.156 1,0.498-0.410 2,0.729-0.751 0,0.244-0.050 5,0.170 0.042-6,0.109 0.099-2,0.063 0.127 0,-0.130 0.450 0,-0.242 0.624 0,-0.297 0.689 0,-0.019 0.457 0,0.346-0.103 1,0.480-0.314 0,0.528-0.423-1,0.518-0.458 1,0.470-0.445 0,-0.621 5.283-1,-0.945-1.247 0,-1.725 0.223 5,1.726-4.041-2,-0.331 0.128 0,-0.265-0.143-1,-1.630 4.451-3,2.979-4.601 0,-0.472 1.957 0,-0.202 0.091 3,-0.331-0.187-1,0.545-1.342 0,0.189 0.020 0,0.274 0.090 0,0.316 0.131 0,0.325 0.152-1,0.313 0.156 1,0.285 0.150 0,0.249 0.137 0,0.227-0.312-1,0.155 0.115 1,0.125 0.115 0,0.097 0.109 0,0.073-0.115-1,0.051-0.263 1,0.035-0.352 0,0.021-0.396 0,0.038 2.477 0,-0.020-1.550 1,-0.006-0.274 1,-0.010-0.426 0,-0.013-0.501-1,-1.038 0.717-1,-0.628 0.317-2,-0.314 0.091 1,-0.349 1.045 3,0.115 0.056-1,0.245 0.002-2,0.307-0.031-1,0.430-1.139 1,0.242-0.260 1,0.220-0.278-1,-0.151 0.071 1,-0.389 0.298 1,-0.521 0.429 1,-0.555 2.602-1,0.006 0.545-2,0.198-0.108 0,0.298-0.501 0,0.336-0.702 2,0.330-0.767-2,0.372-0.269-2,0.202 0.684 1,0.171 0.563 1,0.139 0.104 8,0.109-0.207-4,0.082-0.400-6,0.066 0.384 0,0.046-0.903 1,0.026-0.928 3,0.011-0.868 1,0.005 0.993-1,-0.020-1.081 1,-0.008 0.054-1,0.024 5.080 3,-0.027-0.866-7,-0.021 0.625 2,-0.020-0.552 2,-0.011-0.302-2,-0.004-4.031 1,0.000 0.637-1,-0.001 0.265 0,0.000 0.511 4,0.000-0.223-1,0.001-0.346-4,0.001 0.912 0,0.000-0.653 2,0.000 0.690 1,0.000 3.708 1,0.000 1.213-4,0.001-1.667-2,0.000 0.171 1,0.000 0.037 2,0.000-0.396 1,0.000-0.658-1,0.000-0.790 0,0.000-0.500 1,0.000-0.550-1,0.000-0.428 4,0.000-0.320 0,0.000 2.172-3,0.000-1.630 0,0.000-0.142 0,0.000 1.355 2,0.000-0.292 1,0.000 0.066-6,0.000 0.743 3,0.000 0.917 2,0.000-0.766-4,0.000-0.524 1,0.000-0.788-1,0.000-0.899 1,0.000 0.572-1,0.000-0.319 5,0.000-0.638-1,0.000-0.788 1,0.000-0.818-1,0.000 3.208-3,0.000-0.286-1,0.000 0.276 6,0.000-1.213-2,0.000 1.963-3,0.000-4.299 1,0.000-0.021 0,0.000 4.280 0,0.000-0.758-2,0.000 0.711 3,0.000-1.360 0,0.000-1.012 0,0.448 2.078-1,0.840-2.938-1,1.984-1.890 2,3.588-4.094 0</inkml:trace>
</inkml:ink>
</file>

<file path=ppt/ink/ink1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4:38"/>
    </inkml:context>
    <inkml:brush xml:id="br0">
      <inkml:brushProperty name="width" value="0.0529194456206428" units="cm"/>
      <inkml:brushProperty name="height" value="0.0529194456206428" units="cm"/>
      <inkml:brushProperty name="color" value="#c00000"/>
      <inkml:brushProperty name="ignorePressure" value="0"/>
    </inkml:brush>
  </inkml:definitions>
  <inkml:trace contextRef="#ctx0" brushRef="#br0">10492.503 2278.000 767,'-6.047'0.000'0,"-0.202"0.000"0,-0.006 2.920-5,-1.979 3.784 4,-0.809 0.304-1,-1.368 1.117-1,-0.459 0.482 0,0.146 0.045-1,0.516-0.233 0,-0.214-0.268 0,-0.892 0.544 0,-0.404 0.326 0,-0.052 0.160 7,-1.913 1.530 3,0.641-0.556-7,0.816-0.746-4,0.857-0.802 1,0.810-0.768 3,0.714-0.683 1,-1.250 1.567 0,1.625-0.425 0,-0.049 0.857 3,0.068 0.753 9,-0.570 2.390-11,0.427 0.782-6,0.938-0.207 1,1.207-0.837 0,1.299-1.191 6,1.271-1.339-1,-1.184 1.817 1,-0.697 0.817-4,-0.275-0.004 7,0.020-0.543-1,-1.150 1.342-4,-0.387 0.207-4,-0.416 0.367 0,1.081-1.651 3,0.438-0.566 0,0.575-0.703 1,0.626-0.744 0,0.616-0.721 0,0.730-1.776 1,0.082-0.025-1,0.286 0.140 1,-0.184 0.326 2,0.100-0.635 1,0.029-0.832 2,0.586-0.770-7,0.355 0.039-1,0.424 0.267 3,0.117 0.965-1,0.596-0.168 2,0.554-0.328-2,0.493-0.414 0,-1.434 5.317 0,0.249-5.069 1,-0.693 0.228 0,-0.444 0.988-1,0.012 1.016 1,0.356 0.452-3,0.338 0.626 0,0.403 0.496 0,0.247-0.180 2,0.053-0.300-1,-0.050-0.500 0,-0.118-0.612 0,-1.905 5.646 0,-0.122-0.880 2,0.981-3.604 2,-0.271-0.212 1,-0.262-0.339-6,-0.335 0.263-1,0.252-0.550 0,0.407-0.565 2,-0.185 2.313 2,1.352-1.294 1,0.488 0.558 1,0.453 0.509-1,0.387 0.887-1,0.361 0.743-4,0.301 0.741-1,0.231 1.094 0,0.213-0.452 2,0.154-0.807 2,0.093-1.742-1,0.060-0.884 1,0.035-0.855 0,0.027-0.470 3,0.001-1.011-1,-0.010-0.942 1,0.109 4.132 1,-0.167-4.028-2,-0.021 0.969 0,-0.021 0.499 0,-0.015 0.755 0,-0.017-0.146-5,-0.013-0.341 1,-0.010 2.678-1,-0.008 1.554 3,-0.004-2.174 2,-0.003-0.304 0,-0.001-0.570-5,-0.001-0.717 1,-0.001 1.877-1,0.001 0.421 3,0.001-1.031 1,0.001-0.167 0,0.001-1.882-1,0.001-0.488 1,0.000-0.528-1,0.001-0.528 1,0.000 3.182 0,0.000-1.452-1,0.001-0.158 1,0.000-0.303 1,0.000-0.374-1,0.000-0.391-3,0.000 4.475 0,0.000-5.216 4,0.342 1.716-1,0.548 0.618-2,0.648 0.543 0,0.653 1.458 0,0.083-0.348 0,-0.139-0.626-1,-0.280-2.297 1,0.275-0.449 0,0.366-0.395 3,0.114-0.040-1,-0.066 0.206 0,-0.187 0.364 0,0.219 2.379 0,-0.480 0.172-2,-0.824-2.754 1,-0.240-0.173-1,-0.220-0.185 1,0.650 2.310 1,0.791-0.135 0,0.200-1.236-1,0.544 0.258 1,0.511 0.364-1,0.786 1.766-1,-0.287 0.043 0,-0.803-1.203-1,-0.517-0.440 1,-0.528-0.491 2,-0.235-0.938 0,0.158-0.374 0,0.313-0.315-1,-0.124-0.359 1,-0.094 0.325 0,-0.185 0.480-1,-0.054 0.059 0,0.099-0.009 0,0.173-0.143-1,0.215-0.228 1,0.985 1.242-1,0.098-0.774 1,-0.017-0.823 0,-0.083-0.780 0,3.051 3.124 0,-0.698 1.747 1,-2.785-3.782 2,0.184 0.443 0,0.211 0.252-4,0.180 0.024-1,0.149-0.136 0,0.728 1.218-1,-0.448-0.548 2,-0.603-0.616 0,-0.648-0.609 1,-0.500 0.086 1,-0.205-0.218 1,1.855 4.097 1,0.190-3.279-1,2.200 1.981-3,-2.208-3.324 1,0.378 0.347 0,0.291 0.504 0,-0.263-0.033-1,-0.444-0.162 0,-0.540-0.239-1,-0.321 0.591 0,-0.265-0.100 2,-0.158-0.467 1,2.567 3.803 1,1.766-2.396 0,0.114-0.866-2,-0.537-0.143 3,-0.364-0.118-4,0.526 0.656 1,1.371 1.421-1,0.050 0.027 1,0.152 0.121-1,-3.807-3.856 1,0.126 0.118 0,0.130 0.124-1,-0.341-0.346 1,2.668 2.667 1,-2.694-2.703-1</inkml:trace>
</inkml:ink>
</file>

<file path=ppt/ink/ink1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4:50"/>
    </inkml:context>
    <inkml:brush xml:id="br0">
      <inkml:brushProperty name="width" value="0.0529194456206428" units="cm"/>
      <inkml:brushProperty name="height" value="0.0529194456206428" units="cm"/>
      <inkml:brushProperty name="color" value="#c00000"/>
      <inkml:brushProperty name="ignorePressure" value="0"/>
    </inkml:brush>
  </inkml:definitions>
  <inkml:trace contextRef="#ctx0" brushRef="#br0">9964.503 2534.000 767,'-4.350'4.349'0,"-0.190"0.191"0,0.021-0.019 0,-1.783 2.016-7,1.811-0.409 7,0.812 0.887-1,-2.704 2.970-1,1.866-3.830 1,-0.673 0.477 1,-0.525 0.304 0,0.040 1.755-3,-0.181 1.593 0,-0.096 1.117 0,0.155 0.126 3,0.124-0.161 2,0.175-0.504-4,0.201-0.715-2,0.422-0.823 1,0.552-0.855 0,0.613-0.831 3,0.623-0.771 1,-1.327 1.972 2,-0.301 0.079 3,-0.067-0.152-2,0.084-0.283-2,0.171-0.344-2,0.500-0.846-3,-0.061 0.209 1,-0.120 0.342 0,0.190 0.066 0,0.384-0.122 3,0.488-0.238 0,-0.544 1.881 0,-0.373-0.519 1,0.656-1.510-1,0.293-0.154 0,0.400-0.052 1,0.443 0.019-2,-1.062 1.191-2,-0.202 0.377 1,0.171 0.390 3,0.563-1.572-1,-0.046-0.308-1,-0.101-0.405-1,-0.131-0.446-1,-0.313 0.952 0,-0.058 0.057 3,-0.021-0.251 0,0.005-0.436 1,0.021-0.528-1,0.125 1.075-1,0.417 0.455-2,0.480 0.190 1,0.485 0.007 4,0.453-0.111-1,0.356 0.232-4,0.374-0.411 0,0.294-0.449 0,0.220-0.436 0,0.155-0.390 5,0.103-0.330-1,0.169 5.943 1,-0.067-5.692-2,-0.003 0.288-2,-0.017 0.932 0,-0.014 0.635 0,-0.015 0.197 0,-0.020-0.519 2,-0.012 0.462 0,-0.010 0.532-2,-0.009 0.548-2,-0.007 0.065 2,-0.006 0.351-1,-0.004 0.289 1,-0.003 0.230 0,-0.003 0.177-1,-0.001 0.130 3,-0.001 0.292-1,-0.001-0.724 0,0.000-0.921 0,0.000-0.995 0,0.001-0.983-1,0.000 2.690 3,0.000 1.296 1,0.001-0.740 3,0.001-0.122-5,0.000-0.375-4,0.000-0.509 0,0.001-0.558 1,0.000-1.068 1,0.000-0.863 1,0.000-0.865-1,0.000 3.868 1,0.933-0.271 6,2.010 2.162-2,-0.376-3.510-3,0.565 0.154-2,0.524-0.142-1,0.143-0.801-1,0.228-0.491 1,0.147-0.534 2,0.086-0.526 1,-0.563 0.019-1,-0.334 0.338 0,-0.416 0.170 1,-0.133 0.463 1,-0.095 0.195 0,0.012 0.174-2,0.083 0.150-2,0.568 0.410 0,0.307-0.869 1,0.318-1.083 1,0.497 0.627-1,0.575 0.497 3,0.501 1.176 3,-0.501 0.243-4,-1.547-1.917-3,-0.518-0.137 0,-0.523-0.162 1,-0.044 0.294 1,0.029-0.218 0,0.202-0.218 1,0.305 0.138 0,0.353 0.366-1,0.362 0.494 0,0.666 1.460-1,-0.387-0.320 0,-0.588-0.585 0,-0.657-0.692 0,0.073 0.374 1,0.506 0.984 1,-0.152-1.400 0,0.372-0.531-1,0.362-0.772 0,1.396 0.517 0,0.664-0.157 1,-1.692-1.760 0,3.396 4.370-1,-3.464-2.341 0,-0.868 0.365 0,2.243 3.305 1,-0.483-2.128 0,-0.519-0.062 0,0.528 0.412 0,0.663 1.343-2,-0.608 0.642-1,0.143 0.021 2,0.264-0.987 0,0.700-0.542-1,-2.356-3.516 0,-0.198 0.077 1,-0.369 0.051 0,0.192-0.243 0,0.561 0.132 0,0.458-0.154 1,0.623 0.136 0,0.174-0.194-1,0.049-0.191-1,-0.040-0.179 0,-0.100 0.478 0,-0.135 0.057 0,-0.153-0.238 1,-0.158-0.431 0,1.661 1.604 1,-1.169-0.839 1,-0.290 0.104-3,-0.468-0.004 1,2.004 2.867 0,-0.604-0.824 0,0.249 0.184-2,1.028 1.058 5,-0.069-0.304-4,-0.194-0.444-2,-1.203-1.331 0,-0.778-0.706 3,-0.852-0.711 1,1.665 3.288-1,-2.695-1.994 3,1.542-1.139 3,3.332 1.209-2,0.506-0.452-5,-2.418-2.099-1,-0.583-0.857 0</inkml:trace>
</inkml:ink>
</file>

<file path=ppt/ink/ink1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5:0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11388.503 2246.000 767,'0.000'6.270'0,"0.000"-0.163"0,0.000 0.387-5,-0.448 1.326 5,-4.112-2.666-1,-3.295-2.370 1,2.319 5.512 0,0.248 2.063-2,0.815 0.003-1,-0.325-2.106 0,-0.700-2.732 3,-1.193-0.292 3,-1.119 2.093-3,1.885 0.955 0,1.437-0.755 0,0.749-1.205 1,0.344-1.159-2,-1.297 0.979-1,1.554-0.355 2,1.413 1.011 2,-1.489-0.186 1,-3.656-4.689-2,1.273 2.101 0,-0.122 1.165-1,0.894 1.355-1,1.505 0.449-1,1.401-0.387 2,1.027-0.638 0,-0.097 1.035 0,-4.821-2.270 1,-3.406-3.384 1,2.994 0.627-3,1.180 1.915-1,0.803 1.137 2,0.478 0.109 0,0.124-0.250-1,-1.391 2.112 0,2.164 0.283 2,1.015-0.976 0,-2.876-2.077 1,-0.772 1.806-2,-1.147-0.083 0,0.743-0.248-1,1.500-0.690 0,-0.566-0.708 2,-1.332-0.139-1,-0.096-0.063 0,0.195 0.247-1,1.146 0.216 0,1.415 0.558 0,1.055 0.721 2,-1.682 1.091 1,-1.216-3.607-2,0.375 2.260 1,-0.055-0.887-1,-2.254 0.912 1,-0.343 0.404-3,1.538-0.175 0,1.998-0.322 0,0.921 2.054 2,-0.212 0.021 1,-0.324-1.882-1,-1.931 1.223 0,-1.648 1.106 0,0.539-0.960-1,1.115-1.332 1,1.073-1.156-1,-0.774 0.727 0,-1.730 1.494 1,-0.296-1.403 2,-0.469-0.751-1,1.665 1.361-1,2.103 0.479 1,1.702 0.054 0,0.669-0.211-2,-1.736-1.296 1,-0.068 0.090 1,-0.551 0.159 1,-1.862-0.206-3,-0.051 0.262 1,1.861 0.165-1,1.309 2.727 1,1.087-1.817 0,-2.125 0.179 1,-0.018-0.230 0,0.456 0.028-3,-0.796 0.483 0,-0.596-0.344 2,-0.397-0.308 0,-1.326 1.112 0,0.377 0.334-1,1.950-0.913 0,1.842-0.906 1,-0.630 1.814 1,-0.188-2.305 0,-1.090 0.203 0,-1.888 1.690 0,-0.027 1.528-2,1.548 0.559-1,1.719 0.190 1,0.369-0.376-1,-0.722-2.978 3,-1.741-1.241 2,-0.567 3.537 1,-0.414 0.114-5,-0.674 0.068-1,0.188-0.948 0,0.879-0.891 1,1.578 1.959 0,1.469 2.178 5,0.126-0.843-4,-0.665-1.264-2,-0.300-1.778 1,0.622-0.860 0,-0.645 0.773 2,-2.043 0.894 3,0.429 0.548-4,1.435 0.896-2,1.556 0.482 2,1.212-0.422 0,0.688-0.935 1,0.000 0.378-1,-1.642 0.022 1,-1.822-0.094-2,-0.059 0.349 0,0.724 2.728 0,1.972-4.662 2,-0.503-1.099-2,-0.396 0.129 0,-0.165 0.040 1,0.006-0.022-1,0.121-0.065 2,0.195-0.090 0,-0.188 0.752-3,0.073-0.594 1,-1.909 4.181 2,-0.145-2.491-1,0.025-0.729 0,0.874 1.557 1,1.063-0.445 2,0.912-1.197-3,0.636-0.780-1,0.371 1.683-1,0.174 2.003 2,0.053-0.114 0,-0.006-0.992 0,-0.032-1.372 0,-0.031-0.659 0,-0.022 0.439 1,-0.019 0.560 0,-0.012-0.062 0,-0.005 1.919-1,0.000-3.435-1,0.000 0.358 0,0.000 0.153 0,0.000 1.476 0,0.000 0.221 0,0.000-0.288 1,0.001-0.592 1,0.000-0.743-1,0.000-0.786 1,0.001 4.355-4,0.000-2.218 2,0.000-0.260 5,0.000 1.562 0,0.000-0.816-4,0.000-1.590-1,0.000 3.151-2,0.000-4.266 4,0.000 0.733 1,0.000 0.284-1,0.000-0.027-3,0.000-0.228 0,0.000-0.341 0,0.000-0.391 1,0.000 0.004-1,0.000 4.726-1,0.000-0.519 7,0.000 1.218 2,0.000-0.854-5,0.000-1.686-3,0.000-0.572 0,0.000 0.644 3,0.000-0.200 2,0.000-1.676-3,0.000 1.278 0,0.000 1.464 0,0.000-0.651 0,0.000-0.130-1,0.000-2.978 0,0.000 1.236 1,0.000-0.495 1,0.000 0.249-2,0.000 0.074 0,0.000 1.232 0,0.000 0.053 0,0.000-1.480 1,0.000-0.305-1,0.000-0.354 1,0.000 6.226 1,0.000-6.293 0,0.000 5.434-1,0.000-0.714 1,1.579 0.300-1,2.549-0.308 1,0.153-0.194-1,-1.577-2.457 0,-0.815-0.221 0,-0.648 0.669 0,-0.670-0.660 1,-0.418-0.280 0,-0.238-0.718-1,-0.146 1.520 0,0.416-2.544 0,1.885 3.196 0,0.071-2.475-1,0.132 0.858 1,-0.109 0.782-2,-0.399-0.781 2,-0.257-0.391-2,-0.271-0.601 2,-0.263-0.694-1,0.290 3.886 0,-0.694-2.520 2,-0.385-0.687 0,-0.202 0.620 1,-0.095 0.317 1,1.206-0.411-2,2.696-1.486-1,1.479-2.071 1,2.104-1.582 0,0.186-2.075-2,-1.446-0.592 0</inkml:trace>
</inkml:ink>
</file>

<file path=ppt/ink/ink1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5:5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8236.503 2918.000 767,'-6.174'0.000'0,"0.142"0.000"0,-2.015 0.178-5,1.604 2.136 4,2.477 2.552 0,-0.910 3.299 0,-0.366 1.710 1,1.323-0.638-1,1.739-2.150-1,1.003-0.832 0,-0.388 2.063 4,-1.928-3.010 1,-0.293 0.234-3,-0.415 0.785-1,-0.557 0.157 0,-0.450 1.313 0,0.896 2.540 1,1.454-0.459 1,1.284-1.497-2,0.903-0.895-1,0.063 0.320 2,-2.329-1.487 2,-2.053 0.104 1,1.562-0.827-2,-0.800 1.261-1,-0.732 0.110-2,2.670-1.259 1,0.228 1.564 0,0.298 0.858 2,0.055-0.243 0,-0.274 0.035-3,-0.397-0.143 0,-0.579 1.277-1,0.170-0.162 2,0.123-0.891 1,-0.111-0.628 0,-0.168-0.664 1,-0.190-0.634 0,-0.355 1.862-1,-0.343 0.422 0,-0.337-0.441 0,1.123-2.004 0,0.200 0.207 0,0.277 0.362-1,-0.056 1.662 1,0.479 0.120-1,0.459-0.048 1,0.415-0.155 0,0.357-0.214 0,0.256 0.974-1,0.294-0.177 0,-0.086-2.084 0,-0.384-0.240 1,-0.512-0.220 2,-0.764 1.018 2,-0.082-0.633-3,0.138-0.669-2,-1.220 3.994 2,-0.410 0.740-1,1.534-4.098 1,-0.180 1.048 2,0.129 0.230-5,0.211 0.026 0,0.033 2.610-1,0.361 0.928 1,0.350 0.547 2,0.315 0.263 2,0.270 0.063-3,0.223-0.071-2,0.171 0.236-1,0.140-0.373 4,0.098-0.422 0,0.063-0.418 0,0.037-0.383-1,0.021-0.430 1,0.004-0.851-1,-0.005-0.870 0,-0.009-0.974 1,-0.014-1.211 4,0.024 3.126 3,-0.045-3.291-5,-0.027-0.199-1,-0.019 1.459 0,-0.001 3.427 0,-0.001 1.706-1,0.000 0.507-2,0.000-0.269-1,0.001-0.635-1,0.000 0.288 0,0.001-0.389 1,0.000-0.817 5,0.000-1.052 5,0.000 2.134-9,0.001-0.197-2,0.000-0.914 2,0.000-1.295 5,0.000-1.436-1,0.000-1.414-1,0.000 3.453-2,0.000-2.315-1,0.000 2.385 12,0.000 1.271-6,0.000 0.456-8,0.000-0.108 1,0.000-0.752 0,0.000-0.039-1,0.000-0.368 1,0.000 1.700 0,0.000-1.163 9,0.000-1.247-3,0.000-0.129-6,0.000 0.361 5,0.000 0.232 2,0.000-0.952-1,0.000-0.445-4,0.000-0.562-1,0.251-1.718 0,0.419-0.404 0,0.518-0.357 2,0.785 1.133 2,0.168-0.472 0,-0.051-0.433-1,-0.419-0.287 0,-0.188 0.356 0,-0.212 0.167 0,0.497 1.296-1,0.652 0.134 1,0.152-1.214-2,0.479-0.169-1,0.456-0.206 1,0.699 0.941 1,-0.208-0.040 0,-0.269-0.765 0,0.343 0.066-1,-0.461-0.814 2,-0.176-0.067 0,-0.288-0.083-1,0.514 2.314 0,-0.729 0.013-1,-0.525-1.526 2,0.339 0.063-1,0.621 0.545 1,0.189-0.448-1,0.096-0.563 0,0.028-0.595 0,-0.018-0.572 0,-0.076-0.059-1,2.027 4.579 0,-1.405-1.711 4,-0.236-2.767 0,2.245-1.481-2,2.080 1.556 0,-2.321 1.479-2,-1.309-0.549 0,0.405-0.954 0,1.335-0.714 2,0.628-1.384 0,-0.831-2.819-1,-0.013-1.012 0</inkml:trace>
</inkml:ink>
</file>

<file path=ppt/ink/ink1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5:5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12732.503 3094.000 767,'4.516'4.516'0,"-0.148"-0.149"0,-0.002-0.003 0,1.258 1.261-7,0.167 0.165 7,-0.678-0.677-1,1.740 0.877 0,0.946-0.849-1,-0.146-0.069 1,-1.483 1.571 1,-2.139 2.022 3,1.770-0.051-3,1.740-0.348 1,-0.028 0.338-3,-4.348-3.187 1,-0.441 0.478-1,-0.050 0.704 2,-0.287-0.591 1,1.905 3.329-3,-0.222-3.679 2,0.789 0.132 2,-1.243 0.122-1,0.563 1.105-2,0.370 0.567 1,0.925 2.883-1,-1.330-1.364-1,-0.464-0.058-1,-0.533-0.340 1,-0.130-0.141 1,-0.016-0.515 4,0.140-0.516-4,0.306 0.891-1,-0.376 0.074 4,-0.489 0.227 0,-0.530-1.731-1,0.149-0.157-2,0.275-0.191 1,0.352 0.329 0,-0.151-0.582 0,-0.282-0.635 1,1.326 3.924-1,-1.450-2.160 1,-1.069-0.967 0,-0.686 0.805 1,-0.400 2.933 1,0.236-3.548-4,0.575 0.211 1,0.692 0.016-1,-0.008-0.984-1,0.076 0.150 1,-0.036 0.203 1,-0.113 0.229 0,0.300 1.099-1,0.323 0.494 0,0.418 0.489 0,0.313 1.139 0,-0.131 0.398 1,-0.286 0.290-1,-0.142-0.867 0,0.208-0.386 1,0.317-0.506-1,0.548 1.026 1,-0.280-0.476 0,-0.448-0.401 2,-0.509-0.320-2,-0.501-0.242-1,-0.451-0.173 0,-0.494 0.709 1,-0.203 1.481-2,-0.168 0.743 2,-0.143-0.435 0,-0.092 0.298 1,-0.070 0.200-1,-0.078 3.478 0,-0.056-0.920-4,-0.026-1.267 4,-0.007-1.374 0,0.006-1.325-1,0.013-1.184 1,-0.013 5.237 1,0.053-3.180-1,0.017-0.427 4,0.014-0.768-1,0.011-0.908 0,0.009-0.913-4,0.006-0.836-1,0.005-0.716 0,0.006 4.417-1,0.003 1.340 0,-0.005-0.571 0,0.000 4.714 2,-0.436 0.330 0,-0.689 0.806 0,-0.809 0.021 0,-0.833-0.495-1,-0.792-0.798 1,2.026-9.112 0,-2.604 10.993 0,0.231-0.963 0,0.456-1.678 0,0.560-1.993 7,0.580-2.030-1,0.226 1.681-2,0.096 0.503-4,-0.045-0.001 6,-0.129-0.309 0,-0.168-0.471-6,-0.974-0.947-2,-0.871 0.130-1,-0.563-0.154 1,-0.321-0.330 10,-0.127 1.882-3,0.470 1.052-8,0.962-1.942 0,0.164-0.104 7,0.092-0.285 1,0.037-0.396-7,-0.713 1.569-1,-0.151-0.438 2,-0.172-0.412 2,-0.305-0.016-1,0.015-0.711 3,0.072-0.711-1,0.104-0.653 0,1.103-1.384-1,0.399 0.064 1,0.447-0.138-1,-0.697 2.445 3,-0.402 0.191 3,-0.621 0.194-9,-0.697 0.177 1,-0.711 0.130 0,-0.941 0.661 0,-0.909 0.718 0,1.390-2.627 1,0.007-0.116 0,0.124-0.201 0,0.199-0.250 1,0.354-0.235-1,0.632-0.529 2,0.707-0.569-1,-0.477 0.944 1,-0.327-0.139 0,-0.625 0.013 5,0.049-0.867-4,-0.200-0.363-3,-0.103-0.416 0,-0.886 0.538 0,0.098-0.582 1,0.174-0.548 2,-0.222 0.658-1,-0.122 1.002 0,0.538 0.541-1,0.889 0.215 0,1.237-1.559 0,0.340-0.437-1,0.215-0.518 2,0.117-0.538 0,0.466-0.800-1,-1.908 4.456 0,1.379-1.527 1,-0.464-2.187 1,-1.770-1.875 2,-1.096-2.072-3,0.266 1.941-1,1.970 1.844 1,-0.766 1.750 0,-3.924 2.188-5,4.006-5.017 3,0.566-0.782 0,-2.436 1.792 0,1.931-2.117 0</inkml:trace>
</inkml:ink>
</file>

<file path=ppt/ink/ink1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8:0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9708.503 3302.000 767,'0.000'6.052'0,"0.000"0.066"0,0.962 0.500-6,1.558 1.066 4,-0.174-0.642 0,0.083 0.229 0,-0.016-0.044 0,-0.029-0.081 0,-0.019-0.050 0,-0.006-0.018 1,-0.001-0.002-1,0.002 0.002 0,0.001 0.002 0,0.000 0.001 0,-0.001 0.000 0,0.000 0.000 0,0.000-0.000 0,0.001 0.000 0,-0.001 0.000 0,0.000-0.000 0,0.001 0.000 0,-0.119-0.175 0,-0.813-0.305 2,-0.812 0.117 15,2.451-0.557 5,2.937-3.985-19,0.390-2.718 1,-5.901-5.516-2,-0.485-0.193-1,-0.008-0.430 1,0.000-1.497 0,0.000-0.239 0,0.000 2.216-1,0.000-3.338-1,0.000 1.004 1,0.000 1.626 0,0.000-0.951 1,0.000 0.571 1,0.000-0.435 0,0.000 1.654 0,0.000-0.607-1,0.000 0.458-1,0.000-0.882 2,0.000 0.484-1,0.000-0.364 1,0.040 0.187-1,0.756 0.814 1,5.447 4.762-1,0.164 1.259 0,-3.965 7.727 0,-2.306-1.430 1,-0.105 0.745-2,-0.045-0.837-1,-0.026 0.866 1,0.005-0.643 0,0.024 1.020 1,0.011-1.006 1,0.002-0.338 1,-0.002 0.907-2,0.000-0.396 0,0.000 0.402 0,0.000 0.807 0,0.000-0.890 1,0.000-0.360-2,0.000-0.243 0,0.000 0.013 1,0.000-0.285 0,0.000 0.338 1,0.700 0.951-1,2.940-2.039 1,2.923-2.862-2,-0.239-1.582 1,-0.372 1.149 0,-0.262 5.699-1,-3.195 2.358 1,0.129 0.923-1,0.570-2.663-1,0.419-2.833 0,-0.567-0.333 3,1.934 3.158 2,1.677 0.373-3,0.071-2.205-1,-0.560-2.594 1,0.949-0.219-1,-3.388 3.853 4,-2.515-0.353-1,0.275-0.813-3,2.297-0.092-1,1.354-2.814 3,-0.822 2.725 0,-1.394 0.901 0,0.334-1.840-2,0.645-0.060 0,0.495 1.711 0,-2.270-0.900 1,-1.223 0.738 0,4.201-3.041 1,1.565-4.063 1,-0.629 3.768-2,-0.713 1.166-1,0.591 0.950 1,0.121 0.355-1,-0.435 0.604-1,-1.756 0.046 0,-1.555-0.925 3,2.333 0.240 1,1.543 1.564-1,0.163-1.823-1,0.305 1.919-1,-1.817-0.789 4,-1.213-1.016-5,-3.426-11.867 4,-0.186 0.031-1,-0.001-1.038-1,-3.204 1.151 0,-2.893 1.659 0,1.642-0.792-1,1.768-0.973 0,-0.726-0.274 1,-1.320 0.108-1,-0.818 1.993 0,-2.837 0.784 1,1.945-1.341 2,2.338-0.618-3,-2.909-1.023 2,2.980-0.823-1,1.486-1.029-1,0.726 1.915 1,-2.152-0.035-1,-2.298 3.423 2,-0.083 2.450 0,-0.593 1.004-1,0.729-3.149-1,4.671-4.631 3,1.045-1.554-2,-1.099 3.084-1,-4.659 0.129 1,0.958 2.204 1,-0.409-0.402-2,-2.771-2.960-2,4.047 2.744 2,-3.119-4.261 1,2.493 0.594 0,2.028 1.432 0,-3.097 0.094 1,-0.316 1.752 1,-0.026-1.076-3,0.177-2.246-1,0.227 0.119 2,0.573 2.512 0,-0.682 1.034 0,1.032-1.712 2,-0.701 0.190 0,0.923-0.002-2,1.681 0.297-2,-0.827 0.589 1,-2.646 0.294 3,1.936-0.500 0,1.546-0.264-3,-2.046 1.602 1,0.325-0.958 0,1.659-2.879 0,1.595 0.726-1,-1.688 0.317 1,-1.228 1.224 0,-0.644-0.609 0,2.422-0.413 0,2.515-1.537 0,0.414 0.429 1,0.056 0.871-1,0.031-0.686-1,-0.074 0.988-1,-0.104 12.305 5,0.002 0.151 0,0.000 0.385-4,0.000-0.571 0,0.000-0.081 0,0.000 0.049 1,0.000 1.248 0,0.000 0.140 0,0.000 0.740 0,0.000-0.627 0,0.000-0.330 0,0.000-0.719-1,0.000 0.398 0,0.000 0.487 1,0.000-1.267 2,3.171-0.634-1,2.922-4.454 0,-0.269 2.341-1,-4.405 2.875 0,3.021-1.806 0,0.498-0.539-1,-0.555 2.067 1,1.320 1.550-1,0.421-0.935-1,0.104-1.679 1,-0.127-1.310 0,-1.250 0.837 0,-1.262 0.669 3,-0.035 0.450 0,0.356 0.152-2,0.854-0.551-1,1.041-1.395 0,-0.501-0.472 1,-0.690 1.151 1,-0.056-0.033 0,4.077 1.465-1,0.673-0.284-1,0.355-0.608-1,-0.871-1.089 0,-2.240-0.007 1,-1.274 3.055 3,-3.765 0.293 1,-1.654-0.834-3,0.188 0.649 0,6.523-3.556 2,-0.306-2.330-1,-3.811 4.994 0,-2.468 0.132-1,7.669-3.141 0,0.272 1.272-1,0.721 1.494-2,-0.236 0.726 1,-0.571-0.601 0,-0.574-1.672 1,0.124 0.239 3,-3.222 2.073 1,-0.025 1.547-1,1.199-0.880-4,1.644 0.079 1,0.542 0.297 1,-1.563-0.700-2,-2.000-0.847 1,-1.670-0.238 2,-1.350 0.531 0,-0.462 0.126 0,3.653 0.187 1,2.897-2.517-1,-1.587-0.893-1,0.192 0.715-1,0.417 1.654 0,-3.203-0.320 1,-3.018 1.273 0,-0.118-0.427 0,0.290 0.206 1,-0.003-0.208 0</inkml:trace>
</inkml:ink>
</file>

<file path=ppt/ink/ink1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8:0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9996.503 3334.000 767,'0.000'6.283'0,"0.000"-0.176"0,0.000 0.747-5,0.000 2.584 4,0.000 1.143 0,0.719-0.746-1,1.482-0.369 1,1.349-0.596 0,0.021 0.047 0,-0.379 1.578 1,-1.258-0.648 1,-1.028-0.456-1,-0.551 0.329 1,-0.310-0.901 0,-0.138-1.192-2,-0.034-0.330 0,0.316-0.205 1,3.383 0.807 2,-0.279-2.857-1,0.315 1.802-1,-0.942 0.041-1,-0.993-0.328 0,-0.838-0.469 1,-0.455 0.934 0,-0.286 1.112 1,2.310 1.876-1,1.817-2.153-1,-0.342-0.993 2,-1.062 0.098-1,-1.065 1.014 0,0.207-1.562 0,2.620-0.080 0,-0.481-1.482 0,-1.519 0.624 2,-0.392 1.622-1,1.361-0.286-2,1.146 0.000-1,-0.608 0.982 2,-1.259 1.308 0,-1.269 0.296 0,-0.909-0.735-2,0.079-1.386 3,2.749-2.091 0,2.564 0.373 0,-1.410 0.328-1,-1.626 0.089 0,2.905-4.022 1,0.378-2.037 0,-4.754-6.060-1,-1.556-0.089 0,0.021-1.299 0,0.000 1.138 0,0.000 0.094 0,0.000-0.809-1,0.000 0.683 0,0.000-1.446 0,0.000 0.582 0,0.000-1.446 2,0.000 1.132 0,0.000 0.202-1,0.000 0.573-1,0.000-1.327 1,0.000-0.015 1,0.000 2.156-1,0.000-0.431-1,-4.217 0.930 1,-2.195 2.278 2,2.411-1.438-1,1.744-1.062-2,-1.382-0.738 0,-1.707-0.123 0,-0.223 2.125 1,-1.119 2.247 0,0.109 1.188 0,2.192-5.575 2,-0.942 1.850-1,0.025-2.196-2,1.396 0.155 0,0.084 0.499 0,-0.019 0.823 0,-1.541-0.009-1,-0.076 2.729 2,-0.486-1.004 2,1.696-0.758 0,0.285-0.548-2,-1.213-1.728-1,0.175-0.532 0,1.642 1.210 0,1.026-0.834 1,1.885 0.175 0,0.733-0.374 1,-0.083 0.776 1,-0.083-1.270-1,-0.104 1.333-2,-2.132-0.041 1,-2.495-0.630 0,0.347-0.449 0,1.313 0.421-1,0.845-0.306 2,2.141 13.374 2,-0.033 0.927 0,0.000 0.372-5,0.000-1.308 0,0.000 2.186 0,0.000-1.139 1,0.000 0.663 1,0.000 0.020 1,0.000-1.000-1,0.000 1.025 0,0.000 0.502 0,0.000-1.365 0,0.000-0.409 0,0.000 1.875-2,0.000-1.530 1,0.000-0.690 2,2.544 0.695 0,3.294-3.783 1,-1.190 1.777-1,-0.778 1.122-1,2.299-1.771-1,-0.337-0.523 2,-1.934 3.687-1,-0.487-1.528 0,0.411 0.021-2,-0.572 0.253 1,-0.574 0.849 0,0.104 0.125 1,0.406-0.696 0,0.493-0.719-1,0.703 2.377 0,-1.312-1.187 3,0.455-1.573-1,2.355-0.815 0,-1.627-0.029-1,-1.038 0.839 0,1.613 1.717 0,1.013-0.464-1,0.284-1.707 0,-0.150-1.643 0,0.418 0.510 1,-3.055 1.668 2,0.667 4.438-1,0.517 0.497-1,0.599-1.005-2,0.229-2.962 1,1.209-1.290 0,-2.235 0.397 3,2.009 0.065 1,0.528-0.976-4,-2.526-0.119 1,-3.762 2.310-1,-0.967-0.173 1,0.374-0.099 1,0.985-0.479 1,5.584-3.745-2,-1.308 3.197 0,-0.312 1.354-1,0.773 0.665-1,0.633 0.285 0,0.675 1.002 1,-3.762-3.354 0,1.545 4.404 9,-2.153-3.110-12,-2.050-12.802 7,-0.591-0.244 0,0.000-0.979-5,-2.490 0.029 1,-3.002 0.027 0,-0.775 0.519 0,-0.775-0.923-1,1.576 0.790 1,2.005 1.159 0,1.210-1.080 1,0.419 1.078 1,-2.379-0.729 0,-0.505 1.018 0,-0.646-0.149 0,-0.228 0.021-2,1.362 0.479 0,1.191-0.732 1,1.189-0.971 1,0.416-0.798 0,-1.905 1.336-1,-1.939 1.719-1,-4.194-0.329 1,-0.785-0.320-1,2.734 0.000 0,0.964-1.860 0,-0.467 0.162 2,1.044 0.953 0,0.820-1.539-1,-1.356-1.714 2,-0.254 1.692-4,-0.210 2.107 0,0.871 1.155 2,1.666-0.338 1,-2.190-1.089 1,-2.188-1.557 0,0.654-1.407-4,4.435 3.485 0,-1.603-4.450-1,2.457 1.543 3,1.690 1.498 1,-1.506-1.591 1,-0.926 1.407-1,0.176-0.036 0,0.799 0.287-1,-0.524-1.043-1,-1.344-0.106 1,0.190 0.200 0,0.575-0.742 0,-0.684 1.387 0,-0.369 2.319 1,-0.828-3.317-1,3.089-0.667 1,1.124-0.402-2,0.772 0.557 0,0.470 0.844 0,0.230-0.141 0,0.123-0.492 9,0.063 1.361-12,-0.097 12.962 8,-0.150-0.156-1</inkml:trace>
</inkml:ink>
</file>

<file path=ppt/ink/ink2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8:1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10396.503 3350.000 767,'0.000'6.187'0,"0.000"0.145"0,0.000 1.493-5,0.000-0.849 5,0.000 2.458-2,0.000-3.050 0,0.000 0.044 0,0.000-0.190 0,0.000 3.866 0,0.000-1.788 4,0.000 0.287-1,0.000 0.474-1,0.000 0.493 1,0.000-3.349-1,0.000 0.041 0,0.000-0.042-1,0.000 4.513 0,0.000-4.646 1,0.000 1.346 1,0.000 0.429-2,0.000 1.124 0,0.000-0.030 0,0.000-0.208 0,0.000-0.306 1,0.000-0.346 0,0.000-0.346-2,0.000-0.321 1,0.000-0.281 0,0.000-0.235 0,0.000-0.188 2,0.000-0.616 0,0.000 4.600 0,0.000-2.004 0,0.000-1.774 1,0.000-0.300 1,0.000 1.380-2,0.000 1.342 1,0.000 0.274-2,0.000-0.903-1,0.000-1.354 0,0.000-0.126 0,0.000 0.290 3,0.000 1.264-1,0.000 0.150-1,0.000-1.118 0,0.000-1.726-1,0.000 3.535 8,0.000-3.119-10,0.000-12.990 6,0.000-0.984-3,0.000-0.077-2,0.000-0.590 1,0.000-1.553-1,0.000-0.304 1,0.000 0.221-1,0.000 0.791 1,0.000 1.034 1,0.000 1.038 0,0.000 0.418 1,0.000 0.065 0,0.000-0.038 0,0.000 0.047-1,0.000-1.836 0,0.000-0.095 0,0.000 0.594 1,0.000 0.991-2,0.000 0.152 0,0.000-1.416 1,0.000 0.554 1,0.000 0.889 0,0.000-1.521-3,0.000-1.087 1,0.000 2.319 3,0.000-1.954 0,0.000-1.727-3,0.000 1.498-1,0.000 0.898 1,0.000 0.984 1,0.000 0.526 0,0.000 0.364 0,0.000 0.075 1,0.000-0.771 0,0.000 0.075-1,0.000-1.881 0,0.000-0.594-1,0.000 1.415 1,0.000 1.512-1,0.000-2.684 0,0.000 1.375 2,0.000 0.130 1,0.000 0.622-1,0.000-1.455-2,0.000 1.888 1,0.000-0.051 0,0.000-1.423 1,0.000 1.938-2,0.000-0.240 0,0.000-0.483 2,0.000-2.605 1,0.000-0.170-3,0.000 0.641-1,0.000 0.597 1,0.000 0.355 0,0.000 1.122 8,0.000 0.622-10,0.000 12.361 6,0.000-0.044 0,-7.092-2.550-4,1.696 3.996-2,3.238 0.780 2,0.954 2.482-1,0.675 0.552 1,0.403-0.109-1,0.207-0.065 1,-1.041-3.314 1,-2.288-1.445 0,-0.851-0.415 4,0.808 0.803-3,1.069 2.456-2,0.867 0.628 1,-0.217-1.215-1,-1.765 1.124-2,-0.705 0.674 3,0.796-0.933 1,1.008-0.459-2,0.813 0.288 1,0.661-0.004 1,0.426 0.006-1,0.276 2.128 1,0.177-1.457-2,0.045-1.701 0,-0.044-2.146 2,-0.236 0.434-1,-1.364-0.639 2,-2.104-0.616 0,-0.709 0.916-2,2.175-0.586 0,0.697 0.315 0,0.315 0.542-1,0.322-0.399 1,-0.166 5.236-2,0.583-1.787 0,0.316-2.292 2,0.112-0.804 0,0.068 1.659 2,-0.001-0.181-1,-0.028 0.665-1,-0.033 2.229 0,-0.029-0.025 0,-0.020-0.469-2,-0.014-1.756 0,-0.005-1.509 3,-0.001 1.119 1,0.000 0.880 0,0.001-0.400-1,0.001-0.264-3,0.030 0.686 0,0.173-1.654 3,0.731-1.398 1,3.429-10.566-1,-0.029 0.149 0,0.001 0.021 0,3.178 2.632 0,-1.475-2.532-1,-3.849-1.562-1,-0.595-3.386 1,-0.861 0.096-3,-0.519 1.026 2,-0.260-0.899 0,0.240 2.835 2,4.031-2.401 1,-0.286 1.777-2,-1.112-0.059-1,0.509-1.881 0,1.328-1.201 0,0.015-0.131 0,-1.008 0.810 1,-1.424 1.549-1,-0.784-0.650 0,-0.674-0.927 3,-0.496 0.213 0,-0.276-1.736-3,-0.087 4.633 0,-0.023 0.016 1,-0.067-4.492 0,0.084 4.559-1,-0.017-2.805 0,0.016 0.106 1,0.017 0.487-1,0.016 0.673 0,-0.001-3.503 1,0.033 5.067 0,0.003-1.775 0,0.006 0.106 0,0.004 0.339 0,0.002 0.464 0,0.002 0.817 1,0.004-5.280-1,0.000 1.365 1,0.000-0.812 2,-0.004 4.636-3,0.000-0.999 0,-0.001-0.307 0,0.000 0.323-1,0.000 0.453 0,-0.001 0.576 2,0.000-4.339-1,0.000 1.979-1,0.000-0.614 1,0.000-1.962 0,0.000 4.443 0,0.000-0.055 0,0.000 0.239 0,0.000 0.414 0,0.000-4.835-1,0.000 0.766-2,0.000 1.222 5,0.000 1.165 1,0.000 1.020-2,0.000-0.103 0,0.000-0.134-1,0.000-0.333 1,0.000-0.324 0,0.000 0.127-1,0.000-0.218-1,0.000 0.985 1,0.000-0.289 0,0.000-1.037 5,0.000 1.527-8,0.000 12.752 6,0.000 0.531 0,0.000-0.797-5,0.000 1.840-1,0.000 0.026 2,0.000 1.928 0,0.000 1.231 0,-0.922-2.526 0,-2.157 1.185-1,-1.006 0.232 2,0.586-1.315 0,1.000-1.082-1,1.004-0.363 1,0.792-0.165 1,0.465 0.511 1,0.237 0.383-2,0.103 0.305 0,0.042 0.542 0,-0.020-1.114 0,-0.038-1.180 0,-0.021 2.189 0,-0.051-2.137 0,-0.013 0.918-1,-0.397 0.837 0,-2.337 0.874 1,-1.736 1.379 0,0.650 0.208 0,1.281 0.394 1,1.028 0.067-2,0.728 0.087 0,0.287 0.307 1,-0.874 0.131 1,-1.288-0.357-2,-0.964-0.113-1,1.882-5.302 1,0.124 0.318 0,0.263-0.170 1,-0.549 5.219 4,0.922-1.886-3,0.564-1.269-1,0.328-1.019 1,0.143 0.123 0,0.049 0.276-1,0.000-0.065 1,-0.023-0.332-1,-0.027 0.314-1,-0.017 3.286 1,-0.022 1.184-1,-0.013-5.678 1,-0.003 4.988-2,-0.004-0.863 0,0.000 1.181 4,0.002-5.304 0,0.001 0.363-2,0.000-0.436 1,-0.001 5.211-1,0.002-1.663-1,0.000 0.413 0,0.000-0.904 2,0.000 1.247 1,0.000 0.997-3,0.000-2.154 0,0.000 1.282 0,0.000-0.043 2,0.000-1.931-1,0.000-2.336-1,0.000 3.534 1,0.000-1.520 2,0.000-0.788-1,0.000-0.972-2,0.000 0.342 0,0.000 0.025 2,0.000 2.017 0,0.000 1.002-1,0.000-0.932-1,0.000-1.995 0,0.000-0.474 0</inkml:trace>
</inkml:ink>
</file>

<file path=ppt/ink/ink2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8:2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10588.503 3238.000 767,'0.000'6.333'0,"0.000"-0.207"0,0.000 1.861-5,0.000 1.199 4,0.000 3.112-2,0.000-5.744 2,0.000 0.040-1,0.000-0.074 0,0.000-0.140 1,0.000-0.170 0,0.000 4.618-1,0.000 0.876 1,0.000-5.044 5,0.000 3.095 0,0.000 0.595-5,0.000 0.563 1,0.000-0.796 0,0.000 1.187-1,0.000-0.058 1,0.000-1.941 1,0.000-1.137-2,0.000 1.807 1,0.000-3.374 2,0.000 0.486 0,0.000-0.641-4,0.000-0.100 0,0.000-0.208 1,0.000 4.783 2,0.000-1.092-1,0.000-2.912-1,0.000 0.217 1,0.000 3.209 1,0.000 1.266 0,0.000-0.241-1,0.000-2.367 0,0.000-2.037-1,0.000 0.914 0,0.000 1.115 5,0.000-0.165-2,0.000 0.040-4,0.000-0.252 0,0.000 1.343 2,0.000 0.483 1,0.000-1.068-1,0.000 1.427-2,-1.071-2.845 3,-2.541-0.499 0,-0.983 1.862 2,1.121 1.467-4,1.336-0.563-1,1.022-1.070 1,0.681-2.011 5,0.892-13.431 1,-0.464-1.982-4,0.006 1.603-3,0.000-0.417-1,0.002 0.457 2,0.000-1.046-1,0.000-1.088 3,0.000-0.387-1,0.000-4.640-2,0.000 5.571 1,0.000 0.432 0,0.000 0.658 0,0.000 0.739 0,0.000-2.310 0,0.000-0.548 0,0.000 0.082 5,0.000 1.367-1,0.000 0.561-4,0.000-1.814 0,0.000-2.737 1,0.000 4.896-1,0.000-0.208 1,0.000-0.445 0,0.000 0.003 0,0.000 0.297 0,0.000 0.469 0,0.000-0.040 0,0.000 0.068-1,0.000-0.049-1,0.000-0.120 1,0.000-4.072 1,0.000 0.101 1,0.000 0.086 0,0.000 3.537 0,0.000 0.381 0,0.000 0.487-2,0.000-5.261 1,0.000 0.737 1,0.000 0.769 0,0.000-0.706-1,0.000 1.271 0,0.000 1.029 0,0.000-0.093 1,0.862 2.066-1,3.490-0.283 2,0.659 0.711-1,-2.222 0.228-1,-0.855-1.982-1,-0.868-0.712 1,-0.667 0.790 0,-0.360 1.028-1,-0.221-0.242 0,-0.079 0.598 2,0.240-0.175 0,0.027 12.845 2,-1.955-0.459-1,-4.452-3.236-2,2.085 5.306-2,1.354-1.015 1,-1.065-0.731 0,0.099 0.106 0,1.347-0.285 1,-0.048 0.750-1,-0.078 0.161 1,-0.090-0.212 0,-0.090-0.423 0,0.224 0.047-3,0.339 0.448 2,0.404 0.610-1,0.554-0.920 2,0.295-0.244 0,-0.313 4.907 1,0.755-1.838-1,0.484 0.045 1,0.270-0.118 1,0.069 0.363 1,-0.034-0.166-4,-0.045 0.620 0,-0.047-0.029 2,-0.332-0.806-1,-1.772-0.695-1,-1.991 0.088 0,-0.094 0.680 1,1.319-0.164 1,1.001 1.127-1,0.489 0.492-1,-1.528-1.845 0,-1.573 2.026 2,0.572 0.058 2,1.257-0.353-4,1.098 1.046-2,0.753-0.791 4,0.484-2.123-1,0.222-1.016-2,0.156 4.252 3,0.017-1.286 1,-0.021-1.172-2,-0.036-1.410 0,-0.033 0.186 0,-0.030 0.111 0,-0.018-0.799 2,-0.009-1.056-2,-0.005 1.737-1,0.003-2.073 1,0.001 0.433 0,0.001 0.279 1,0.002-12.892-2,0.000-0.237 1,6.196 4.898 2,-1.347-2.655-1,-2.225-2.819 0,0.410-0.552-3,0.856 1.300 1,1.278-1.307 0,-1.138 0.428 2,0.870-0.695 0,-2.184 2.258-2,-0.199-0.781 0,-0.313-0.379 0,-0.363-0.093 1,-0.368 0.096 0,-0.344 0.211-1,-0.304 0.268 0,0.923 0.327-1,2.807-4.781 2,-0.385 1.967 3,0.455 0.972-2,1.353-1.858-2,-0.711-0.967 0,-1.515 0.153 2,-1.661 1.267-1,-1.215 1.931-1,-0.574 0.149 1,-0.303 0.413 2,-0.128-0.825 0,-0.045-0.944-2,-0.034-3.927-1,0.114 4.702 0,0.018-0.362 0,0.021 0.726 1,0.013 0.140 0,0.012 0.215 0,0.010 0.669-1,0.000-5.587 1,0.016 4.877 0,0.004-0.127 0,0.004-3.897 1,0.002-0.896 0,-0.004 5.167-1,0.393-0.049-1,0.615 0.066 1,0.712 0.135-1,0.233 0.342 1,0.065 0.035 0,-0.094 0.001 0,-0.193-0.021 0,-0.243-0.034-1,-0.288 0.201 0,0.501-5.742 0,-0.782 0.943 1,-0.525 1.234 3,-0.320 0.507-2,-0.003-1.203-1,0.961 1.736 1,2.651 1.560 0,2.960 3.171 0,-3.839-2.616 1,-1.785-0.637 3,-0.546 0.175-8,-1.810 13.666 6,-2.960-1.495-5,-0.238-0.713 0,0.916 3.239-2,2.168 0.501 7,0.576 1.344-4,-0.041 0.512-2,-3.391 1.899 1,0.117-6.242 2,-0.373-0.233 0,0.181 0.066-1,0.500 0.242 2,0.647 0.326 0,-0.401 3.057 0,1.170 1.166-1,1.150 0.566 0,0.886-1.322-1,0.431-1.156 0,0.003-0.121 1,-1.152-0.300 1,-1.591-0.653-1,-0.662 0.369 0,0.153 1.973 1,0.887 0.796 0,0.902 0.336-2,0.699 0.083-2,0.488-0.844 1,-2.413-1.140 4,-1.195 0.119 3,0.284 0.352-5,0.950-0.260-2,0.894-0.232 1,0.674 1.584 1,0.685 1.250 1,0.349-4.900-1,0.060-0.063 1,0.034-0.362-2,0.017-0.513 0,-1.338 4.332-1,-2.510-0.350 1,-0.435-0.479 3,1.182-1.501 0,1.142-1.060-3,0.636 1.500 1,0.444 0.910 1,-1.222-2.453-1,-2.529 2.302 1,1.443-1.940-1,0.400 2.042 1,1.613-3.433-1,-0.176 4.086-1,0.539 0.467-1,0.392 0.261 1,0.278-4.597 1,0.094 5.137 0,0.105-1.770-1,-1.393-0.595 1,-2.930 0.699 3,0.168-1.092-1,0.941-1.019-4,1.135-1.039 1,0.624 1.997 1,1.066-0.913 1,0.361 1.234 1,0.031-1.337-2,-0.011 0.114 0,-0.035-0.575-1,-0.027 0.166 0,-0.021 1.110 1,-0.023-1.488 1,-0.015 0.580-1,-0.009-0.722 0,0.004-0.562 0,0.043 3.526 3,0.241-0.128-3,0.275-2.854-2,1.598-0.810 0,3.771-6.814 3,0.755 0.971-1,1.432 0.010 2,-1.614-0.003-1</inkml:trace>
</inkml:ink>
</file>

<file path=ppt/ink/ink2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8:2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10556.503 3574.000 767,'0.000'6.055'0,"0.000"0.192"0,0.000 1.724-6,0.000 2.772 5,0.000-4.604 0,0.000 0.343-1,0.000 0.154 1,0.000 1.281 0,0.000 1.112 0,0.000-0.627 0,0.000-0.076 0,0.000-0.309 0,0.000-0.449 1,0.000 0.198-1,0.000-1.258 0,0.000 2.659 1,0.000-3.080 0</inkml:trace>
</inkml:ink>
</file>

<file path=ppt/ink/ink2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19:3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10493.933 1352.799 767</inkml:trace>
</inkml:ink>
</file>

<file path=ppt/ink/ink2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19:3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11665.933 1584.799 767</inkml:trace>
</inkml:ink>
</file>

<file path=ppt/ink/ink2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19:5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8693.933 2310.799 767</inkml:trace>
</inkml:ink>
</file>

<file path=ppt/ink/ink2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20:5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8677.933 2260.799 767</inkml:trace>
</inkml:ink>
</file>

<file path=ppt/ink/ink2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21:1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8726.933 2260.799 767</inkml:trace>
</inkml:ink>
</file>

<file path=ppt/ink/ink2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21:3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8743.933 2310.799 767,'0.000'-6.210'0,"0.000"0.161"0,0.000-0.071-5,0.000-0.929 4,3.063 1.416 1,1.799 1.810 0,0.872-0.413 0,0.231-0.082-2,-0.179 0.126 0,-0.412 0.242 0,-0.519 0.292 0,3.886-3.487-1,-4.121 3.045 2,0.281-0.433 1,0.305-0.429 0,-0.188-0.160 0,-0.490 0.024 0,-0.646 0.141 0,1.799-4.317 0,1.341 1.137 2,1.675 0.324 5,-3.310 3.325-7,0.022 0.026-2,-0.090 0.035 0,-0.149 0.037 1,-0.520 0.354 1,3.862-3.617 0,-0.936 0.525 0,-1.099 0.824 0,-0.154 0.016 1,0.025-0.093-1,0.031-0.053 1,0.018-0.016-1,0.541-0.530-1,0.488-0.473 1,0.387-1.492 0,-3.821 3.577 0,0.032-0.606 0,-0.134 0.147-1,0.441-0.449 0,0.533-0.421 0,0.562-0.377 0,1.325-1.277 0,0.060 0.292 0,-0.172 0.511-1,-0.301 0.606 1,-0.912 1.369 1,-0.012 0.476 0,0.066 0.424 1,0.113 0.363 0,0.139 0.299-1,-0.223 0.250 0,0.293-0.277 1,0.334-0.417-1,0.345-0.491 0,0.997-1.216-1,-0.645-0.002 1,-0.916 0.217-1,-1.022 0.341 1,-1.015 0.395 0,4.339-3.437 2,0.478 0.957 6,2.489-1.168-8,-3.141 3.484-3,0.723 0.411 2,0.390 0.690 1,0.314-1.040-2,-1.777 0.451 0,-0.161-0.116 1,-0.168 0.045 4,-0.163 0.147 0,-0.109 0.179-5,0.054 0.109 0,0.109 0.088-1,0.138 0.069 1,-0.119 0.068 3,-0.279 0.063-1,-0.366 0.055 1,-0.399 0.046-1,-0.442 0.235 1,0.068-0.010 0,0.189-0.028 0,0.259-0.040 0,0.747-0.475-1,-0.194 0.008-1,-0.335 0.036 1,-0.400 0.051 0,-0.932 0.464 0,-0.272-0.001 0,-0.224-0.024 1,4.655-4.146 0,-0.210 1.324 0,-0.010 1.915 0,1.774 0.147 0,-4.677 2.069-2,0.477-0.765 1,-0.110-0.825-1,-0.275-0.861 0,-0.351-0.807 0,-0.023 0.821 1,0.408 0.350 0,0.129 0.541-1,-0.064 0.630 4,0.742-0.063-1,-0.445 0.234-3,-0.512 0.059 0,-0.505-0.052 0,3.673-2.984 2,-0.796-0.512 0,-1.571 1.393 0,0.028 1.172-1,2.038 1.098 2,2.149 1.392-1,-4.639 0.775-2,-0.571-0.494 0,3.762-2.855-1,0.125 0.190 4,0.692 0.879-2,-1.866-0.357-1,-0.983-1.297 0,2.820 0.177 3,-4.532 2.592-2,0.079-0.155-1,-0.122-0.254 1,-0.237-0.295-1,4.685-2.084 1,0.474 1.117 0,0.255 1.152-1,-0.795-0.130 1,-0.977-0.819 0,-3.474 1.479 0,0.487 0.129 0,0.153 0.230 0,-0.072 0.279 3,0.084 0.289-1,0.179 0.274-4,0.224 0.245 0,0.238 0.208 1,-0.437-0.106 1,-0.233-0.329-1,-0.323-0.438 1,-0.359-0.480 0,4.366-2.144 0,-1.677 0.469 1,-1.342 0.943 1,0.773 0.853-1,1.296 0.896-1,1.683 0.557 0,-4.690 0.242-1,0.126 0.041 1,-0.145 0.026 0,5.209 0.079 0,-4.531-1.326-1,0.201-0.702-1,-0.172-0.287 2,-0.390-0.005 2,-0.496 0.172-1,0.336 0.326 0,0.019 0.284-3,-0.336 0.286 0,4.382-0.363 6,-2.504 0.783-3,0.244 0.484-3,1.895-0.347 2,-3.344-0.183 4,0.561-0.355-2,0.256-0.346-4,0.036-0.318-1,0.417-0.435 1,-0.269-0.231 0,-0.338-0.165-1,-0.357-0.110 1,-0.344-0.067 2,-0.311-0.034 0,0.125 0.023 0,-0.272 0.364 0,-0.232 0.428 0,-0.187 0.431 1,5.449-0.433 0,0.887 1.118 1,-5.572 0.725-1,0.367 0.116-1,4.484 0.094 0,-5.269 0.008 1,0.333 0.010-1,0.888 0.012 0,-0.147-0.003-1,-0.313-0.007 1,-0.402-0.009-1,-0.416-0.009 1,4.266 0.021 1,-2.271-0.034 0,-1.694-0.023 1,3.192-0.014-1,0.995-0.007 2,-1.014-0.251-3,-1.344-1.488-2,-0.835-1.803 1,-0.532-0.614 1,-0.240 0.731 0,0.123 1.047 1,-0.334 1.050 0,1.885 0.707 0,-0.193-0.137-1,-0.861-1.533-1,1.607-1.476 0,-2.471 1.659 0,0.895 0.166 0,0.320 0.270 1,-0.059 0.310 1,-0.283 0.307 0,-0.395 0.279-3,-0.430 0.238 0,4.656-0.002-1,-0.514 0.395 1,-0.117 0.197 4,0.619 0.084-1,-0.990-0.006 1,-2.154-0.045 0,-0.637-0.030 0,0.154-0.023-1,0.426-0.018-1,-0.660-0.304 1,-0.096-3.588-1,-2.510-2.063 1,0.398 1.875 0,4.039 2.250-1,0.631 1.391 0,0.293 0.335-1,-0.781 0.163-2,-1.156 0.058 2,0.117-1.209 1,-0.264-2.377 1,0.266-0.557-1,2.221 0.527 0,-3.961 1.991 0,0.027 0.314-1,-0.184 0.291 0,-0.301 0.254 0,0.018-1.089 1,0.215-0.537 0,0.318-0.150 3,0.357 0.103-2,0.115 0.200-2,-0.375 0.344-1,-0.525 0.362 1,4.416-0.421-1,-0.027 1.015 4,-3.906 0.628-1,1.059 0.100-2,1.021 0.075 0,-0.221 0.051 0,-0.584 0.028 0,-0.758 0.011 0,-0.799 0.000 1,3.637 0.038 1,0.033-0.032 0,1.656-0.029 0,-5.035-0.039-1,0.115-0.007 0,0.061-0.005 0,0.021-0.004 0,4.281-0.003-2,1.100-0.003 1,-5.330 0.001 1,-0.158 0.000 1,-0.313 0.000-1,5.164-0.001 0,-0.592 0.001 1,-4.586 0.001 0,0.773 0.000-1,2.539 0.000-1,0.109 0.000 0,-0.277 0.000 0,-1.150 0.000 0,-0.676 0.000 0,-0.705 0.000 2,-0.670 0.000 0,0.287 0.000 0,-0.063 0.000 1,0.117 0.000-1,0.213-0.000-1,4.143 0.000 0,-1.057 0.000-1,0.160 0.000 2,-3.916 0.000 0,0.793 0.000 0,-0.832 0.000-2,-0.098 0.000 0,5.238 0.000 0,-0.135 0.000 1,-4.479 0.000 1,0.426 0.000 0,0.254 0.000-1,0.123 0.000 1,0.432 0.000-3,-0.486 0.000 0,-0.623 0.000 0,-0.664 0.000 0,4.986 0.000 3,0.068 0.000 4,0.693 0.000-7,-5.598 0.000 1,0.217 0.000 0,1.801 0.000 0,1.031 0.000 0,0.527 0.000 2,0.174 0.000 5,-0.055 0.000-7,-0.188 0.000-2,-0.252 0.000 1,-0.266 0.000 0,-1.766 0.000 2,-0.367 0.000 1,-0.350 0.000-1,-0.314 0.000 0,-0.273 0.000 0,5.541 0.000 1,0.309 0.000 0,-5.625 0.000-1,0.693 0.000 0,0.297 0.000 0,0.250 0.000 0,0.201 0.000 0,0.951 0.000 0,-0.275 0.000 0,-0.412 0.000 0,-1.699 0.000-1,-0.434 0.000 2,4.805 0.000 1,-1.723 0.775 0,-0.641 1.655 0,2.643 1.917-2,-4.928-2.293 0,0.439-0.257 0,4.799 1.406-1,-0.990 0.667-1,-0.533 0.884 2,1.240-0.419 1,-4.963-2.638-1,0.125-0.336-1,-0.068-0.315 1,-0.189-0.279-1,4.959 0.330 1,0.129 0.923 2,-5.051-0.412-1,1.170 0.865-2,-0.162 0.515 0,-0.352 0.423 0,-0.438 0.331 0,-0.758-0.267 1,4.207 2.417 1,-1.416-1.861 0,1.246-1.089 2,-3.588-1.218-2,0.648 0.279 0,0.549 0.300 0,0.453 0.298-4,0.361 0.281 1,0.277 0.255 0,1.352 0.818-1,-0.539 0.128 2,-0.777 0.032 0,-0.871-0.032 0,-0.871-0.071 0,0.135-0.011 2,-0.176-0.605 0,0.049-0.668 0,0.180-0.646 0,4.221 0.916 1,-5.033-1.314-1,0.344 0.236-1,-0.096 0.288 0,-0.395 0.308 0,3.939 3.415-1,-0.891 1.241 2,-1.197-1.549 0,2.398-0.985 3,-4.363-2.186-3,0.109 0.201 0,-0.047 0.234-2,-0.143 0.239 0,-0.193 0.225-1,-0.215 0.200 0,-0.326 0.062 1,4.375 3.966-2,-0.473 0.082 2,-0.652-1.446 5,-0.674-2.003-2,-0.018-1.073-1,1.313 0.356-1,1.994 1.039 0,-4.602-1.834-1,0.248 0.175 1,0.176 0.136-1,0.117 0.101 0,0.088 0.218 0,-0.377 0.064 0,-0.473 0.041 0,-0.494 0.023 0,-0.469 0.010 2,-0.121 0.268 0,-0.215 0.155 0,-0.121 0.166 0,-0.053 0.158-1,-0.006 0.140 0,0.021 0.117-1,0.037 0.093 1,0.699-0.586-1,0.799-0.146 1,0.486-0.175-1,0.252-0.182 5,0.082-0.174 0,-0.037-0.157-6,0.197 0.018 0,-0.051-0.040 0,-0.053-0.005 0,-0.053 0.018 0,-0.049 0.031 3,-0.123 0.192-1,-0.162 0.281 0,-0.174 0.317 1,-0.170 0.317-1,-0.154 0.293-1,-0.133 0.257 1,-0.164 0.273 0,-0.361 0.097-1,-0.381 0.039 1,-0.367-0.000 0,-0.328-0.026-1,-0.277-0.039 1,-0.227-0.045-1,-0.178-0.045 1,-0.129-0.042-1,-0.092-0.037 1,2.832-0.411 0,1.846 0.067-1,0.883 0.099 4,0.188 0.114 1,-0.287 0.116-1,-0.584 0.111-3,1.209 0.986-7,0.689 0.394 5,0.947 0.389 0,1.033 0.355 0,-1.088-0.693 1,-0.551-0.260 1,-0.838-0.365-1,-0.971-0.408 0,-0.988-0.409 1,-0.246 0.427 1,-1.096-0.033 2,-0.938 0.076-1,-0.758 0.137 0,-0.586 0.162-1,0.646-0.485 0,0.555-0.133 0,0.264-0.176 3,0.059-0.190-1,-0.340-0.561-1,0.039-0.251-3,0.043-0.245-1,0.041-0.225 0,0.037-0.198 1,0.033-0.167 1,1.250 0.491-1,0.314-0.025 1,0.305 0.013-1,0.271 0.035 1,-1.117-0.481 1,-0.309 0.006-1,-0.385 0.014 0,-0.410 0.018 0,6.262 3.887 1,-4.518-3.248 0,-0.008 0.042 0,-0.256 0.028 1,-1.406-0.668-2,4.115 3.107-3,-1.605-0.286 1,-0.451 0.257 4,1.313 0.320 0,1.480-0.144-3,-4.984-1.993 1,-0.193 0.673-1,-0.305 0.197 2,-0.352-0.113 1,-0.348-0.294 0,3.164 3.566-4,1.115-1.019-2,-3.271-3.829 4,1.063 0.465 0,-0.029-0.120 0,-0.266-0.153 0,-0.391-0.159 0,-0.432-0.149 0,-0.248 0.026 1,4.086 3.797-1,-0.494 0.287 2,-0.270 0.183-1,-0.590-0.637-1,0.965-0.464-1,-3.355-3.260 1,0.691 0.524-1,-0.348 0.072 0,-0.625 0.032 1,2.545 3.629-1,-1.543-1.867 3,-0.346-1.905 1,0.211-0.267-2,-0.102 1.388-1,-0.105 1.882-1,1.568 1.264 1,1.500-2.141-1,1.318-2.504 0,-0.330 1.649 1,-1.137 0.144 3,-1.242-1.393-1,-0.584 2.194-4,0.574 1.364 5,0.791-0.152-4,1.150-0.620-2,-3.477-3.598 1,0.826-0.072 0,0.801-0.046 1,0.719-0.026 0,0.744 0.135 0,-0.115-0.067 0,-0.346-0.074 0,-0.455-0.071 0,-0.479-0.064 1,-0.453-0.053 0,-1.131-0.277 0,0.248 0.382 0,0.402 0.477 1,0.484 0.510-1,0.504 0.501-1,1.371 1.089 1,-0.523-0.125-1,-0.822-0.355 1,-0.932-0.465 0,-0.918-0.491 0,-0.830-0.465 0,3.760 2.430 2,-2.961-3.067-1,0.984 0.387 4,0.877 0.453 0,0.750 0.470-7,1.734 0.755-1,-0.107-0.399 0,-0.439-0.644 0,-1.949-1.170 1,-0.521-0.532 0,-0.506-0.503 4,-0.467-0.454 1,0.125-0.325-1,4.605 0.033 1,-1.695-0.921-1,-2.609-0.434-1</inkml:trace>
</inkml:ink>
</file>

<file path=ppt/ink/ink2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21:5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12804.933 2442.799 767,'6.082'0.000'0,"0.070"0.000"0,0.338 0.000-5,0.795 0.000 4,-0.434 0.000 1,-0.066 0.000-1,-0.389 0.000 0,0.279 0.000 0,-0.332 0.000 2,-0.020 0.000-1,0.465 0.000 1,-0.225 0.000-1,0.270 0.000 0,0.168 0.000 1,-0.146 0.000-1,1.357 0.000 0,-0.840 0.000-1,0.193 0.000 0,-0.252 0.719 0,1.805 1.481 1,0.836 1.494 0,0.426 0.094-2,-0.217-0.916-1,-0.266-1.054 2,1.256 0.379 0,-4.957-0.481 0,0.438 0.486 1,0.713 0.099 0,0.605 0.171 1,0.168 0.098-1,-0.129 0.044 1,-0.311 0.005 0,-0.408-0.020-1,-0.443-0.035-2,-0.215-0.212 0,0.000-0.292 0,0.117-0.332 0,0.188-0.336 1,0.219-0.315 1,0.225-0.280 0,1.285-0.197 1,0.127-0.240-1,0.031-0.177 0,-0.033-0.124 1,-1.277-0.069 0,-0.168-0.040-1,-0.158-0.023 1,-0.143-0.010-1,-0.121-0.001 0,0.193-0.001 1,-0.541 0.010-1,4.777-0.036 0,-2.105 0.045 0,-1.488 0.033 0,-0.871 0.021 0,2.139 0.009 1,4.771 0.001 0,3.859 0.001 2,2.979 0.000-8,1.299 0.000-1,0.514-0.000 0,-0.145-0.000-1,-0.543-0.000 1,-0.748-0.000 3,-1.770-0.000 1,-1.012-0.000 1,-0.971-0.000 0,-0.871-0.000-1,-0.746 0.000 4,-0.609-0.000-1,-0.189-0.266 0,1.295-0.423 1,1.689-0.499-1,1.840-0.515-1,3.961-0.800-1,1.270-0.528 1,0.779-0.427-1,0.410-0.330 0,0.180-0.306-2,-2.002 0.052 1,-2.389 0.154 0,-2.410 0.202 0,-2.209 0.213 3,-1.891 0.200 1,-2.355 0.990 0,0.975 0.292 0,0.811 0.309 3,0.654 0.304 23,0.988-0.016-32,-0.434-0.126-1,-0.754-0.248 1,-0.928-0.316 0,-0.570-0.215 0,-1.531 0.087 4,-1.535 0.204 2,-1.436 0.268-1,-0.756-0.004 2,-0.934-0.051 2,-0.668-0.136 1,-0.447-0.181-5,-0.273-0.196 0,4.637-1.826 0,-1.111 0.931-1,0.059 0.964 4,-0.682 1.090-1,-1.410 0.717-3,-1.209 0.459 1</inkml:trace>
</inkml:ink>
</file>

<file path=ppt/ink/ink2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21:5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14950.933 5100.799 767</inkml:trace>
</inkml:ink>
</file>

<file path=ppt/ink/ink2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6:3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7395.914 1850.414 767</inkml:trace>
</inkml:ink>
</file>

<file path=ppt/ink/ink2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7:4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7304.100 1399.600 767,'0.000'11.468'-2,"0.564"6.273"-1,1.089 1.325 0,-0.429-7.271 2,0.378 4.281-1,0.358 2.696-1,0.336 1.680 1,-0.091-2.127 4,0.109-0.498-3,0.067-0.864-1,0.035-1.048-1,-0.138-1.282 1,-0.242-1.351 2,-0.294-1.306 1,0.824 8.577 1,-1.080-3.355 2,-0.684-2.313-2,0.165-2.048-1,0.572-1.507 0,0.638-0.493-1,0.739 4.797 1,-0.556-0.803 0,2.027-1.637 1,-1.292-1.743-2,0.531 2.980 2,-0.689-2.310-3,-0.668-0.695 0,-0.409 2.814 2,-1.280-2.171-1,-0.565-0.186 0,-0.133 1.411 0,0.009-0.860 1,0.037-1.421-2,0.037 1.710 2,0.025 0.677-2,0.010 2.231 0,0.002-2.719 2,1.829 0.855 1,2.493-1.756-3,-1.337 1.865 0,-2.048 0.518 1,-0.735-1.252-1,1.880-1.841 4,4.654-21.543-2,-6.586-2.863-2,0.918-0.490 0,1.382 0.553-1,1.227-3.178 0,-0.600 0.439 6,0.236-1.306-7,-0.664 1.770 1,-1.003 3.109 0,-0.624-1.514 2,-0.800-7.909-1,0.082 5.528 4,0.249-3.272-2,0.260-1.736-4,0.251-0.613-1,0.421-2.353 1,0.220 1.293-1,0.159 1.751 1,0.108 1.880 0,0.068 1.798 3,-0.400 3.740 1,-0.168 0.920 0,-0.204 0.696 1,-0.216 0.503-1,-0.210 0.342 1,-0.117-1.082-1,0.093-8.337 2,-0.560 5.131-1,-0.279 3.849 0,-0.082-0.025 0,-0.012-0.569 6,0.019 0.614-10,0.008-2.898 0,0.052 3.470 2,2.007-1.590 1,3.833 2.185 0,5.244 11.352 2,-10.330 11.154-3,-1.014 1.179-1,0.254 0.274-1,0.895 2.432 2,0.986 3.277-2,1.475 2.694-1,-0.766-8.482 1,0.613 1.750 0,0.574 1.655 0,0.585 1.974 0,0.240 0.713 1,0.106 0.320-1,0.010 0.040 0,-0.054-0.145 0,0.024 0.274 2,-0.239-0.819-1,-0.269-0.931 0,-0.267-0.934 1,-0.245-0.867 0,-0.215-0.760 0,-0.178-0.636 0,-0.045 2.368 0,-0.205 1.330 0,-0.188 1.046 2,-0.161 0.784 12,-0.258-0.169-17,-0.409-1.723 0,-0.419-2.165 0,-0.390-2.249 1,-0.339-2.107 0,0.059 8.443 8,-0.666-2.802-3,-0.266-4.663 0,-0.083-1.302-1,-0.043 1.120 0,0.040-1.511-1,0.028 1.322 0,0.076-1.305 2,0.042-24.118-1,-0.015-1.762-4,0.000 2.349 0,0.000-0.818 0,0.000-0.301 1,0.000-1.979-1,0.000 3.540 5,-0.884-3.520-1,-0.192 3.500-20,-0.441-1.574 20,-0.407-0.950 0,-0.353-0.483 0,-0.361-0.323 3,-0.309-0.038-8,-0.262 0.083 1,-0.210 0.154 0,-0.162 0.185 2,-1.093-1.285 0,-0.318 0.070 0,0.052 0.376 0,0.271 0.527 7,0.720 1.988-6,0.295 0.637-3,0.274 0.589 0,0.240 0.516 0,-1.792-7.642 4,1.681 4.143-1,1.438 3.604 1,-2.104-1.704 4,-0.159 1.579-3,-6.151 16.031-2,9.206 6.786-1,0.941 1.865-2,-1.913-2.560 2,-0.524 3.439 1,0.389 1.090-4,0.455 1.442 1,0.593-1.305 0,0.551-3.508 1,-0.379 2.587 2,-1.412-0.644 2,-0.014 2.018-2,0.553 1.669-4,0.702-1.220 2,0.552-1.452 4,0.350-2.777-2,0.208 1.524-1,0.121-0.634 2,-0.070-2.053-1,12.484-11.539 1,-4.521-7.182-4,-2.336-5.386 0,-3.896-2.842 1,-1.474 2.547 3,-0.344 1.561-4,-0.103-0.750 1,-0.017-1.164 2,0.021 0.378 0,0.034 0.871-3,0.027-0.472 0,0.021-0.711 2,0.014-0.734 0,0.008-0.602 0,0.005-3.866-1,0.001-0.523 0,-0.002 1.846 1,-0.002 1.399 1,-0.001 1.302-1,-0.395-2.198 0,-0.776-0.985 2,-0.751 0.828-1,-0.168-4.437-5,1.188 9.870 5,0.139 0.057 3,0.145 0.328-6,-0.180-7.811-1,0.370 2.406 1,0.253 0.878 2,0.160-0.032 3,0.072 1.741 1,0.017 1.789-6,0.014-3.100 2,-0.037 1.803 2,0.787 2.527 0,7.559 19.647 1,-8.527 2.547-4,0.716 2.363 0,3.930 5.431 0,-0.550-6.944-2,1.021 1.039 1,1.966 5.062-1,1.382 3.236 0,0.960 1.991 1,0.621 1.061 4,-0.645-1.137-5,0.168 0.877-1,-0.137 0.103 0,-0.327-0.410 2,-0.429-0.718 10,-0.151-0.115-11,-0.516-1.249 0,-0.482-1.267-1,-0.427-1.185 1,-0.359-1.045 4,0.313 0.642 1,0.197 0.247-1,0.316 0.548 1,0.364 0.691-1,-0.740-1.241-1,-0.756-0.743 0,-0.948-0.991 0,-1.001-1.076 0,-0.961-1.052 1,-0.662-1.480 0,-0.258-0.718 0,-0.065-0.570 0,0.065-0.434 0,0.146-0.316 0,0.042 0.189 0,0.018 0.043 0,-0.017-0.137 0,-0.038-0.247 2,0.418 0.853 2,0.227-0.469-7,0.262-0.494 0,0.261-0.469 1,2.593 7.783 2,-1.564-1.485-1,-1.380 0.078 1,-0.275-0.163 0,1.081-0.920-1,2.079-0.928 1,0.054-2.390 2,-1.201-1.810-5,-0.828 2.553 3,3.286-0.989 2,2.432-7.525-3,-7.854-17.065 2,-4.592-0.521-3,-0.660-1.014 0,0.646 1.475-1,-1.214-1.426 3,-3.809-1.381 1,1.787 4.994-4,-0.852-1.281 0,-0.627-1.130 0,-0.438-0.950 0,-0.284-0.765 0,0.387 0.798 1,-0.540-0.632 3,-0.604-0.626-7,-0.612-0.584 3,-0.007 0.508 1,-0.508-0.215 1,-0.475-0.131-1,-0.426-0.066 1,-1.078-1.462-1,0.723 0.614 1,1.039 0.795-1,1.177 0.861 1,0.262 1.108 0,0.089 0.587 2,0.277 0.697-1,0.389 0.729 4,-1.282-1.354 0,0.421 1.081-7,0.375 0.998 0,0.313 0.859 1,-4.512-4.970 3,2.123 2.202-1,1.786 1.464 0,1.028 0.955 0,-2.344-2.438 0,1.221 2.634 1,9.825 21.183 5,6.696 1.414-9,-1.969-3.617 0,1.290 1.654 0,1.206 1.448 0,1.060 1.206-1,0.884 0.959 1,0.704 0.729-1,2.161 2.781 0,2.137 2.928-1,1.539 2.212 0,1.043 1.593 9,0.647 1.080-3,0.346 0.671-7,1.612 2.296-1,-0.665-1.059 1,-0.922-1.495 0,-1.004-1.642 0,-0.974-1.598 4,-0.875-1.439 2,-0.740-1.223-1,-0.426-0.818 1,-0.036-0.287-1,0.146-0.021 0,0.247 0.147 3,-0.390-0.705 1,-1.463-2.078-1,-1.725-2.395 0,-1.736-2.383-1,-1.595-2.171 0,4.572 4.809 6,-2.787-3.790-2,-2.110-2.694-2,0.796 0.246 0,0.313-2.420-1,2.237-5.789-1,-11.895-12.172-2,-8.513-4.075-2,-2.446-2.750-1,1.732 3.320 0,-2.233-3.393 2,-1.817-2.763-1,-1.413-2.149-2,-3.255-6.142-2,-2.047-3.875 0,-1.066-2.052 0,-0.367-0.746 9,0.101 0.134-1,0.387 0.675-9,-1.645-1.674 0,-0.334 0.383 1,0.426 1.496-1,0.868 2.072 18,1.074 2.268 4,1.099 2.028-21,1.173 1.963 1,1.652 2.543 0,1.836 2.727 6,1.819 2.644 18,1.674 2.396-17,0.708-0.422-6,0.647 0.060 1,0.871 0.813 7,0.958 1.250 13,0.951 1.451-20,1.766 2.787 2,-3.080-7.468-3,3.079 2.767 4,2.902 2.469 8,2.375-1.307-5,11.394 18.253 3,0.805 11.757-7,-4.146-5.698 0,2.652 3.375-2,1.067 1.124 0,0.589 0.411 0,0.237-0.083 1,-0.009-0.401-1,1.303 1.231 0,1.227 1.236 2,1.408 1.529-1,1.420 1.604 0,1.323 1.534 0,1.697 2.089-1,-0.993-0.935 1,-1.570-1.576 0,-1.784-1.830 0,-1.761-1.825 1,-1.593-1.665 2,-1.354-1.422 0,2.350 1.410 0,1.997 1.714 0,0.772 0.714 4,-0.082 0.011 1,-0.637-0.449-1,-0.488-0.295-8,-1.389-1.351 0,-1.442-1.456 0,-1.372-1.417 0,-1.225-1.286 3,-1.041-1.108 2,-0.444-0.486-1,-0.766-0.788 1,4.799 6.702 6,-3.985-4.357 0,0.109 0.263-10,-1.749-3.354 6,1.915-0.411-1,2.646-8.636-2,-10.416-12.816 0,-5.129 1.369-3,-0.623 0.351 1,-1.165-0.406 1,-1.982-2.697-1,-3.427-4.014 1,4.088 7.493-1,0.985 1.499-1,-0.334-0.668 0,-0.262-0.680 0,-0.197-0.651 0,-1.131-1.938 0,-0.087-0.030 2,-0.005 0.244-1,0.050 0.407 1,0.082 0.486 0,-0.827-1.660-1,-0.054-0.703 1,0.226-0.368-1,0.388-0.126 6,0.462 0.038-3,0.170 0.084-4,0.384 0.927-1,0.319 1.067 1,0.254 1.070 0,0.193 0.989 2,0.140 0.859 1,0.105 0.096 0,0.065-0.011-1,0.289 0.317 1,-4.831-8.160 8,1.852 2.405-10,1.725 1.934-1,0.820 0.079 0,0.410-0.486 3,0.094-0.568 0,0.793 1.791 0,0.704 1.942 1,-1.547-2.829 0,0.970 2.367-1,1.478 0.485 4,3.037 22.949-5,0.780-0.189-1,-0.105 2.166-1,-0.048-1.472 2,3.807 4.942 0,0.773 0.315 0,1.553 2.558-3,-2.531-9.789 1,0.316 1.222 0,0.279 0.684 1,0.236 0.279 0,0.193-0.011 0,0.851 1.889 5,0.327 0.629-6,0.298 0.689 0,0.257 0.677 0,-0.142-0.360 1,0.046 0.137 0,-0.001 0.015 0,-0.032-0.066 0,-0.050-0.115 0,-0.198-0.433 1,-0.351-0.797-1,-0.397-0.905 1,-0.402-0.914-1,-0.376-0.856 2,-0.334-0.760 0,-0.074-0.492-1,0.212 0.030 1,0.337 0.238 0,0.399 0.360 0,0.826 1.162 0,0.100-0.514-1,-0.032-0.743 1,-0.113-0.824 0,3.872 7.019 0,-0.114-1.853 1,-0.015-2.089 3,-0.011-1.831-7,-1.004-1.408 2,-0.949 0.319 1,1.142 3.431-1,0.454 0.780 1,-0.782-1.865-2,-1.094-2.405 1,-0.220-0.648 0,0.486 0.661 0,0.695 0.990 0,1.224 1.880 0,-0.133 0.497-1,-1.889-1.685 1,-0.984-0.692 0,0.019-0.756 4,0.353-1.037-6,0.845-0.500 1,0.981-0.051 1,2.147 1.333 2,0.599 0.208 0,0.134-0.156-1,-2.743-3.729-3,1.121 0.787 1,0.104 1.009 0,-0.644-0.949 4,-0.825-0.927-5,0.621 0.837 1,0.558 0.614 1,0.932-0.603-1,2.770-0.115 1,2.358-0.545 0,-0.934-1.459-1,-2.347-1.111 1,-1.822-0.532 0,3.572 1.940 1,-2.647-0.794 1,1.259 0.975 0,-1.043-1.906-3,4.384-1.709 3,-4.547-1.931-4,3.645-0.531 1,-1.473-0.495 2,-2.707 0.022 1,0.584-0.492-3,1.827-3.543 0,-3.003 0.243 3,0.943 2.109-2,1.162-1.156 1,-1.869-0.834-3,-0.200-1.344 5,-3.179-5.619-4,-6.438-1.039 0,-11.086 5.213 3,-2.984-0.108-3,-1.088 1.533-1,1.642 1.642 1,-3.066-0.426-1,-3.239-1.302 0,-3.541-1.662 0,9.155 2.855 1,-1.229-0.258 0,-1.138-0.197 0,0.647 0.049 0,-0.429-0.417-1,-0.286-0.461 1,-0.174-0.462-1,-0.087-0.434 1,-1.117-0.729 1,-0.853-0.515-1,-0.966-0.473 1,-0.975-0.414-1,-3.496-1.587 0,0.594 0.080 0,1.118 0.282 1,1.334 0.379-1,1.547 0.626 2,1.537 0.720-1,1.395 0.712 1,1.184 0.644 0,1.374 0.746 1,1.367 0.741 0,1.241 0.672-1,-7.215-2.659 3,5.455 1.921-1,1.754-0.333 0,5.332-4.332 2,16.809 0.737-4,2.294 5.395-2,0.396 1.786-1,0.558 1.149 1,1.513 0.668 1,-2.563 0.148 0,2.142 0.008-1,1.888-0.034-1,3.056-0.036 0,-9.340-0.048 1,2.023-0.006 1,0.862-0.007-1,0.736-0.005 0,0.597-0.004 1,-1.788-0.002-1,0.070-0.001 0,0.016-0.001 1,-0.022-0.000-1,-0.047-0.000 1,3.573 0.812 0,0.746 0.439-1,0.146 0.172 1,-0.240-0.008 4,-2.373-0.221-2,-1.074-0.146-4,-1.168-0.167 0,-1.148-0.168 0,-1.058-0.159 1,7.421 0.134 3,-3.270-0.370 0,-1.523-0.231 1,-0.028-0.124 0,-0.652-0.050 1,-1.644-0.004-5,1.860-0.001 0,-25.404 0.057 8,0.111 0.038-9,-0.697 0.000 2,0.531 0.000-2,-2.989 0.000 1,-0.988 0.223 2,2.832 2.578-2,1.275 2.142 2,-0.594 0.976 1,-0.209-2.342-4,1.179-1.954 2,-1.096-1.210 0,-0.438-0.547 0,0.989 0.155 0,1.346 5.380 1,0.336-1.209 0,-2.869-3.905-1,0.285-0.455 0,1.010 0.086 0,0.392 0.075 1,-1.115 0.014-2,1.655-0.002-1,-0.092 1.730 4,19.468 5.706-1,3.831-7.482-1,-0.726-0.043-1,2.898 0.047 1,2.104 0.032-2,-3.888 0.008 1,-0.254 0.001 0,2.706 0.001 1,-3.479-0.001 0,3.846-0.000 2,-1.320-0.001-3,-0.181 0.000 1,2.721 0.279-1,-1.847 1.618 1,-0.999 0.560-1,-0.728-0.235 0,-0.480-0.582 2,0.214-0.606 0,-1.173-0.493-1,2.008-0.278 0,-1.970 0.992 2,1.075 3.353-1,-1.503 0.490-2,3.701-0.204 0,-2.104-1.697 1,-1.438 0.329 0,-0.943 1.684 0,0.814 2.668 0,1.885-0.804 0,-2.251-2.535 0,0.371 2.275 1,-5.826 3.373 1,-5.205 2.505-2,-0.685 0.217 1,-2.410-0.941-2,-9.696-5.059 0,-3.877-3.435-1,-4.534-1.485 0,9.610-1.443 0,-0.038-0.226 1,0.127-0.165 0,-0.360-0.108 0,-0.913-0.063 1,-0.542-0.039-1,-0.265-0.021 5,-0.068-0.174-3,0.063-0.258-3,0.142-0.294 0,0.183-0.294 0,0.865-0.191 2,0.399-0.202 0,0.411-0.167 0,0.390-0.133 0,-8.714-1.859 0,2.591-0.166 0,0.677-0.512 1,0.505-0.364 0,-0.241-0.174 0,-0.991 0.813 0,2.040 0.741-1,4.408-0.096 1,0.744-1.752 3,-4.156-1.668-2,3.668 2.099-3,21.719 3.573 4,-0.989-5.047-4,-0.349 0.145-1,1.113 0.321 1,3.641-0.319-1,-0.991 2.425 3,0.238-0.259 1,-0.972 0.760-3,-1.537 1.267 0,0.242 0.889 1,0.537 0.514 2,3.587 0.341-4,1.410 0.202 0,-3.070 0.017 2,1.247-0.005 0,5.278-0.006-1,0.378-0.035 1,-2.188-0.029-1,0.022-0.016 0,2.174-0.010 2,-2.163-0.005-1,-3.429-0.000 1,-0.931 0.001-1,-1.761-0.437 1,-1.646-0.882 0,2.665-1.677 0,-0.627 0.411 0,1.224-0.530-1,-3.193-0.101-1,1.822-2.048 0,0.222-1.261 1,-1.288 0.964-1,-1.416 1.644 1,3.103-0.910 1,2.377-3.029-1,-2.849 0.401 1,0.498-0.379-1,0.623-0.598-1,-0.162 0.703 1,0.217 0.582-1,-1.425 0.435 0,-2.119 0.297 0,-0.777-1.464 2,2.913-4.784 1,3.194-3.016-1,-6.205 6.411-4,0.974-0.644 1,0.891-0.565 0,-0.231 0.350 1,0.716-0.530-1,0.676-0.525 1,0.606-0.489-1,0.522-0.435 1,1.159-1.345 0,0.714-1.177-1,0.675-1.247 1,0.604-1.211 0,2.665-2.927 0,0.685-0.619 0,0.523-0.252-1,0.380-0.003 1,-1.153 1.464 0,-0.345 0.663 0,-0.457 0.738 0,-0.495 0.732 0,-3.318 3.082 2,-0.389 0.323 0,-0.312 0.192 0,-0.241 0.091 0,0.083-0.202 0,-1.132 0.945 0,-1.298 1.123 0,-1.333 1.176 0,-1.278 1.142-1,-1.164 1.051 2,5.727-5.733 5,-0.016 0.556-2,-1.183 2.521-2,-4.366 3.788-3,0.490-1.980 1,-1.159 1.693 6,-19.437 13.462-7,2.481 2.603-1,-0.759 1.108-1,2.037-0.716 1,-1.361 1.075-9,-0.980-0.171 6,0.018-0.540 17,0.483-0.538-15,-2.274 2.287 2,0.044 0.446 1,3.145-1.809 0,-0.134 1.273-2,-0.112 0.121 0,-0.104-0.271 0,0.252-0.091 2,0.250 0.218-1,-0.378 0.140-1,-0.200-1.216 1,-0.252-1.300 0,-1.170 3.186 1,-1.341 1.551 1,-2.528 1.733-3,-0.633 0.044-1,1.179-1.440 1,-0.231 0.146 1,-1.526 1.586 0,0.302-0.122 0,6.941-6.186 0,-0.443 0.853 0,-0.184 0.323 0,-0.009-0.028 2,0.099-0.240-2,0.148-0.375-2,-0.351 0.157 0,-0.434 0.246-1,-0.450 0.282 2,-0.425 0.282 1,0.859-0.862-1,0.290-0.175 1,0.412-0.244 0,0.464-0.273-1,0.467-0.274 1,-0.803 1.644 1,-0.396 0.773 0,-0.314 0.393 0,-0.238 0.120 4,-0.554 0.385-5,-0.074-0.245-2,-0.006-0.328 0,0.037-0.354-1,0.063-0.342 3,0.319-0.271 0,-0.168 0.452-1,-0.221 0.617 1,-0.237 0.677 0,-0.231 0.665-1,1.268-1.000 1,0.398 0.202-1,0.502 0.130 1,0.541 0.073-1,-0.542 1.222 1,0.129-0.391 1,-0.009-0.519 1,-0.096-0.562-1,-0.396-0.002-1,0.136-0.584 0,0.197-0.524 1,0.218-0.444-1,-4.261 5.068 1,1.042-1.883 0,0.245-0.967 1,2.016-2.897 0,-1.819 1.346 2,2.247-2.614-2,-1.403 1.395-3,2.983-1.552 1,1.113 2.564 2,-0.542-1.753-1,8.182-22.126 1,7.944 1.065-7,0.307 2.317 7,-1.244 0.054-3,2.284-2.751-1,1.091-1.305 1,-1.797 0.195-1,-2.422 0.529 0,-0.376 0.402 4,0.756 0.490-2,0.420 0.157 0,1.600-0.473 1,2.013-2.195 1,-3.342 1.484-4,-0.368 0.027 3,0.802 0.079 2,0.990 0.188-5,0.371 0.528 1,-0.885 0.298 1,-0.798 0.277 0,-1.503 1.998 0,1.164-1.669 2,-1.068 1.123-2,3.618-3.734-1,2.787-2.189-1,-6.182 7.491 1,0.515-0.352-1,0.427-0.280 1,0.341-0.213 0,0.803-0.696 0,1.216-1.133-1,1.344-1.281 1,1.340-1.293-1,0.497-0.340 1,0.694-0.474 0,0.493-0.243 0,0.329-0.074 0,0.197 0.044 0,-0.300-0.103 0,0.439-0.565-1,0.088-0.072 1,-0.162 0.275 0,4.185-3.942 8,-0.011-0.028-6,-0.078-0.021-5,-0.672 0.823 1,-0.981 1.274 4,-1.090 1.445-1,-4.373 4.089 0,-0.772 0.717 2,-0.681 0.562-1,-0.581 0.425 1,2.050-2.053 0,-0.738 0.500-1,-0.673 0.464 0,-2.219 2.175 0,-0.252 0.414 0,-0.134 0.368 0,-0.045 0.315 0,0.764-0.275-1,-0.396 0.727 0,-0.474 0.760 0,7.407-4.479 1,0.747 0.629-1,-6.181 3.927 0,0.745-0.412 5,0.333-0.181-5,0.043-0.021-2,-0.733 0.352 0,-0.204-0.018 0,-0.233-0.026 0,-0.238-0.030 0,1.161-0.943 3,-0.699 0.331 0,-0.756 0.418 0,-0.723 0.434 0,4.417-2.950 0,-2.448 2.048 0,-1.266 1.499 1,2.354 0.996 2,-12.180 17.911-1,-7.604-2.993-2,-4.598-4.549-2,0.173 0.716 0,-0.784 3.175-1,-1.688 2.877 0,-0.369 1.840 1,3.061-1.335 0,2.188-1.687 2,-0.759-0.260 2,-0.225 0.537-2,-2.245 1.161-4,-4.621 0.715 2,8.153-6.505 3,-8.324 6.714-4,1.632-0.167 1,2.148-1.066 1,1.343-0.706 0,1.095-0.653 0,0.943-0.410 1,-0.173 1.898 0,-0.331 0.603-1,-0.476-0.978 0,-0.494-0.518 0,-0.906 1.060-1,0.001-0.890 4,-0.596 0.450-6,-2.612 2.691 1,7.070-6.459 1,-0.008 0.092 1,0.096-0.016-1,0.141 0.026 1,-5.756 6.324-1,3.642-2.787 1,2.883-2.248 1,-3.052 1.735 1,0.444-2.535-1,-1.177 0.720-1,-0.193 0.084 1,1.591-1.266-1,0.254-0.098-2,0.304-0.103 0,0.316-0.100 0,0.308-0.091 1,-1.809 1.119 1,-0.418-0.038 0,0.012-0.336 1,0.285-0.502 1,1.100-0.309 2,0.696-0.124-6,0.736-0.262 1,-6.265 6.407 6,1.811-1.854-8,1.044-1.795 2,0.471-0.751 1,-0.479 0.638 2,-0.541 0.862 2,1.097-0.648-7,1.127-0.651 2,1.637-0.650 2,-1.104 3.333-1,2.524-2.199 1,-0.832-1.114 1,-3.072-11.642 2,15.481-8.923-4,5.914 1.579-1,-1.052 1.091-1,1.810-2.002 1,-3.292 2.959 1,0.151-0.237 0,0.361-0.412-1,-0.535 0.507 1,3.603-3.625-1,-3.390 3.396 2,0.048-0.043-1,-0.447 0.451 0,2.842-2.541 0,1.802 2.009 0,-2.366 3.330-1,0.493 0.193 1,-0.021-0.300 0,-0.872-0.497 1,2.297-2.880 1,-1.636 1.717-2,0.578-1.367 2,-2.987 0.016-4,1.543-1.145 1,2.533-1.369 0,1.517-0.310 2,-2.708 3.063-1,-0.563 0.999-1,1.975-0.708 0,3.071-1.801 0,-2.370 1.774 1,0.521 0.476-1,3.643-1.007 1,-1.602 0.970 0,-0.399-0.817 1,0.689-1.339-2,0.673 0.280 0,1.085 0.658-1,0.271 0.490 2,-0.429 0.338 0,1.382-1.408-1,-1.130 0.579 2,-1.946 1.568 4,1.446-0.375-8,-5.556 1.901 1,1.022-0.541 3,0.582-0.262 2,-1.833 0.847-5,-0.060 0.011 1,-0.136 0.041-1,-0.179 0.059 0,-0.670 0.350 1,0.048 0.048 1,0.118 0.037 1,0.160 0.027 0,0.831-0.258-1,0.166 0.030 0,0.130 0.034 0,0.100 0.035 0,0.427-0.236 0,-0.493 0.051-1,-0.631 0.056 1,-0.678 0.057 0,8.155-3.887 1,1.370-0.137 0,-6.405 3.114-1,0.414-0.166 0,0.166-0.125-1,-1.383 0.553 1,-0.796 0.301 0,-0.932 0.364 0,-0.059-0.208 0,-0.611-0.049 1,-0.442-0.151 1,7.121-4.333-1,-3.522 1.797-1,-2.294 1.881 1,0.962 2.202 1,-0.680 0.837-2,-0.227-1.251 1,-0.165-1.036-1,1.375-0.433 0,-22.320 14.857 0,-1.617-1.346 4,0.195-1.288-4,1.077-1.346-2,-1.806 1.120 0,-4.294 2.141 1,-1.304 0.126 0,-1.545 1.044 0,8.765-4.192 1,0.431-0.365-1,-9.466 3.809-1,-1.017-1.144 0,9.075-3.182 3,-0.269 0.639 1,1.141-0.357-2,-7.947 3.486-1,3.691-2.510 0,-1.918 0.745 5,-2.262 1.479 0,1.931-0.858-6,-0.809-0.265-1,-0.883-0.135 2,2.451-0.950 1,1.468-0.878 0,-2.617-0.425 3,-2.318 0.240-2,1.168 0.645-3,4.096-0.360-1,0.976-0.038 6,-1.825 1.944-2,1.875 0.902 0,1.141-0.574-1,-1.346-0.075 0,-0.291-1.462-1,1.120-1.990 1,1.159-0.539 1,-2.849 1.917 0,4.391 0.270 0,1.912-13.150 4,10.837-4.000-7,1.810 1.185 2,0.667 0.757-2,0.917-0.384 1,1.728-1.663 0,2.802-1.955 0,2.109-1.059 0,0.866-1.519-1,1.331 0.331 4,-6.257 8.419-4,0.341 0.277 2,-0.021 0.259 0,-0.243 0.227 0,6.380-5.089 0,-3.563 2.505 0,-1.463 1.810 3,-1.642 0.692 0,2.677-2.765-3,0.468 0.759 1,-2.237 2.188-3,0.781-0.178 1,2.406-0.646 0,-2.173 3.141 2,2.998-1.021 2,1.171-1.638-5,-0.249 2.414 3,1.379 2.731-2,-3.506 0.895 0,1.122-1.009 0,0.146-0.765 1,0.693-0.513 0,-0.257 0.037 0,-0.429 0.723-1,2.117 0.373 0,4.044-0.832 1,0.738-0.199 0,-2.178 0.743-1,0.495 0.015 3,2.325-0.348-4,-0.628 0.373 0,-2.263 0.718 1,1.666 0.677 1,1.821 0.575 8,-9.936 0.417-10,-0.086 0.072 1,-0.229 0.049-1,-0.298 0.031 0,10.548 0.070 2,-1.081 0.002 1,-0.741-0.026-2,2.800-1.787 0,-10.152 0.462 1,0.194-0.041 2,-0.083 0.061 0,-0.738 0.185-3,0.176 0.136 0,0.250 0.146-1,0.285 0.144 0,2.313 0.080 2,-0.101 0.158 0,-0.290 0.129 0,-0.384 0.101 0,-1.075 0.075 0,-0.364 0.049 0,-0.313 0.034 0,-0.257 0.021 0,-0.202 0.011 0,0.927 0.005 0,0.182-0.000 0,-0.309-0.003 0,-0.600-0.005 2,-0.043-0.006 3,0.318-0.006-7,0.524-0.005 0,0.618-0.005 1,0.651-0.004 1,-0.111-0.003-1,-0.593-0.002 0,-0.855-0.002 1,7.853-0.002 5,-2.549-0.002-8,-2.378-0.000 5,-2.273 0.000-1,-0.797 0.719 1,0.043 2.568 1,-2.020 3.684-2,-6.870 4.487 0,-12.869-5.391 0,-5.117-3.417-1,-2.591 0.707-3,-2.104 1.113 0,-1.723 0.798 2,9.900-2.660 1,-0.590-0.178-1,-0.564-0.265 0,-0.515-0.308 0,-4.190-0.105 0,-2.178-0.422 0,-2.188-0.372 0,2.746-0.369 0,-0.127-0.184 0,0.166-0.148-1,0.354-0.115 1,0.757 0.168 0,-0.661 0.358 1,-0.919 0.466 0,-1.048 0.516 0,-3.868 0.775-1,0.687 0.242-1,1.312 0.069 1,1.615-0.047 0,1.690-0.117 1,1.614-0.154 0,-3.161-0.038 0,-2.902 0.229 0,-1.985 0.310 9,-1.252 0.342-5,0.355 0.142-8,-0.031 0.188 0,0.263 0.139 0,0.444 0.097 0,0.536 0.064 1,2.451-0.214 3,0.557 0.114-1,0.507 0.130 1,0.444 0.135-1,-1.781 0.762 2,1.182 0.222 1,1.300 0.197 0,1.288 0.167 0,1.194 0.136-1,2.756-0.740-1,0.537-0.209 1,0.351-0.269-1,0.202-0.297 1,-1.315 0.281 0,0.371-0.081 1,0.408-0.002 0,0.406 0.051-1,1.489-0.316 0,0.964-0.163-1,-8.107 3.173 1,2.491-1.083 1,2.061-1.908 2,0.520-1.526-3,-0.041-1.365 1,3.169-1.467 2,12.917-10.492-1,4.574 1.496-5,3.510 0.254 0,1.833-0.301 1,-0.180 0.506 0,0.938 0.209 0,0.405 0.619 0,6.486-1.356 0,-8.963 4.765 4,7.579-3.565-3,-1.733-0.396-3,1.527-1.607 5,-8.089 4.912-4,9.713-4.169-1,-0.407 1.476 2,1.304 0.113 1,0.212-0.401 0,-9.783 3.584 0,0.287-0.424 1,0.234-0.093-2,-0.235 0.343 1,-0.370 0.535-1,9.318-2.460 1,2.407 0.859 0,-9.521 2.981 1,0.801 0.048 1,0.335 0.057 0,-0.007 0.061-3,-0.242 0.060-2,-0.395 0.056 1,0.398-0.104 0,-0.366 0.057 1,-0.329 0.054 2,-0.284 0.049 0,1.833-0.474-1,-0.739 0.022 0,-0.807 0.023 1,-2.307 0.528-1,0.043 0.034 1,0.251 0.025 1,0.376 0.017-2,0.790-0.110 0,-0.077 0.041-1,-0.226 0.047 1,-0.308 0.048-1,0.803-0.021 1,-0.494 0.349 1,-0.503 0.390-1,-0.467 0.384 0,8.652-1.307 1,-8.736 0.820 0,0.896-0.448-2,0.021-0.021 1,0.600 0.020-1,0.516 0.136 1,0.432 0.209-1,4.300-0.156 0,-0.269 0.438 0,-0.638 0.413 1,-0.805 0.361-1,-0.901 0.326 1,-0.039 0.199 0,-0.408 0.154 1,-0.614 0.114 2,0.081 0.077 1,0.378 0.049-7,0.090 0.030 1,-0.106 0.016 4,1.239 0.010 0,0.043-0.003-4,-0.242-0.008 0,-0.407-0.010 2,-0.133-0.011 4,0.053-0.011-6,0.167-0.010-1,0.229-0.009 2,1.613 0.216 0,-0.190 0.331 1,-0.339 0.372 0,-0.397 0.363 0,-3.731-0.102 0,0.188 0.204 0,0.371 0.200 0,0.479 0.186 0,3.534 0.859 0,-0.146 0.442 0,-0.473 0.410 0,-0.639 0.356 0,-2.734-0.436 0,-0.866-0.073 0,-0.853-0.146 0,8.861 2.635 0,-2.451-0.744 2,-2.232-0.734 0,-1.541-0.539-1,0.705-0.308 0,-1.953-1.334 0,-1.510-1.092 0,3.058 3.092 1,-2.193 2.332 2,-3.222 2.591-5,-15.870-0.167 2,-6.866-8.206-1,1.552-0.733 0,-1.054-0.105-1,-5.454-0.017-2,6.173 0.068 2,-2.147 0.008 0,-2.037 0.009-1,-1.817 0.009 0,1.195 0.011 0,-1.988 0.005 0,-2.131 0.005 0,-2.116 0.004 0,-8.261 0.003-1,0.187 0.004 0,1.383 0.003 1,1.995 0.001-1,2.197 0.001 2,1.971 0.000 1,-0.139 0.000 0,0.408-0.000 0,0.739-0.000 8,0.905-0.000 0,-0.424-0.000-11,0.969-0.000-1,1.188-0.000 1,1.240-0.000 3,3.046-0.000 13,1.006-0.000-15,0.889-0.000-1,0.755-0.000 1,0.203 0.000 3,1.269 0.000 0,1.276 0.000 0,-7.644-0.000 2,4.564 0.000-1,3.021 0.000 0,-3.600 0.000 2,2.220 0.000-2,25.217-0.133 3,0.316-1.737-7,-0.635-0.591 0,0.757 0.190 0,1.037 0.496 1,0.851 0.664 1,-0.299 0.600-1,-0.183 0.361 1,-1.716 0.163 0,-1.338 0.041 0,0.551 0.010 0,-0.091-0.007 0,-0.478-0.013 0,4.662-0.004 1,-4.297-0.026-1,-0.753-0.009 1,4.320 0.087-1,-3.226 1.793 0</inkml:trace>
</inkml:ink>
</file>

<file path=ppt/ink/ink2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0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10376.100 1921.600 767,'11.336'0.000'0,"1.820"0.000"-3,-0.602 0.000 2,0.284 0.000-1,3.582 0.000-1,-4.626 0.000 1,2.605 0.000 2,2.352 0.000 2,0.436 0.000-5,-0.309 0.000 0,-0.977 0.000 1,-1.359 0.000 0,-1.525 0.000 0,-1.537 0.000 0,0.803 0.258 3,0.522 0.409 1,0.519 0.480 2,0.479 0.494 4,0.422 0.470-11,-0.267 0.284 1,-0.867 0.114 0,-1.133 0.005 0,-1.229-0.067 1,7.206 2.102 0,-0.365 0.069 4,-1.102-0.026 7,-0.634-0.781-12,-1.423-1.136 1,-1.851-0.874 3,-1.457 0.335-4,2.345 1.630 3,-1.842-1.060 0,4.189-1.195-1,-1.936-1.106 2,-1.007-0.479-2,-23.119-5.975 1,-0.771 3.037-2,0.807-1.270 1,-5.012-2.926-3,0.100-0.179 1,0.483 0.237 0,-0.342 0.526 2,-2.426 0.168 1,-2.726 0.029-2,4.383 1.757-1,-2.729-0.928 0,-1.604-0.756 1,-0.772-0.589 3,-0.191-0.437-3,-0.399-0.125-3,-1.845-0.409 1,-2.115-0.379-1,-2.132-0.332 1,-3.667-0.774 1,0.517 0.467 1,1.332 0.654-1,1.707 0.709 1,4.029 1.239 1,2.854 0.861 1,2.835 0.815 0,2.599 0.721 0,2.242 0.604 2,2.157 0.681 0,-7.268-1.717 4,4.406 0.746 6,0.121-1.358-15,3.770-3.787 5,14.486-2.636-2,4.874 4.259-1,5.697 4.328 0,3.890 2.485-1,-6.993 0.302 0,1.131 0.051-1,0.788 0.028-1,0.461 0.135 1,0.943 0.194 0,0.899 0.213-1,0.799 0.207 2,0.669 0.185 0,0.533 0.157 0,-1.137-0.028 0,-1.327-0.089 0,-1.625-0.138 0,-1.684-0.157 0,8.370 0.704 5,1.447 2.216 2,-9.233-0.682-7,1.420 0.749 0,1.362 0.680-1,2.487 0.803 1,0.359 0.037-1,-0.070-0.185 1,-0.330-0.307-1,-0.464-0.358 1,-0.509-0.360 1,-0.494-0.331-1,-0.498-0.629 1,0.708-0.054-1,0.010 0.012 1,-0.457 0.056 18,-0.742 0.082-20,0.692 0.465-1,-1.920-0.081 1,-1.995-0.136 0,-1.881-0.159 0,6.617 2.260 7,-4.813-2.067 0,-0.033-1.313-1,-1.147-1.895 0,1.479-0.734-2</inkml:trace>
</inkml:ink>
</file>

<file path=ppt/ink/ink2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0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10376.100 1642.600 767,'11.974'0.000'0,"-0.427"0.000"0,-0.125 0.000 0,0.288 0.719 0,3.310 6.656-4,4.120 0.302 2,-7.924-3.380 0,0.146 0.213 0,0.588 0.216 0,0.246-0.026 0,0.004-0.185 0,-0.160-0.281 5,0.917 0.000-2,-0.152-0.381-3,-0.158-0.362 0,-0.147-0.323 0,-0.589-0.145 2,-0.826-0.021 1,8.339 3.229 0,-3.351 0.327 0,-4.185-1.236 0,-0.449-0.216 3,0.639 3.696-2,-3.386-1.007-2,-0.194 0.426-1,-0.564-0.164 1,1.690-0.011 0,0.577-0.219 2,0.113 0.330-1,0.873 1.387-4,-0.329 0.321 5,-0.232-0.357-4,-0.540-1.487 0,-0.861 0.090 4,0.449 0.646 1,1.269 0.563-3,0.666-0.448-3,-0.813-1.232 2,-0.768 0.737 2,-0.401 1.123-1,0.652-0.491-1,1.963-0.415 1,1.805 0.128 0,0.047-0.132-1,-1.168 0.042 1,-0.873 0.355 0,-0.866-0.630 0,0.239-0.172 1,1.554 0.875 0,-0.760-0.969 1,-1.146-0.217-4,-1.211-0.148 1,-1.087-0.979 2,3.436 1.655-1,-0.832-1.633 1,0.428 1.100-1,-1.611-0.646 2,0.467-2.900-1</inkml:trace>
</inkml:ink>
</file>

<file path=ppt/ink/ink2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1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11183.100 2074.600 767,'7.500'8.334'0,"5.268"-0.655"-3,-3.300-0.406 1,2.945 3.468 0,0.208 0.806-1,-1.537-1.796 3,0.435 0.993 0,1.721 1.998 2,0.462-0.329-5,0.373-0.712 2,0.252-0.676 1,0.900 0.440 0,-1.664-0.765 0,-2.184-1.051 1,-1.074-0.264 0,-0.449 0.804 0,-1.876-0.218-1,-0.610-1.211 1,5.611 1.299 0,-2.992-4.043-2,0.185 0.818 1,1.234 1.989 1,-1.824-0.365-1,-0.391 0.514 1,1.019-2.565 3,-23.025-11.913-4,2.147 2.388-2,0.176-5.175 2,2.777-0.431-1,-3.564-2.282-1,-5.876-3.083 1,7.132 6.345-2,-1.077-0.753 2,-0.935-0.729-1,-0.778-0.664 1,-1.716-1.438-1,-0.064-0.176 1,0.214 0.042-1,0.370 0.174 1,0.440 0.243 0,0.361 0.245 1,-0.544-0.454-1,-0.749-0.596 0,-0.826-0.643 1,-0.813-0.626-1,0.058 0.260 0,0.611 0.808 0,0.920 1.099 1,1.050 1.205-1,1.057 1.184 0,0.982 1.083 2,0.862 0.938 0,-1.226-1.849 0,-1.187-1.342 0,-0.803-0.747 3,-0.497-0.307 0,-0.263 0.001 0,-0.861-0.644-7,0.845 0.464 0,1.085 0.558 0,1.149 0.573 1,1.098 0.536 2,1.618 0.925 1,1.188 0.552 0,-5.279-6.381 1,3.260 1.437 1,2.954 1.961 0,0.232-1.874 0,4.605 1.713 1,16.112 9.822 0,-0.822 1.557-5,-0.534-0.294-1,3.006-0.093 1,-1.996 0.112 3,1.321 1.786-4,-1.978 1.297 1,3.760 2.906 0,2.370 1.588 2,-7.060-2.684-3,1.327 0.800 0,1.346 0.816-1,1.250 0.759 2,0.599 0.567 0,0.400 0.528 0,0.153 0.418-1,-0.014 0.315 1,-0.116 0.226 0,1.340 1.131 0,0.589 0.679 0,0.657 0.675 0,0.639 0.613 0,-0.981-0.665 1,-0.415-0.436-1,-0.585-0.613 1,-0.643-0.673 0,-0.810-0.453 1,-0.848-0.280 0,-0.802-0.149 0,-0.709-0.055 0,-0.594 0.190 0,-0.473 0.327 0,-0.360 0.385 0,-0.261 0.391-1,0.229-0.044 0,0.515-0.310 0,0.649-0.451 0,0.683-0.502 0,-1.731-1.470 0,-0.160-0.217 0,-0.279-0.129 0,-0.342-0.062 0,-0.363-0.013 0,0.231 0.328 0,-0.188 0.001 0,-0.125-0.003 0,-0.075-0.006 0,-0.038-0.008 0,0.596 0.297 0,0.573 0.391 0,0.212 0.215 1,-0.044 0.085 0,-0.212-0.008 4,2.179 1.781-7,-0.362-0.002 0,-0.409-0.060-1,-0.401-0.089 2,0.450-0.362 1,0.755 0.343 1,0.121 0.173-1,-0.295 0.051 4,-0.539-0.031-2,-0.773-0.309-5,-0.866-0.464 1,-0.862-0.530 0,-0.796-0.532 0,-0.694-0.495 2,-0.579-0.435 1,1.960 0.219 0,1.706 0.427 0,0.935 0.129 0,0.359-0.078 1,-0.046-0.212-1,0.285 0.370 0,-0.278 0.300-4,-0.327 0.409 1,-0.338 0.453-1,1.923 1.912 3,-0.209 0.045 1,-0.189-0.164-1,-0.161-0.275 1,-0.817-0.673-1,-0.716-0.538 0,-0.758-0.534-1,-0.719-0.486 1,-0.633-0.415 1,1.029 0.139 0,1.173 0.738-1,0.646 0.661 2,0.261 0.564 2,1.415 1.011-4,0.118-0.253-3,0.015-0.482 0,-0.050-0.581 1,-0.084-0.591 1,1.381 1.027 1,1.537 0.917-1,1.147 0.550 2,0.813 0.276 7,0.539 0.083-11,-1.006-0.944-1,0.581-0.070 1,0.604-0.076-1,0.576-0.074 0,0.519-0.067 3,0.446-0.059 0,1.999 0.607 0,0.194-0.287 0,0.037-0.336-1,-0.063-0.340 1,-0.123-0.316 1,-0.150-0.276 0,2.233 0.308 0,0.977-0.254-1,0.215-0.544 1,-0.279-0.681 14,-0.568-0.713-10,-2.371-1.110-8,-0.072-0.423 0,-0.641-0.592 0,-0.982-0.668 1,-1.148-0.677 16,2.754-0.113-11,-1.678-1.099-6,-1.590-1.003 1,-1.395-0.856 1,-2.355-0.718 5,-1.371-0.491-1,-1.217-0.366 0,-1.023-0.258 0,-2.783-0.145-1,8.430-0.249 2,-3.514-0.101 0,-3.000 0.032-1,2.189-0.011 1,-1.289 0.181 1,-1.896 0.138-3,0.541 0.054 0,0.447 0.005-1,-24.482-2.413 3,-1.307-1.176-5,-3.146-0.757 0,4.916-0.222 1,-1.252-1.276 1,0.373-0.174-2,0.670 0.506 2,-2.355 0.203 1,-1.307 1.198 2,-0.289 0.168-5,1.686 1.489 2,0.693 1.991 3,1.541-1.469-3,3.072-6.695 2,-1.193 0.536-4,2.588-2.658 2,-2.066 3.348 0,0.430-1.076 0,-1.615 2.925-1,-2.268-0.517 0,1.381-0.401 0,1.617-0.482 2,-4.443-2.573 0,3.219 2.652-2,-0.143 0.050-1,-5.141-2.235 0,4.545 3.047 3,-1.918-0.869 1,-1.680-0.752-5,-4.324-1.794 0,-2.174-0.517-1,-1.840-0.298 1,-1.482-0.137-1,-1.143-0.025 1,1.059 0.779 1,-0.670 0.038 0,-0.584 0.029-1,-0.484 0.021 1,-0.387 0.015 0,-0.297 0.010 1,-1.652-0.419 0,0.978 0.516 0,1.271 0.609-1,1.354 0.619 1,1.298 0.575 3,4.321 1.595 0,1.060 0.596 0,0.936 0.576 0,0.797 0.528-1,-1.809-0.240 3,2.319 0.636-1,2.397 0.531 0,2.231 0.420-1,-3.952-1.975 4,5.071-1.809 1,12.291-6.355-1,7.153 6.600-7,5.179-0.119 0,-2.771 2.205 0,2.506-0.220-1,5.717-0.238 0,-7.625 2.400 1,2.777-0.469 0,2.124-0.506-1,2.003-0.586 0,1.788-0.600 0,1.932-0.341 0,-0.087 0.303 0,-0.666 0.537 0,-0.988 0.647 0,-3.172 0.756 1,-1.070 0.304 2,-1.017 0.216-1,-0.918 0.143 1,0.861-0.142 0,-0.610 0.033 1,-0.441-0.003 0,-0.305-0.026 0,-1.900 0.202-2,-0.490-0.027 0,-0.484-0.032 1,-0.453-0.033-1,1.672-0.534 0,-0.980-0.032 2,-1.000-0.006-1,9.434-2.435 0,-9.350 2.718 0,0.244 0.074 1,0.029 0.070-1,-0.107 0.062-2,0.422 0.112 0,-0.309 0.326-1,10.191-0.692 0,-4.451 0.806 4,-1.951-0.242-1,-0.775-0.528 1,-1.145 0.216-1,2.115 0.321 0,-1.850 1.210 1,-1.281 2.662 0,-19.166 8.344 1,-4.260-1.530-5,0.834-0.566 0,-2.637 1.839 0,-2.600 1.880-1,-1.736 1.215 2,8.299-6.409 0,-0.213 0.028 0,-7.418 6.168 0,0.480 1.585 1,1.482 0.279 0,3.123-2.304 0,2.906-2.545 0,-0.262 2.204 5,3.332-0.177-3,2.998-0.182 0,5.684-0.292-2,9.666-13.605 2,-4.838-6.542-2,2.885 0.494-2,2.869 0.279 1,7.277-0.914-1,-8.586 5.182 0,0.855 0.688 1,0.182 0.537 0,0.768 0.239 0,0.703 0.115 0,0.605 0.028 0,3.434-0.101 0,1.035-0.024 0,-0.066-0.031 0,-0.725-0.032 4,3.041-0.053-3,1.570-0.060-3,0.541-0.060 2,-0.131-0.054 4,-3.816 0.177-4,-0.945-0.191-2,-1.000-0.222 0,-0.967-0.228 0,-0.883-0.215 3,0.600-0.240 1,-0.953-0.016 0,-1.439 0.048 0,-1.645 0.085 0,0.500 0.082 7,-1.309 0.469-7,7.037-1.093 0,-5.549 1.728 3,1.604 1.078 0,-28.453 8.062-4,0.334-3.413 0,-5.646 1.450-3,6.590-1.948 1,-1.723 0.417 1,-1.707 0.529-1,-1.557 0.556 1,-1.338 0.528-1,-1.094 0.467 0,0.664-0.250 0,0.145-0.206 1,0.393-0.338 0,0.521-0.397-1,2.375-0.786 2,0.605-0.299 1,0.570-0.260-1,0.510-0.219 1,-1.939 0.379 0,1.391-0.274 0,1.453-0.242 0,1.363-0.201 0,-7.980 2.306 2,3.055-0.194-1,3.469-0.492 0,1.594 0.018-1,-3.133 2.083 1,0.787 0.738-1,2.582 0.015-1,0.828-2.226 1,-2.846 1.306-2,1.869-0.012 4,2.102 2.125-4,5.039 3.522 2,11.342-3.656 0,5.801-16.832-1,-3.303 1.621-2,2.469-0.892 0,4.070-1.413 0,3.398 0.028 0,-9.570 5.187 1,9.568-2.954 0,-1.660 1.269 0,-4.438 2.111 3,-0.486 1.200-1,2.801 0.899 0,-0.406 1.003 0,-3.021 0.499-1,-1.092 0.186 0,2.324 1.221 1,-1.576 2.194 1,-0.256-0.333-2,-0.369 2.419 0,-3.164 3.015 0,3.328-0.573 0,-1.973 0.611 0,-3.111 0.237 1,-5.850 4.646-1,-10.211-4.173-1,-8.229 2.172-1,7.051-5.561 2,-0.930 0.058 1,-0.035-0.733-3,-0.387-0.716 0,-0.250-0.818 0,-0.146-0.815 0,-0.883-0.456 2,-0.301-0.361 0,-0.273-0.186 0,-0.234-0.064 0,1.965-0.141-1,0.287 0.205 1,0.330 0.259 0,0.336 0.277 0,0.318 0.270 0,-10.432 2.581 0,0.063-1.165 0,-0.250-1.425 0,9.082-1.790-1,-0.279-0.317 1,-0.244-0.249 0,-0.201-0.186 0,-0.158-0.132 0,-8.117 1.163 0,0.617 0.615 0,8.518-0.644 5,-7.451 0.799-5,6.799-0.798-2,23.471-7.053 12,0.980 1.385-9,0.656-0.761-4,1.318 0.040 1,4.463-1.273 0,-7.656 2.844 1,0.559-0.134 0,0.393-0.087 0,0.258-0.051 0,1.055 0.241 0,1.088 0.513 0,1.145 0.588 0,1.072 0.581 0,-2.094 0.687 1,0.557 0.324 0,0.541 0.276-1,0.498 0.226 1,0.439 0.179-1,2.238 0.140 0,-0.795 0.121 1,-1.139 0.075-1,-1.256 0.040 0,-1.225 0.016 1,-1.105-0.001 0,-0.941-0.011 0,0.025-0.030 1,1.063-0.013-1,0.518-0.013 4,0.123-0.013 6,0.426-0.010-12,-0.652-0.011 0,-0.828-0.009 0,-0.887-0.007 0,-0.051-0.005 0,7.545-0.007 5,-5.150-0.007-1,-0.605-0.004 2,-24.922 6.745 2,-5.445-2.520-8,5.371-1.674 0,-1.219 0.096 0,-0.883 0.049 0,1.398-0.387 0,-0.648-0.005 1,-0.656-0.006-1,-0.623-0.006 0,-3.244 0.254 2,0.291-0.341-1,0.668-0.397 1,0.842-0.397-1,0.877-0.363 1,0.332-0.303 0,0.391-0.260 0,0.225-0.199 0,0.105-0.145 0,0.021-0.099 0,-0.029-0.063 0,0.227-0.022-1,-1.262-0.014 1,-0.996-0.004 0,-0.750 0.002 7,-0.543 0.006-5,0.029 0.009-5,0.096 0.009 0,0.252 0.009 1,0.336 0.009-1,0.922 0.008 2,0.404 0.006 2,0.381 0.005 0,0.340 0.004 0,0.293 0.003-1,0.480 0.002 0,0.576 0.002 0,0.602 0.001 0,0.584 0.000 0,0.535 0.000 1,-0.742 0.000 0,0.809-0.000 0,-9.033 0.001 0,0.604-0.811 1,8.363-0.608-1,-0.267-0.431 0,0.127-0.287 0,0.370-0.174 0,-8.999-2.126-4,-0.289-0.051 0,-0.183 0.109 4,1.163 0.059-1,0.553-0.293 0,0.853-0.339 2,0.838-0.281-1,0.696-0.068-1,1.978 0.488 1,2.195 0.276 0,1.198-0.040 0,-1.300-0.309 0,1.451 3.428 2,14.887 12.375 0,6.413-5.252-4,1.420 0.234 0,-1.233 2.280 0,-2.443 0.868 4,1.706-1.219-4,-1.198 0.711 0,-4.387 3.729 2,-3.985 0.442-1,-0.531-0.219 0,-1.475-0.760 0,-10.503-2.357-1,-1.926-3.319-1,-1.098-2.921 1,3.103-2.038 0,-0.624-1.027 4,-3.049-0.323-3,-0.563 0.035-1,5.261 0.132 1,-0.125 0.042-1,-4.249-0.756 0,-0.808-1.443 5,2.539-1.259-7,0.986-1.542 2,-0.010-1.475 0,-0.681-0.477 1,0.232 0.711 0,0.776 1.007 0,0.501 0.746 0,-0.732-2.840 0,-0.503-2.072 5,2.043 1.113-7,-0.073 0.018 0,-0.206 0.029 1,-0.353-0.263 1,-0.283-0.325-1,-0.373-0.374 0,-0.080 0.076 0,0.265 0.433 1,-0.206 0.216 0,2.055 1.802 1,-2.081-1.116 1,3.969 0.670 0,-0.290-1.978 0,-0.361-0.959-4,-0.087 0.799 0,-0.615 0.324 2,-0.069 0.209 2,-0.428-0.485-2,0.892 0.508 0,1.128 0.249 0,-0.463-1.340 0,-1.937-1.380 1,1.213 0.490-3,1.510-0.802 2,3.040 1.660 2,0.113-1.127-2,-1.056-1.956 1,-0.468-0.583-1,-0.008 2.152-1,0.391 1.776 1,0.714-0.754 2,-4.513 1.427-2,-0.695-2.574-1,4.171 2.540 0,-0.483-1.400 0,-0.101 0.670 0,-0.860 0.785 0,-0.773 0.930 1,-1.949 0.842 1,0.579 1.245 0,-4.499-2.247 0,3.193 2.134-1,-0.314-0.057 0,0.047 0.120-2,0.729 0.526 1,-0.148 0.476 2,-0.696 0.224-1,-0.020 0.047 0,0.687 0.152 0,-1.902-0.435 0,-0.139 0.294 3,-0.072-0.225-2,2.308 2.678 1,24.499 2.207-2,-0.256-0.003-1,-1.834 0.001-1,0.747 0.001 0,-0.982 0.001 2,4.459 0.000-1,-4.393 0.001 2,0.344 0.316-2,0.357 1.912 1,0.849 2.232 0,2.148 1.842-1,4.008 2.194 0,-7.975-3.200 0,0.489 0.498 0,0.342 0.426 0,1.019 0.821 0,-0.639-0.084 0,-0.861-0.247 0,-0.919-0.324 0,4.218 3.393 3,-3.323-1.955-1,0.342 0.145 1,0.184-0.082 0,0.068-0.217-3,1.023 0.367-1,0.176-0.004-1,-0.420-0.267 1,-0.761-0.411 4,-0.915-0.469 3,-0.939-0.469-6,0.476 0.281-1,-0.079-0.004 0,-0.453-0.201 0,-0.653-0.309 7,7.321 5.121-2,-0.022 1.196-6,-6.479-3.841 1,0.479 0.864 4,0.174 0.520 2,-1.667-1.449-6,-0.414-0.423 0,-0.481-0.560 0,6.958 5.783 0,-2.142-0.844 4,-2.152 1.101 0,-0.777 2.482-2,0.901 0.190 1,0.694-2.302-1,0.747-1.008 0,-0.234-0.804 0,-0.912-0.290 0,-0.109 0.886 2,0.669 1.039-2,0.827 0.655-2,-1.149-1.487 2,-2.918-3.342 0,1.715 1.530 3,0.085-0.417-2,-2.636-2.971 0,0.495 0.437-1,2.845 2.809 0,0.254-1.958 1,-1.623-1.629-1,-4.360 2.407 3,-17.839-8.838-1,-1.966-5.619-4,-2.142-1.070-1,2.415 1.375 2,-2.553-0.801 0,-2.308-1.392-1,-1.232-1.322 0,1.760 0.005 1,3.748 1.095 0,-0.597-0.724 3,-2.019-1.131 3,7.307 3.461-5,-0.116-0.318-1,-0.063-0.332-1,-0.022-0.319 0,-0.775-0.646 1,0.366 0.186 1,0.457 0.333-1,0.477 0.398 1,-8.059-5.403 0,0.581-1.860 0,8.333 6.031 6,-7.451-6.138-9,1.270 1.256 0,-0.380-0.167 4,-0.911-1.466 1,2.609 1.664 1,3.134 2.989-5,-1.304 0.032 1,1.877-0.347 5,2.457-1.280 0,1.058 0.170-6,-0.298-2.916 0,0.094 1.594 4,0.204 1.823-3,0.683 0.028 0,-1.051-2.555 4,2.117 1.844-3,0.231 0.197 0,-1.117-0.776-1,-1.882-1.406 0,0.994 3.457 1,-3.650-1.588-1,0.227 1.116 2,2.851 0.874 1,-1.313-2.189-3,1.911 0.188 1,19.132 13.324 3,-1.314 1.370-4,0.284-1.408-1,1.899-0.419 1,-2.603 1.870 3,0.203-0.289-1,3.131 1.588-3,-3.963-1.514 0,2.229 0.410 0,1.769 0.072 0,1.341-0.146 4,0.967-0.270-4,-1.073-0.478 0,1.031 0.131-1,1.081 0.223 0,1.047 0.271 1,0.958 0.285 0,7.712 1.922 1,2.064 0.661-1,0.541 0.301 0,-0.436 0.056 6,-0.996-0.099-2,-3.606-1.086-6,0.459-0.234-1,0.831-0.232 1,1.020-0.216 2,1.935 0.077 2,-0.077-0.195 1,-0.437-0.170-1,-0.635-0.141 1,0.054-0.257-1,-1.756-0.707 0,-1.862-0.771 1,-1.777-0.749-1,-3.307-0.734 2,-2.392-0.527 0,-2.327-0.433 0,-2.115-0.342-1,7.560-0.169 4,0.748-0.548 0,-0.828-0.176 6,-2.938 0.050-13,-3.344 0.098 0,-1.861 0.077 0,-0.217 0.208 3,1.555 0.920 0,0.059 1.088 4,-1.334 0.127-7,0.453-0.301 0,-0.490-0.512 2,3.146-0.206 1,-4.059-0.813 2,0.082 1.736-3,-3.986 6.739 2,-10.229 3.215-1,-5.092-3.826-2,-1.627-2.397-1,-6.176 1.531 0,5.166-3.535 1,-1.563-0.143 0,-1.336-0.206-1,-0.719-0.276 0,-0.115-0.333 1,0.211-0.326-1,0.396-0.294 1,0.480-0.251 0,0.490-0.203 1,0.455-0.157-1,-3.279-0.298 0,-2.957-0.233 1,-2.104-0.231 1,-1.400-0.214 3,2.575-0.236-3,-0.754-0.117-4,-0.719-0.098-1,-0.655-0.080 1,-5.602-0.063 0,0.345-0.066 2,0.841-0.042 1,1.080-0.024-1,4.847-0.000 1,1.348-0.002 0,1.319 0.002 0,1.221 0.004 0,-0.291 0.002 2,1.495 0.008 0,1.368 0.008 1,1.188 0.008-1,-7.854-0.004 1,2.648 0.015 0,1.822 0.010-2,1.148 0.004 0,-0.044-0.087 0,2.802-0.522 0,0.855-2.329 1,20.909-3.375 2,5.291 3.110-3,-1.965 0.675-3,-0.887 0.694 0,6.815-0.068 0,-7.248 0.827 1,3.138-0.125 2,2.663-0.023-1,7.702 0.075-4,1.113 0.673 0,-0.108 0.778 0,-0.844 0.776 0,-1.222 0.708 1,4.641 2.573 2,5.179 2.478 0,3.994 2.150 7,2.941 1.782-7,-1.001 0.621-2,0.856 0.751-4,-0.707 0.067 1,-1.721-0.400 0,-2.045-0.507 4,-3.490-0.970 12,-3.672-1.043-12,-3.564-1.028-2,-3.268-0.953 0,-3.217-0.981 8,-2.982-0.938 0,-2.639-0.852 0,-2.246-0.740-1,6.779 2.298 9,-3.807-1.260-4,-1.943-0.693-6,1.580-0.176 1,-25.297-2.498 5,-2.033-1.594-10,-5.168-1.280-1,5.607-1.042 1,-1.287-0.864 1,-0.771-0.650 1,0.232-0.263-2,0.816-0.006-1,1.098 0.151 1,1.170 0.231 0,1.287 0.195 3,-9.770-4.224 2,10.098 3.538-2,-0.158-0.274-2,-9.715-4.647 1,9.504 4.324 0,-0.350-0.172-1,-0.328-0.145 0,-0.287-0.116 1,-0.242-0.090-1,-1.598-0.722 0,-1.160-0.510 0,-0.756-0.320 0,-0.443-0.174 5,-0.207-0.066 0,-0.039 0.008-7,-5.894-2.294 0,3.356 1.705 0,0.839 0.480 0,1.283 0.617 5,1.463 0.655 4,1.460 0.627-6,-0.567-0.073-3,-0.322-0.108 1,0.137-0.011 2,0.419 0.053 6,0.570 0.089-2,0.623 0.106-6,-2.416-1.978-1,3.244 1.018 1,1.227 0.422 1,-6.173-3.680 11,4.445 3.067-12,2.095 1.751 5,-0.393-0.640 0</inkml:trace>
</inkml:ink>
</file>

<file path=ppt/ink/ink2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1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10933.100 1805.600 767,'-11.330'-1.127'-2,"0.041"-4.155"0,0.418-1.304 1,-0.933-1.453 0,1.456 1.129-1,-2.780-0.578 0,0.394 1.475 4,-0.271 0.018-1,-0.032 0.145 0,-3.186-0.782-2,6.153 1.529 0,1.155-1.497 1,-1.515-1.278 2,-0.137 2.667-2,-1.980 3.231 1,1.242-3.557 0,5.069-4.490-1,-4.378 5.889 1,4.631-5.907-2,-1.715 1.550 2,0.337-0.404-1</inkml:trace>
</inkml:ink>
</file>

<file path=ppt/ink/ink2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2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7362.100 2218.600 767,'-4.747'-11.299'-2,"-4.253"1.323"0,1.366-1.980 0,2.177 0.673 1,3.165 0.126 3,1.855-1.029-2,-5.476 2.583 2,17.620 10.064-1,-6.796 9.562-1</inkml:trace>
</inkml:ink>
</file>

<file path=ppt/ink/ink2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2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7410.100 2333.600 767,'2.327'-11.245'-2,"6.246"3.683"0,-0.384 0.005 4</inkml:trace>
</inkml:ink>
</file>

<file path=ppt/ink/ink2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2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7525.100 2439.600 767,'11.067'0.000'-2,"-2.907"-7.829"2,1.846 3.208-1,-19.605-1.986 2,-3.350 8.669-3,1.800 3.811 1,2.571 2.783 2,-4.745-5.958-1,1.338-2.559 0,0.183-0.401 2,22.839-2.907-2,-5.118-7.433-1,2.039 1.524 0,1.957 3.336 0,1.208-0.002 1</inkml:trace>
</inkml:ink>
</file>

<file path=ppt/ink/ink2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2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7583.100 2593.600 767,'11.298'0.000'-2,"0.369"0.000"1,-3.640-8.729 2</inkml:trace>
</inkml:ink>
</file>

<file path=ppt/ink/ink2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3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7698.100 2727.600 767,'1.737'-11.417'-2,"5.841"2.030"0,-0.462-0.051 3,-0.161-1.512-1,1.459 1.078-1,2.581 3.474 0</inkml:trace>
</inkml:ink>
</file>

<file path=ppt/ink/ink2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3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7919.100 2727.600 767,'0.000'11.187'-2,"0.000"0.278"1,-6.688-1.459 2,-2.757-4.198-3,6.262 5.956 3,-5.671-3.740 0,-2.292-8.119-3,-1.113-0.062 3,5.713-8.777 0,7.064-2.241-3,5.667 1.315 2,-2.685-1.991 0,6.903 5.116 0</inkml:trace>
</inkml:ink>
</file>

<file path=ppt/ink/ink2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3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8024.100 2746.600 767,'11.340'0.000'-2,"0.730"4.452"1,-3.219 3.745 0,0.894-1.978 0,1.863-5.994 3,-6.990 11.030-1,-4.852 0.146-2</inkml:trace>
</inkml:ink>
</file>

<file path=ppt/ink/ink2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3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8216.100 2717.600 767,'0.000'11.323'0,"0.000"-0.009"-3,0.000-0.150 3,0.000 0.133 0,0.000-0.105 1,0.000-0.157-1,0.000 0.366-1,0.000 0.430 1,-10.412-6.381 1,-0.711-5.469-2,4.668-9.720 2</inkml:trace>
</inkml:ink>
</file>

<file path=ppt/ink/ink2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3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8370.100 2775.600 767,'-3.011'10.681'-2,"-3.604"0.679"1,5.777 0.997 0,-7.697-19.639 3,8.535-4.184-3,-3.104-0.263 1,-3.123 0.204 0,5.278-0.524-1,1.027 0.931 1,0.227-0.160 0,10.545 13.992 2,0.553-1.174-3</inkml:trace>
</inkml:ink>
</file>

<file path=ppt/ink/ink2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4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8533.100 2842.600 767</inkml:trace>
</inkml:ink>
</file>

<file path=ppt/ink/ink2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4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8639.100 2717.600 767,'0.000'12.063'-2,"0.000"0.719"1,0.000-1.039 0,0.000-0.042 1,0.000-0.106 0</inkml:trace>
</inkml:ink>
</file>

<file path=ppt/ink/ink2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4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8696.100 2602.600 767,'0.000'11.396'-2,"6.787"-2.684"1,-3.364 2.117 1,-3.473 0.823 0,9.734-6.247 1</inkml:trace>
</inkml:ink>
</file>

<file path=ppt/ink/ink2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4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8821.100 2458.600 767,'4.689'10.433'-2,"0.433"-0.185"0,-4.615 2.856 2,-0.739-2.042-1,0.145 0.130 2,0.090 0.147 1,-0.002-0.135-3,0.000-0.164 1,0.000 0.223 0</inkml:trace>
</inkml:ink>
</file>

<file path=ppt/ink/ink2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4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8879.100 2401.600 767,'7.887'7.887'0,"1.491"-0.693"-2,-7.388 5.331 0</inkml:trace>
</inkml:ink>
</file>

<file path=ppt/ink/ink2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4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9004.100 2429.600 767,'0.000'-11.339'-2,"0.000"-0.079"1,0.000-0.854 0</inkml:trace>
</inkml:ink>
</file>

<file path=ppt/ink/ink2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5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8965.100 2314.600 767,'12.634'0.000'-2,"1.789"0.000"0,-2.702 0.000 1,1.975 0.000 1,-1.538 0.000 0,-0.562 0.000-1,0.332 0.000 3,-0.695 0.000-1</inkml:trace>
</inkml:ink>
</file>

<file path=ppt/ink/ink2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5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9109.100 2362.600 767,'0.000'-11.088'-2,"0.000"-0.174"1,0.000-2.428 0,0.000 1.230 1</inkml:trace>
</inkml:ink>
</file>

<file path=ppt/ink/ink2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5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9234.100 2285.600 767,'0.000'-11.669'-2,"-7.661"1.783"2,-0.947 2.645-1,2.962-3.391 1,-3.099 2.915-1</inkml:trace>
</inkml:ink>
</file>

<file path=ppt/ink/ink2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5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9340.100 2132.600 767,'0.000'11.063'-2,"0.000"-0.031"1,0.000 0.227 1,0.000 0.841 0</inkml:trace>
</inkml:ink>
</file>

<file path=ppt/ink/ink2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0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9512.100 2103.600 767,'0.000'11.265'-2,"0.000"0.739"1,-8.460-3.748 2,-1.074 0.033-1,0.634-0.369-2</inkml:trace>
</inkml:ink>
</file>

<file path=ppt/ink/ink2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0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9580.100 2132.600 767</inkml:trace>
</inkml:ink>
</file>

<file path=ppt/ink/ink2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0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9580.100 2132.600 767,'11.696'-5.348'-2,"-4.298"-3.978"0,3.817-0.437 1,1.027-0.660 0,-2.824-0.005-1,0.779-1.909 4,-0.605 0.363-3,-1.514 0.530-1,-1.459 0.175 0,-0.324 0.217 2,3.232-1.393 1,-0.652 4.331 1,0.754 0.127 1,-6.423 18.792-1,-3.207 0.781-2,0.000 0.227-1</inkml:trace>
</inkml:ink>
</file>

<file path=ppt/ink/ink2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0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9733.100 2084.600 767</inkml:trace>
</inkml:ink>
</file>

<file path=ppt/ink/ink2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0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7506.100 4369.600 767,'11.081'1.316'-2,"-1.422"5.661"1,1.551-6.198 1,-0.116-0.852 0,-6.140 9.982 1</inkml:trace>
</inkml:ink>
</file>

<file path=ppt/ink/ink2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1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7660.100 4301.600 767,'0.000'12.059'-2,"0.000"-0.006"1,0.000-0.790 0</inkml:trace>
</inkml:ink>
</file>

<file path=ppt/ink/ink2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1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7813.100 4225.600 767,'-7.918'7.917'0,"4.124"2.908"-2,-8.789-10.473 1,1.324-0.449 0,-0.276 0.097 1,0.138 0.002 0,2.881-7.304 1</inkml:trace>
</inkml:ink>
</file>

<file path=ppt/ink/ink2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1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7880.100 4186.600 767,'0.000'-12.240'-2</inkml:trace>
</inkml:ink>
</file>

<file path=ppt/ink/ink2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1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7996.100 4157.600 767,'2.533'-11.678'-2,"6.917"5.102"1,1.962 5.590 1</inkml:trace>
</inkml:ink>
</file>

<file path=ppt/ink/ink2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1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8178.100 4090.600 767,'0.000'-11.632'-2,"0.000"0.364"1,9.361 5.170 2</inkml:trace>
</inkml:ink>
</file>

<file path=ppt/ink/ink2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1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8284.100 4052.600 767,'7.415'-8.240'0,"3.495"4.677"-2,-2.579-3.634 2</inkml:trace>
</inkml:ink>
</file>

<file path=ppt/ink/ink2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2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8418.100 4033.600 767</inkml:trace>
</inkml:ink>
</file>

<file path=ppt/ink/ink2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2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8552.100 4033.600 767,'0.000'11.086'-2,"0.123"0.911"1,4.966-1.905 0,3.529-0.916 0,-2.670 0.485 1,3.810 0.009 0,-1.311-1.258 0,-6.782 3.166 1,9.202-7.263 0,-3.234-12.949 0,-5.411-4.466-3,2.075 2.525 1,-0.932-1.433 1,-3.257 0.606 1</inkml:trace>
</inkml:ink>
</file>

<file path=ppt/ink/ink2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2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8716.100 4090.600 767,'0.000'11.837'-2,"0.000"-0.738"0,0.000 1.319 1,0.000-1.025 2</inkml:trace>
</inkml:ink>
</file>

<file path=ppt/ink/ink2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2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8831.100 4167.600 767,'11.967'3.066'-2,"-5.791"8.106"1,-4.993-0.086 0</inkml:trace>
</inkml:ink>
</file>

<file path=ppt/ink/ink2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2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8994.100 4253.600 767,'0.000'11.115'-2,"0.000"-23.335"2,0.000 0.052-1,0.000-0.834 0,0.000 0.913 1,4.605 2.078 1</inkml:trace>
</inkml:ink>
</file>

<file path=ppt/ink/ink2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2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9109.100 4359.600 767,'0.000'11.731'-2,"0.000"-0.138"1,-0.485 0.217 1,-7.872-3.972 0,-1.273-2.253 1,3.202 4.039-2,2.305-20.087 1,4.150-0.863-1</inkml:trace>
</inkml:ink>
</file>

<file path=ppt/ink/ink2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11164.100 4618.600 767</inkml:trace>
</inkml:ink>
</file>

<file path=ppt/ink/ink2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11164.100 4618.600 767</inkml:trace>
</inkml:ink>
</file>

<file path=ppt/ink/ink2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11317.100 4599.600 767</inkml:trace>
</inkml:ink>
</file>

<file path=ppt/ink/ink2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11317.100 4599.600 767</inkml:trace>
</inkml:ink>
</file>

<file path=ppt/ink/ink2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11317.100 4599.600 767,'11.127'0.000'0,"0.938"0.000"-3,1.664 0.000 2,-1.311 0.000-1,1.567 0.000 0,-0.300 0.000 1,-0.871 0.000 0,2.109 0.000 2,-2.411 0.000 2,-0.143 0.000-2</inkml:trace>
</inkml:ink>
</file>

<file path=ppt/ink/ink2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11452.100 4599.600 767</inkml:trace>
</inkml:ink>
</file>

<file path=ppt/ink/ink2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11509.100 4580.600 767,'0.000'12.439'-2</inkml:trace>
</inkml:ink>
</file>

<file path=ppt/ink/ink2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11615.100 4599.600 767</inkml:trace>
</inkml:ink>
</file>

<file path=ppt/ink/ink2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11711.100 4599.600 767,'0.000'11.864'-2,"0.000"-0.264"1,0.197-0.131 0,10.995-10.537 2,-3.923-10.739-1,-6.772-1.201 0,-0.626-0.129-1,0.097-0.092 1,0.036-0.947 0</inkml:trace>
</inkml:ink>
</file>

<file path=ppt/ink/ink2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11874.100 4513.600 767,'0.000'11.135'0</inkml:trace>
</inkml:ink>
</file>

<file path=ppt/ink/ink2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4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12047.100 4455.600 767,'0.000'11.206'-2,"0.000"1.523"1,0.000-1.694 0</inkml:trace>
</inkml:ink>
</file>

<file path=ppt/ink/ink2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4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12047.100 4474.600 767</inkml:trace>
</inkml:ink>
</file>

<file path=ppt/ink/ink2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4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12143.100 4378.600 767</inkml:trace>
</inkml:ink>
</file>

<file path=ppt/ink/ink2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4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12172.100 4388.600 767,'0.000'11.614'-2,"0.000"-0.366"1,0.000 0.188 1,0.000-0.133 1</inkml:trace>
</inkml:ink>
</file>

<file path=ppt/ink/ink2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4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12469.100 4244.600 767</inkml:trace>
</inkml:ink>
</file>

<file path=ppt/ink/ink2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5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12613.100 4167.600 767,'-9.012'6.464'-2,"-0.798"-1.485"2,0.611 2.243-2,8.065 4.084 3</inkml:trace>
</inkml:ink>
</file>

<file path=ppt/ink/ink2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5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12786.100 4071.600 767,'0.000'11.369'-2,"0.000"-0.063"1,0.000 0.097 0,0.000-0.171 1</inkml:trace>
</inkml:ink>
</file>

<file path=ppt/ink/ink2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5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12700.100 4186.600 767</inkml:trace>
</inkml:ink>
</file>

<file path=ppt/ink/ink2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5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12700.100 4186.600 767</inkml:trace>
</inkml:ink>
</file>

<file path=ppt/ink/ink2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5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12296.100 4330.600 767</inkml:trace>
</inkml:ink>
</file>

<file path=ppt/ink/ink2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5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12296.100 4330.600 767</inkml:trace>
</inkml:ink>
</file>

<file path=ppt/ink/ink2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5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12287.100 4330.600 767</inkml:trace>
</inkml:ink>
</file>

<file path=ppt/ink/ink2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5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11912.100 4532.600 767</inkml:trace>
</inkml:ink>
</file>

<file path=ppt/ink/ink2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5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11912.100 4532.600 767,'5.344'-10.048'-2,"-0.695"0.059"0</inkml:trace>
</inkml:ink>
</file>

<file path=ppt/ink/ink2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0:0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11922.100 4503.600 767</inkml:trace>
</inkml:ink>
</file>

<file path=ppt/ink/ink2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0:0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11663.100 4599.600 767</inkml:trace>
</inkml:ink>
</file>

<file path=ppt/ink/ink2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0:2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8255.100 3274.600 767,'0.000'11.385'0,"0.000"0.387"0,-3.255-0.085-5,-0.587 6.036 5,2.019-0.409-2,-0.905-0.073 0,-2.089 3.231-1,2.046-9.784 2,-1.906 7.793 0,1.562-4.002 0,0.503-0.762 2,-0.954 4.650 3,0.657 1.477-3,1.049-2.067-3,0.911-3.474 1,0.573-3.116 2,-0.466 3.364 1,-1.623-3.096 0,-0.975 3.577-2,-1.055 1.089-1,0.605-4.347 0,-0.629 1.147 1,0.536 2.463-1,1.130-2.736 1,-0.208-1.838 0,-2.120 2.172 2,-0.588-0.596-1,1.276 1.175-1,2.010-1.170 0,1.725-1.105 2,1.313-25.353 1,-0.563-1.308-6,0.003-0.098 1,0.001-4.847 1,-0.120 7.159-1,-0.193-2.373-1,-0.228-2.453 1,-0.234-2.339-1,-0.222-2.106 1,-0.006-1.439-1,0.014-1.794 1,0.068-0.979-1,0.102-0.370 0,0.054-3.088 10,0.149 0.394-9,0.142 0.672-2,0.125 0.801 0,0.112 2.351 3,0.080 1.388 1,0.063 1.404 0,0.049 1.318 1,0.034 1.173-1,0.028-0.551 2,0.017 1.907-1,0.008 1.852 0,0.001 1.662 0,-0.002 1.406 0,-0.005 1.131 1,-0.007 0.469-1,-0.006 0.243 0,-0.004 0.608 1,-0.005 0.797 4,0.001-8.521-1,-0.009 2.525-7,-0.005 3.411 0,-0.001 2.348 4,-12.683 14.101 5,7.585 9.374-5,0.644 1.508-4,-1.761 6.921-1,2.925-6.686 2,0.056 2.399-2,0.121 2.135 1,0.368 1.073 0,0.197 0.851 0,0.193-0.058 0,0.175-0.624 0,0.151-0.930 9,0.123-1.049-9,-1.302 8.983-3,-0.004 0.392 1,-0.172 3.325 12,-0.025 2.708-8,0.401-2.535-4,0.133-0.386-1,0.149-0.909 0,0.149-1.177 1,0.138-1.261 2,-0.037-0.447 3,0.154-3.199-1,0.140-3.295 0,0.118-3.070 1,0.095-2.669 2,-0.252-2.313 2,-0.174-0.855 0,-2.120 8.103 5,1.307-5.004-5,0.967-2.229-7,0.706-0.123 4,0.798 0.139 4,1.334-25.361-5,0.430-2.265-4,0.837 0.465 1,-0.498 4.119 1,-0.037-1.523-1,-0.138-1.318 1,-0.186-1.080-1,-0.199-0.842 1,-0.191-3.115-1,-0.170-1.745 0,-0.142-0.759-1,-0.112-0.090 8,-0.085 0.326-5,-0.060 2.963-3,-0.032-0.168 0,-0.021 0.126 0,-0.015 0.317 1,-0.006 1.651 13,-0.003 0.818-12,-0.001 0.892-1,0.001 0.896 0,-0.002-1.051 0,0.005 1.492 3,0.005 1.449 1,-0.008-7.429 2,0.015 3.164 0,-0.169 2.901-3,-5.728 22.686 4,3.096 2.712-2,1.189-0.090-4,-1.052 1.904-1,0.239-2.040 1,-0.596 3.576-1,-0.576 3.653 1,1.445-7.620 0,-0.273 1.383 0,-0.268 1.319-1,-0.247 1.194 1,-0.244 1.404-1,0.007 0.251 0,0.085-0.083 0,0.131-0.296 0,0.151-0.415 1,-0.104-0.523 1,-0.016-0.039 0,0.166-0.395 1,0.277-0.613-1,0.081-0.095 6,0.190-1.299-3,0.141-1.358-5,-1.831 8.137-1,0.810-3.554 6,0.871-2.001 2,0.752-1.287-1,0.621 0.604-5,0.904-1.093 6,0.356-26.747-4,-0.396 0.455-4,0.607 1.117 2,1.142-0.464-9,0.847 0.169 17,0.577-1.332-7,0.609-1.109 2,0.337-0.518-4,0.110-0.079 0,-0.042-3.458 1,-1.386-1.808 0,-1.055 2.477 1,0.007-0.368-10,0.265-0.246 19,-0.449 7.156-9,0.521-1.723-1,0.561-1.905 0,0.539-1.863 0,-0.091 0.936 0,0.083-0.327 0,-0.007-0.039 0,-0.065 0.153 0,0.066 0.253 0,0.147 0.302 1,0.193 0.314 0,0.208 0.301 0,0.878-1.952 1,0.432-0.141-1,0.403-0.195 0,-1.116 3.995 1,-0.118 0.470-1,-0.186 0.522 0,-0.223 0.531 0,0.106-0.009 0,-0.027 0.793 1,0.033 0.796 0,4.194-8.492 0,0.014 2.154 1,-0.884 1.717 0,-0.104 1.738-1,0.714 0.987-1,-0.185 1.317 1,-1.218 1.847 0,1.781 0.569 0,1.985 4.252 1,1.532 3.268 0,0.713 2.791-1,-3.513 5.308-1,1.150 7.820-1,-3.992-4.876 0,1.876 6.332-2,1.678 5.771-1,1.417 4.954 2,1.140 4.043 1,1.141 3.848-5,0.019 0.725 0,-0.312-0.343 0,-0.481-0.958 1,-2.144-4.134 4,-1.242-0.933 0,-1.306-0.792 1,-1.250-0.644 0,-1.408-3.420 1,-0.517-0.593 1,-0.332-0.502-1,-0.187-0.411 1,0.001 1.621-1,-0.604-1.225 1,-0.651-1.353-1,-0.633-1.336 0,-0.573-1.226 0,-0.438 0.141-1,-0.463-1.321 1,-0.354-1.171 0,-0.256-0.979 0,-0.175-0.778 0,-0.110-0.485 0,-0.062-1.037 1,-0.025-1.285-1,-0.152 8.209 10,0.104-3.610-13,0.067-1.289 3,0.058-1.769 3,0.045-2.533-6,0.425 0.039 3,10.909-15.029 3,-7.340-7.985-4,-0.608-0.498-1,0.741-3.037-1,0.601-2.224-1,0.466-1.539 0,-0.211-0.404 0,-0.026-1.914 0,-0.130-1.946-1,-0.190-1.842 0,-0.219-1.655 2,-0.223-1.424-1,-0.073-2.033 0,-0.433 1.222 1,-0.441 1.919-1,-0.413 2.224 1,-0.365 2.256 0,-0.308 2.110 4,-0.248 1.861-1,-0.073 1.763 0,0.229 0.918 1,0.331 1.130-1,0.379 1.198 6,0.386 1.166 11,0.365 1.070-20,0.478 0.708 0,4.776-7.838-1,0.697 3.088 3,0.118 1.492 2,-1.262 0.681 0,-1.716 1.865 4,-0.846 1.274-6,1.281-1.306 5,-12.046 26.118-4,-1.328 5.699-4,2.593-8.512 1,-0.868 3.298 0,-0.734 2.574-1,-0.502 1.633 0,-0.316 0.910 4,-0.174 0.381-1,0.188-0.958-3,-0.018-0.386-1,0.015-0.522 1,0.035-0.577 0,0.046-0.573 3,-0.527 0.880 0,0.386-1.709 1,0.443-1.807-1,0.442-1.712 1,0.403-1.507 1,0.300-1.644 0,-4.574 9.537 2,0.358-0.001 5,-1.039-0.805-12,-0.795-2.424 1,0.887-4.429 2,0.860-4.000 0,-1.475-2.872 5,4.446-16.829-1,9.607-0.540-4,3.425-7.880-2,-2.408 7.411 0,0.593-1.471 0,0.898-2.454-1,0.673-1.599 1,0.371-0.639-1,0.149 0.022 3,-0.002 0.444 3,-0.100 0.681-5,-0.155 0.783-1,-0.178 0.790 0,1.923-1.873 0,0.992-0.568 0,0.321 0.309 0,-0.130 0.847 10,-0.409 1.130-1,-0.560 1.227-5,-0.612 1.199-3,-0.599 1.602-1,0.431 0.062 1,0.245 0.446 20,0.104 0.689-36,1.328-0.722 25,-0.510 1.446-2,-0.677 1.463-7,-0.733 1.366 0,5.930-4.221 2,-1.945 3.572 2,-0.892 2.475 0,-0.001 1.442 0,2.951 0.831 1,-2.959 6.108 1,-13.290 11.671-2,-4.151-2.041-4,-6.148 4.626-1,-1.508-0.993 1,5.681-7.343 1,-0.798 0.306-1,-2.404 1.548 0,-0.360-0.414 1,-0.055-0.646 0,0.145-0.747 0,0.003-0.386 1,0.547-0.551 0,0.599-0.432 0,0.583-0.324 0,0.528-0.230 0,0.452-0.153 0,-8.251 5.197 0,7.935-5.928 0,-0.631-0.032 0,-0.641-0.014 0,-1.153 0.154 0,0.154-0.521 0,0.405-0.606 1,0.528-0.611-1,-9.497 2.298 1,-0.544-1.375 0,1.019-0.692 3,1.556-1.113-6,1.164-1.121 0,-0.971-0.294 3,-0.162 0.430-1,0.933 0.778 1,2.209 0.789 0,1.934-0.049 1,1.144-0.905-1,-0.033-1.042-1,-0.940-0.852 1,1.197-0.813 1,-0.295-3.320-4,5.864-6.064 3,4.956-6.872 0,4.146 3.171-2,3.265-1.314 0,2.509 0.500-1,0.563 3.602 0,0.285 1.629 6,0.725-0.346-4,1.377-1.461 0,-0.549 0.164 1,0.090 0.222-3,0.873 0.133 0,-0.325 0.499 3,-0.514-0.015 0,-0.890-0.477-1,-1.999 0.063 0,-1.573 0.933 1,0.317-0.123 0,1.096 0.739-1,5.272 0.316 0,-0.040 0.981 0,-1.564 0.012-1,3.126 1.806 1,-3.950 0.504 0,2.150-4.185 0,-0.829-0.154 0,-0.410-0.276 1,-1.796 0.514-2,1.277 1.236 0,0.829 3.751 5,-0.269-3.296-5,1.907-2.650 0,-0.232 1.419 0,1.166-0.497 0,-0.505 0.157 0,-2.350 0.695 0,-0.517-0.915 0,-0.497-0.793 1,-0.214-0.625 1,0.183-0.655-1,1.042-1.263-1,-0.978 0.984 1,-1.059 1.167 0,-0.830 0.060 0,-0.534-1.841 1,-0.283-0.510 3,-0.113 0.145-6,5.064-2.957-1,-5.221 6.581 2,0.298-0.215 3,-0.008-0.011-1,-0.205 0.122-2,-0.319 0.200-1,0.803-0.816 1,-0.117 0.168-1,-0.372 0.436 0,-0.504 0.571 5,5.973-6.228 1,-2.753 1.687-6,1.386-1.930 6,-4.835 5.742-3,0.019-0.158-2,-0.163 0.007-1,-0.271 0.115 0,6.560-7.636 1,-0.074 2.051 1,0.961 0.788 1,-2.107 2.646 0,-2.596 2.489 0,-1.021 1.418 0,0.494 0.208-1,1.587-2.957 0,-0.931-0.508 3,-0.574 0.161-3,-1.167 1.179-2,0.443 0.457 3,3.705-0.877 0,-0.315 0.271-1,-3.458 1.931-1,2.446-2.302 0,-0.583 3.562 4,3.417 1.298-4,0.008-0.217 1,-2.260 0.233 1,-0.560 0.029-2,1.104-1.437 2,-7.533-5.413-1,7.291 7.861 2,-4.812 13.122-1,-11.655 1.991-1,-3.512-1.046-1,-0.034 0.868 0,0.379-3.087 0,0.027 2.315 2,18.214-19.162 1,-1.685-1.276-4,-1.898-1.222 1,0.861 2.277 1,5.297-1.356-1,-2.336 2.838 0,0.345-0.147 0,-1.066-0.459 1,-1.220-0.684-1,-0.887-0.425 1,0.033 0.699 0,3.379-1.430 1,-1.479 2.112 1,-9.779 20.513 3,-5.227 1.555-8,-1.082-1.662 1,-2.743 2.728 0,-5.027 7.375-1,2.303-2.665 0,-2.666 5.478 4,-2.189 4.767-5,-1.710 3.922-2,-4.493 10.620-2,-2.242 5.900-1,-0.736 2.624 0,0.246 0.400 15,0.821-0.989-6,1.103-1.750-9,1.177-2.061 0,0.271 0.056 1,-1.034 2.579-1,-0.656 1.521 0,-0.367 0.733 47,-0.155 0.174-33,1.961-5.096-13,1.182-3.719 0,1.396-4.349 1,1.444-4.474 1,2.643-6.163 0,1.790-4.097 14,1.763-3.755 2,1.641-3.301-2,-0.404-0.351 2,1.520-4.051-1,1.119-3.344-1,0.777-2.620-4,-3.674 3.243 2,4.439-3.447 0,0.128 3.126-1,14.785-24.277-4,3.696-4.265-16,-4.862 7.275 28,0.014 0.043-14,-0.259 0.356 0,0.302-1.122-33,1.127-2.643 26,1.360-3.123 1,1.401-3.181 47,1.316-2.971-43,1.162-2.606-1,0.975-2.174 1,6.289-9.004-36,6.846-10.789 47,6.037-9.894 8,5.104-8.647-11,8.449-14.678-18,-1.474 1.915-1,-3.656 5.545 1,-4.649 7.244 1,-9.025 15.406 3,-4.340 7.379 11,-4.080 7.057 4,-3.634 6.367-2,-3.095 5.483 4,-1.670 3.023 10,-2.137 3.942-2,-1.493 2.822-7,-0.971 1.896-4,-0.856 1.754 0,3.126-4.406 2,-0.555 2.835 2,-1.826 2.342-6,-2.647-1.734-1,-13.604 18.639 1,0.766 5.567-6,-2.786 3.647 0,5.050-7.550 2,-3.696 5.071-2,-2.361 3.636-1,-1.371 2.496 5,-0.641 1.584-1,-0.132 0.886-4,0.198 0.379 0,0.266-0.079 0,0.438-0.608 0,0.452-0.796 0,0.425-0.850 0,0.373-0.817 5,1.531-2.610 1,0.848-1.486-1,0.883-1.517 0,0.845-1.431 0,0.761-1.276 0,0.654-1.087 1,0.539-0.888-1,-0.989 1.718 1,-0.266 0.403 0,-0.122 0.049 2,-0.023-0.175 5,1.464-2.054-8,-4.166 7.433-4,3.411-3.290 1,2.338-2.739 4,-0.562-1.426 5,4.879-22.070-2,10.049-3.589-8,-2.471 4.721 1,0.823-1.714 0,0.439-1.485-1,0.136-1.180 1,-0.065-0.896-1,-0.187-0.647 1,-0.247-0.439 0,-0.980 1.380 0,-0.371 0.087 1,-0.364 0.160-1,-0.336 0.198 0,-0.563 0.897 3,-0.768 1.563 1,-0.811 1.785-1,1.446-6.125 1,-2.328 4.949 5,-16.808 20.504 4,1.591 12.452-13,5.614-9.236 0,-0.645 0.740 0,-0.563 0.498-1,-0.473 0.305 1,-0.518 0.307 0,0.264-0.833 2,0.459-1.076-1,0.550-1.151 0,-0.719 0.453 1,-0.617 0.763 2,-0.308 0.655 1,-0.084 0.540-1,0.067 0.428-2,-2.456 3.217-3,-1.974 2.855 0,-1.524 2.425-1,-1.126 1.979 8,-0.790 1.552-6,-0.864 1.578-3,0.383-0.323 0,0.694-0.855 0,0.842-1.133 1,0.875-1.228 2,0.091-0.054 3,1.454-2.104-1,1.417-2.063 1,1.271-1.859 0,1.074-1.576 2,2.131-3.062 0,1.563-2.131-1,-1.728 3.833 1,20.416-16.751 21,2.368-14.745-27,-4.795 5.475 1,2.353-3.680-1,2.336-3.677-1,1.843-3.027 0,1.394-2.399 3,-0.347-0.202 0,-0.475-0.164-4,-0.908 0.401 1,-1.142 0.754-1,-1.228 0.943 1,0.521-2.449 3,-2.370 2.698 2,-2.273 2.814-1,-2.014 2.634 0,-1.698 2.735 24,-1.357 2.553-38,1.810-6.063 23,-3.096 7.848-3,-1.095-1.081 1,-11.193 21.789-5,1.620 1.553-3,-2.752 3.916 1,-2.658 2.747-3,4.144-7.093 1,-1.892 1.828-1,-1.855 1.786 1,-4.355 4.976-1,-3.180 3.761 0,-2.933 3.594-1,-2.522 3.173 0,0.979-0.956 0,-0.986 1.455 0,-0.697 1.121 0,-0.462 0.824 0,0.240 0.058 2,0.671-0.436 1,0.896-0.720 0,0.977-0.849-1,3.135-3.909 3,1.839-2.350 0,1.911-2.533 0,1.836-2.492 0,1.669-2.305 0,1.451-2.033 2,0.957-1.378 0,1.061-1.481 0,0.835-1.162 0,0.630-0.874 0,0.454-0.627 0,0.901-0.821-1,-3.971 6.786 3,4.252-2.836 0,19.937-24.551 2,-2.640-3.970-7,4.289-6.727 0,3.585-5.442-30,2.378-3.804 53,0.691-1.342-28,0.040-0.201-1,-0.381 0.543 0,-0.621 0.980 0,-0.729 1.188 1,-0.745 1.233 2,-0.700 1.171 2,5.025-10.737 0,2.632-5.817-1,2.058-4.020 10,1.528-2.576 3,-1.571 2.754-20,-1.826 3.178 1,-2.383 4.128 1,-2.526 4.367 0,-2.402 4.148 4,-2.125 3.666 6,0.869-0.603 0,-0.715 1.521 0,-1.291 2.122 9,-1.524 2.296 14,-2.378 3.978-29,-0.865 1.568 0,-0.652 1.283 0,-0.469 1.006 1,-0.430 0.612 5,-1.121 1.511-1,-1.157 1.458-1,-1.086 1.306 1,3.869-6.396 3,-1.289 5.383 0,0.746 2.269-2,1.037 0.229 1,-18.726 22.929-1,-2.281 3.848-6,4.409-6.276 1,-1.603 1.810 0,-1.738 2.170-1,-1.393 1.698 0,-1.070 1.274 4,-0.788 0.910-1,-0.435 0.465-4,-0.805 1.058 0,-0.760 1.033 0,-0.683 0.951 0,-0.586 0.835 1,-0.486 0.705 1,-1.199 1.899 0,-1.597 2.570-1,-1.759 2.850 1,-1.753 2.854-2,-1.637 2.673 1,-1.454 2.382-1,-4.763 7.266 0,-0.427 0.697-1,1.188-1.765 1,2.134-3.210 0,2.582-3.898 16,5.559-8.690 0,2.020-3.245-17,2.094-3.284 1,2.034-3.137 0,2.137-2.975 8,2.095-2.704 27,1.954-2.372-33,1.752-2.015 0,-1.381 4.744 13,4.020-1.864 0,12.867-19.194-8,0.746-7.473-3,1.350-1.494-4,-4.235 6.092 2,1.212-1.037 0,0.656-0.529 1,1.182-1.212-1,1.141-1.225 1,1.052-1.168-1,4.332-5.438-1,3.177-4.502 1,3.299-4.807-2,3.155-4.681 0,2.847-4.280-2,5.140-6.772-1,3.998-4.961-1,3.767-4.454 0,3.339-3.802-1,4.157-5.293 3,-3.663 4.250 1,-5.282 6.125 0,-5.790 6.711 1,-5.804 6.913 1,-5.295 6.419 14,-4.516 5.548-1,-3.643 4.529 1,-3.767 4.947-1,-1.371 1.911 0,-1.150 1.844-2,-0.929 1.677 7,-0.147 0.660-12,-1.001 1.813-5,5.316-5.684 0,-2.253 3.939 6,-1.214 1.993-1,-1.276 1.656-1,1.769-1.301-1,-19.541 19.696-2,-1.021 3.600 5,0.300 2.001-7,4.239-6.052 1,-0.476 1.042 1,0.542 0.023-1,-0.128 1.608 1,-0.074 1.733-1,-0.034 1.710 0,-0.005 1.587 0,-1.077 4.537 0,-0.371 1.954 1,-0.396 1.608-1,-0.380 1.263-1,-0.341 0.947 1,0.424-0.449 0,0.315 0.501 0,0.435 0.388 0,0.479 0.288-1,0.557 0.694 4,1.087-1.445 0,1.112-1.772-1,1.036-1.832 1,0.702-2.126 1,0.438-2.136 0,0.238-1.969 0,0.093-1.706 0,0.265-2.221 1,0.225-1.251-1,0.235-1.032 0,-0.361 9.461 1,0.735-3.603-1,0.354 1.732-1,0.226 2.841-1,0.085-10.894 0,0.020-0.045 0,0.060 10.510 0,-0.049-10.346 0,-0.003 0.409 0,0.005 2.837 0,-0.009-0.557-1,-0.009-0.898 1,-0.009-1.039 0,0.530 8.842 0,1.017-1.687 2,0.710-1.048-2,-0.191 2.695 0,-1.204-8.551 0,0.053 1.330-1,0.089-0.006 0,0.140-0.432 0,0.164-0.684 0,1.029 8.453 1,-0.376-1.370 2,-0.842-8.153-1,1.527 9.532 0,0.313-3.975 0,-0.551-3.594 0,-0.476-1.936 0,1.641 1.940 0,1.676-0.897 2,-2.157-23.271 2,-4.135-5.893-8,-0.260 4.217 2,-0.574-2.830-2,-1.460-7.470 0,-0.938-2.713-1,-0.807-1.758 1,-0.659-1.021-1,0.260 3.097 12,-0.316 0.250-21,-0.256 0.421 10,-0.201 0.508 1,-0.151 0.533 1,-0.107 0.515 0,-1.928-6.490 0,-0.160 0.510 0,0.221 2.229 0,0.433 3.070 17,1.354 5.052-15,0.724 2.875-4,0.728 2.638 1,0.676 2.292 1,-2.162-4.751 9,1.595 2.935 3,-4.237 21.113-6,5.906 4.747-6,1.007 1.554-1,0.508 5.578-1,1.136-7.457 1,0.142 1.962 0,0.129 1.862 0,0.092 3.604 0,0.112 1.015 0,0.088 0.484-1,0.065 0.108 1,0.230 1.721 0,0.314 0.784 2,0.338 0.825-1,0.327 0.783 0,0.146-0.350 0,0.249 0.657 0,0.227-0.366 0,0.198-1.015 1,0.492 1.759 7,0.199-1.451-8,0.151-1.406-2,-0.421-4.448 0,-0.233-2.033 5,-0.297-2.039 0,-0.319-1.908 0,-0.021-0.585 0,1.307 6.512 3,0.150-6.453-1,0.566-0.669 0,-1.247 1.588 4,-1.785-27.760-8,0.854-0.539-3,0.738-6.695 0,-1.050 6.212 1,-0.056-2.722-1,-0.092-2.367 1,-0.111-1.344 2,-0.120-0.562-3,-0.119 0.010-1,-0.112 0.407 1,-0.063-3.039-1,-0.118 1.031 2,-0.095 1.147 3,-0.073 1.137 0,-0.054 1.397 0,-0.038 1.460 0,-0.024 1.393 0,-0.014 1.248-1,-0.004 2.203 2,-0.002 1.494 0,-0.032-7.697 0,0.019 4.592 3,0.020 3.175-1,0.010 0.704 3,0.024 26.328-6,0.158 2.410-4,0.233-5.739 2,0.265 0.456-1,0.261-0.128 1,0.234-0.474 0,0.544-0.025 0,0.984 2.528-2,1.118 3.109 1,1.131 3.285 0,0.882 2.219 0,0.659 1.371 0,0.469 0.721 0,0.313 0.245 0,1.102 2.806-1,-0.012-0.903 2,-0.147-1.206 0,-1.029-3.827 0,-0.693-2.689 2,-0.754-2.798 1,-0.738-2.661 0,-0.708-2.091-1,1.618 5.340 7,-2.880-5.988-2,1.747 0.198 0,0.621-21.275-1,-5.377-1.230-6,-0.030-2.889-2,-0.006 0.045 1,-0.006-2.331 0,-0.001-2.318-1,0.002-2.171-1,-0.161-6.453 1,-0.240-2.758 0,-0.273-2.250 0,-0.273-1.753-1,-0.252-1.303 1,-0.012 3.670 0,-0.180-1.425 0,-0.170-1.570-1,-0.154-1.575 1,-0.147-0.187 2,-0.136 0.762 0,-0.120 1.359 1,-0.101 1.681 0,-0.169-0.703-1,0.231 3.437 3,0.311 3.516 0,0.337 3.306 1,0.404 4.709-1,0.258 2.698 3,0.229 2.417-1,0.193 2.079-1,-0.025-6.295 4,0.396 5.683-1,-0.663 0.331 3,-6.857 22.415-6,2.686 2.448-5,1.579-1.195 1,1.882 5.223 0,1.054 1.496-1,0.329-5.184 1,0.057 2.719 0,0.038 2.503-1,0.379-0.186-1,0.591 2.433 1,0.695 2.459-1,0.723 2.323-1,0.696 2.088 2,1.390 9.087-2,0.708 4.801 0,0.531 4.521 0,-0.430-4.544 1,0.093-1.003 0,0.019-1.954 1,-0.030-2.451 0,0.323 0.064 25,-0.544-5.127-46,-0.628-5.129 25,-0.625-4.700-1,-0.572-4.042 2,-0.492-3.298 2,0.012-3.150-1,2.405 6.658 6,-1.341-3.221 6,-0.784-1.114-18,1.052-0.514 1,0.259-1.423 4,2.207 2.328-4,1.548-5.541 2,-0.256-16.236 4,-3.248-3.305-6,1.248-6.613-2,-2.848 6.940 2,0.117-7.896-2,-0.390-5.420 0,-0.471-4.150 1,-0.483-3.023 1,-0.407-4.818-4,-0.429-2.842-1,-0.350-2.296 0,-0.272-1.762 1,-0.201 4.253 2,-0.121 1.123 1,-0.083 1.541-1,-0.053 1.696 1,-0.024 1.817 3,-0.012 1.582 1,-0.002 2.456 0,0.005 2.868 0,0.002 1.109 9,0.014 3.413-6,0.015 3.059-7,0.014 2.593 0,0.012 2.095 5,0.007-0.659 0,0.007-6.356 3,0.017 2.680 4,0.008 2.414-13,0.001 2.374 1,-1.461-0.558 6,-9.147 9.486 1,1.371 12.909-4,2.479 4.699-3,2.361 2.004 1,1.133 5.417-2,2.063-8.307 2,0.297 1.200-1,0.229 1.755 0,0.195 1.721 0,0.160 1.581 0,0.126 1.381 0,0.095 1.155 0,0.882 7.839-1,0.659 6.103-1,0.469 4.455 1,0.313 3.075 5,0.188 1.963-2,0.299 7.018-8,-0.274-1.555 0,-0.383-2.641 1,-0.415-3.062 0,-0.438-6.568 8,-0.323-5.143 2,-0.272-5.102-1,-0.220-4.662 0,-0.167-3.897 4,-0.128-3.944 4,-0.087-3.229-2,-0.126 5.209 1,-0.053-5.925-4,-0.029 0.251 0,0.086-28.623 1,0.114 3.229-8,0.000-3.755-1,-0.407-5.105 0,-0.625-7.091-2,-0.712-7.255 0,-0.707-6.769-1,-0.627-5.328 0,-0.526-3.999-1,-0.420-2.848 0,-0.320-1.901 0,0.038 5.798 4,-0.339 2.601-1,-0.338 3.330 1,-0.313 3.576 0,-0.276 3.490 1,-0.232 3.194 4,-0.119-0.088 1,0.305 1.795-1,0.424 2.078-1,0.469 2.105 22,0.517 3.124-10,0.507 3.546-17,0.465 3.555 1,0.403 3.299 0,0.334 2.892 3,0.110 1.325 6,-2.049-6.958 9,0.508 6.040-8,-0.028 1.149-9,-1.362 2.231 6,-1.448 22.762-2,1.161 5.912-5,2.886-7.125 2,0.235 1.412-2,0.312 1.191 1,0.344 0.969 0,0.201 3.299 0,0.405 1.007-1,0.351 0.749 0,0.289 0.528 1,0.228 0.348 1,0.299-0.155 0,0.301 3.688 0,0.311 4.382 0,0.299 4.573-2,0.271 4.416-1,0.292 4.632 0,0.185 1.382-1,0.136 0.250 1,0.092-0.508 0,0.060-0.970 0,0.069 2.115 3,-0.226-2.523 0,-0.280-2.695 0,-0.293-2.583 0,-0.336-6.870 5,-0.203-3.724 0,-0.175-3.746-1,-0.145-3.511 0,-0.111-2.435-1,-0.095-2.937 8,-0.068-2.385-1,-0.101 7.311-1,-0.069-3.957-3,0.239-2.505-4,2.592 1.193 1,9.540-13.674 2,-8.190-13.269-3,-3.263-5.757-3,-0.594 4.647 0,-0.092-2.869-1,-0.222-8.322 0,-0.285-6.936-2,-0.305-5.119 1,-0.292-3.574 4,-0.261-2.324-5,-0.435 1.830-2,-0.611 1.472 1,-0.646 2.203 0,-0.623 2.509 1,-0.561 2.519 2,-0.074 3.516 5,-0.370 1.699 1,-0.322 2.139-1,-0.271 2.299 0,-0.219 2.263 16,-0.662 1.284-14,-0.201 2.221-6,0.065 2.500-1,0.238 2.524 1,0.338 2.378 9,-5.170-4.472 2,0.446 6.563-11,-4.202 3.353 4,-1.587 4.387 0,-4.685 8.119 0,7.210-0.876-2,-4.421 3.567-1,-1.031 1.597-3,-0.323 1.010 1,0.154 0.560 0,0.465 0.046 0,0.632-0.286 2,0.690-0.477-1,0.678-0.565 1,3.469-2.406 2,1.117-0.522 0,1.171-0.484-1,1.146-0.431 1,-1.138 1.911 0,1.603-0.667 3,1.360-0.635-1,1.093-0.559-1,-3.175 4.682-1,1.784-2.240 1,0.666-1.543 0,-1.683-0.618 0,18.758-17.109-4,0.210-4.158 8,3.583-5.159-9,-5.911 8.488-6,0.303 0.209 6,0.211 0.354 0,2.118-4.117 12,0.996-2.574-22,0.698-1.923 26,0.457-1.357-11,-0.575-0.450-6,-1.148 0.138 1,-1.393 0.481 0,-1.415 0.646 0,-1.779 0.731 4,-0.959 0.336 0,-0.801 1.082 0,-0.641 1.479 1,-0.576 1.275 1,-0.666 1.854 0,0.454-5.891-6,-2.074 5.413 7,-10.795 1.787 1,-5.889 11.661-3,0.091 4.172-4,-2.253 3.604 0,8.684-3.887 1,-1.146 1.341-1,0.259 0.403 1,0.429 0.213 0,0.504 0.078 0,0.512-0.014 0,0.477-0.071 0,0.418-0.101 1,0.349-0.112-1,-5.789 5.174 0,-2.895 2.718 0,-1.066 1.173 1,0.149 0.122 0,0.886-0.535 1,1.266-0.896-2,1.763-1.904-2,0.256-0.037 0,0.510-0.083 0,0.646-0.109 8,0.695-0.118 5,0.683-0.117-12,-0.154 0.765-1,0.498-0.253 0,0.387-0.285 1,0.287-0.284 0,1.423-1.940 3,0.516-0.793 1,0.532-0.856-1,-6.648 8.310 2,3.556-3.834 1,3.262-2.401 6,10.324-23.646-7,0.676 1.719-4,3.280-3.293-1,1.560-0.952 0,0.152-0.015 2,-0.019-1.038-3,-0.458-1.089 1,-1.069 0.250 2,-2.025 1.593 0,-1.782 0.931 0,-1.475 0.424 1,-1.157 0.949-1,-0.696-0.183 1,-0.355-3.601 1,-0.336-2.976-3,-1.428-0.055-1,-1.803 0.481 0,-2.104-1.252 1,-0.456 1.961 1,-1.072 0.762 2,-0.588 1.719 0,1.617 3.318-2,1.345 1.944 1,-0.947-0.900 0,-1.237 1.903 2,-0.256-0.205-1,19.343 13.796 0,-4.866 7.233-4,-1.863 0.963 0,1.823 10.501-3,-2.173-7.448 7,-0.041 0.143-8,-0.142 0.151 7,-0.374-0.400-3,-0.508-0.749 0,0.413 2.446-1,-0.207-0.713 2,-0.058-0.609 3,0.039-0.492-1,-0.633-2.383-1,-0.419-1.228 0,1.458 7.762 1,-1.800-4.326 1,-0.168-2.576 0,3.653 1.463 2,1.341-5.498-2,3.447-4.071 1,3.160-4.690-3,-2.843-4.339 0,1.146-5.472 0,-3.562 3.449-1,4.150-2.477 2,-2.034 0.916-2,-0.640-0.690 0,-2.459-1.528 4,-6.170-1.274-3,-2.288-1.147 0,-1.602 0.099-2,-1.796-2.210 1,-0.788 5.006-1,-1.396 1.000 2,-1.353 1.033 0,-1.912-0.622 1,0.887 0.012-1,0.605 0.234 0,-3.410-1.508 1,-1.385 3.175-1,-2.089 0.576 2,3.601 2.072-4,-2.849-0.424 1,2.160 1.338 0,-1.531-2.564 2,1.363-1.880 2,-0.324-0.841-5,0.363-2.186 1,2.075 0.436 1,-2.021-0.431 0,1.402 1.670 1,-0.327-4.257 1,2.649 3.576-2,-1.854 0.345-2,1.337 2.087 3,0.065-0.190-1,1.077-1.294 0,4.806-2.637 3,3.073-0.910-4,0.229 1.057 0,-0.224-0.201 2,-0.117-2.243-2,0.530 1.385 1,5.608 1.514 0,4.975 4.631 1,1.214 0.477-1,2.558 3.564-1,-1.097 1.768-1,-1.844 0.373 2,1.456 1.109 2,0.229 3.202-2,-0.768-0.808-1,-0.524-1.432 0,2.909 1.298 3,6.712 2.167-5,-10.225-2.512 1,0.095 0.052 0,0.326 0.020 1,-1.100-0.414 0,7.178 1.283 0,-4.311-1.548 3,-0.522 0.192 1,2.629 0.525-2,-5.021-1.517-1,3.326-0.190 1,-3.005 0.236 0,-8.597 9.126 3,-12.761-3.177-3,-2.842-7.748-3,-0.639 0.014 0,-0.442 0.034 1,2.249 0.011 1,-1.839 0.002 1,-0.925 0.002-4,0.820 0.001 2,-1.793 0.000 1,2.091-0.001 1,0.436-0.001 1,-1.193-0.089-3,-0.783-1.031 0,1.689-1.146 1,1.095-0.611-1,1.045-0.143 0,-2.967-0.447 6,-1.423 0.205-6,2.566 1.006-1,-2.370 0.568 3,3.160 1.262 1,-2.878 0.545-1,3.076 0.064-1,0.638-0.066-1,-1.169-0.056 1,0.152-0.043 1,0.152-0.023 0,-0.562 2.402-1,1.468 1.059-1,-1.242-0.784 1,0.643-1.287-1,0.687 3.735 3,1.053-0.505-2,-1.203-0.280 1,1.620 3.073-2,1.151 0.670-1,1.298 1.648 3,5.689 1.224 1,-2.991 1.110-2,0.260-1.729-1,2.280 0.670 1,-2.804 1.636 0,2.649 0.490 0,1.180-0.714-2,0.530-0.830 1,-1.116 0.548 0,-1.528 0.569 1,0.283-1.663 0,-0.856 4.830 2,0.462-2.589-3,-0.172 0.561 0,-0.224 0.915 0,0.074 2.507-1,1.037 1.057 1,1.112-2.164 1,0.635-0.844 1,0.423-0.925-1,-1.639 3.965-1,-0.684 1.204 3,0.036-3.011-1,-0.479-1.904-3,-0.023-1.339 2,0.588-0.375 2,0.818-1.059-2,0.616-0.596 0,-0.006-0.116 1,-0.707 0.539-1,-0.435 0.274 0,0.177-0.305 0,0.176 1.879 0,0.723-1.323 0,0.439 3.787 1,0.598-1.306-1,0.130-1.609-1,0.012 2.051 2,-0.015-0.425-1,-0.021-1.831-2,-0.019-1.815 1,-0.013 0.713 2,-0.010 0.426-1,-0.005 2.565 1,-0.001-2.231 0,0.000-0.615-1,0.001-0.198 0,0.002 3.563 0,0.000-1.249 2,0.000 1.210-4,0.000-0.359 0,0.000-0.972 0,0.000 0.781 2,0.000 0.839 4,0.000 0.145-4,0.000-1.682-3,0.000 0.953 4,0.000-1.127 0,0.000 1.056 0,0.000-2.849-1,0.000-0.521 0,0.000 3.261 0,0.000-1.861 1,0.000-0.180-1,0.000 1.400 1,2.402-1.604-1,2.257-2.347 1,-0.358 0.169-1,8.476-10.364 1,-1.492-6.003-2,0.518-1.334 1,-0.762-6.013-2,-1.876-1.184 0,1.368-4.440 0,-4.463 7.083 0,0.613-1.770 0,0.592-1.685 0,1.695-3.556 0,1.598-3.017 0,1.661-2.967-1,1.580-2.716 0,1.081-2.243 0,-0.322 0.208 0,-0.828 1.034 0,-1.079 1.469 1,-1.149 1.623-1,-1.103 1.591 1,-0.984 1.444 1,-0.833 1.237-1,-0.672 1.009 0,-0.518 0.786 1,4.695-9.371-1,3.455-7.035-1,1.906-3.707 12,0.756-1.260 1,-0.058 0.446-8,-0.594 1.550-8,1.670-2.891-1,-1.953 5.313 0,-2.073 5.607 2,-1.961 5.285 1,-2.757 5.937 7,-2.191 4.358 8,-2.037 3.744-3,1.312-2.765 17,-1.071 3.687-17,-14.566 21.344-6,1.660-1.217-2,0.849 1.669-2,0.242 0.019-44,-4.021 7.125 88,3.128-6.548-43,-1.271 3.376-1,-0.149 1.885-40,0.166 1.531 45,0.343 1.181 0,0.417 0.886 26,0.427 0.630-31,0.394 0.418 1,0.339 0.254-1,1.178-3.926 2,0.076 0.254 0,0.010 0.361-1,-0.037 0.412 1,-0.145 1.082 0,0.274-0.708 0,0.341-0.997 0,0.362-1.119 0,0.352-1.123 0,0.150-1.170 1,-0.040-0.862-1,-0.142-0.713 1,-0.198-0.568 0,-0.240 0.423 0,0.363-1.098 1,0.489-1.108-1,-1.154 6.963 2,0.932-4.535-1,0.085-2.604 0,0.063 0.078-1,0.082 2.368 5,1.462-1.271-7,1.281-0.831 4,-0.227-0.223-4,-7.854-1.717 2,4.862 3.206-2,-1.806-2.456 1,-0.104 1.340-2,0.296-1.110 0,-1.992 2.972 2,-0.435 2.472 0,1.846-4.937 0,-2.438 2.245 0,0.655-1.065 1,-0.726-0.563-1,-1.444 1.052-1,3.200-2.248 0,0.340 0.634 1,-1.012 1.491 0,0.137-1.532 2,-1.238-0.691 1,17.095-19.341-3,-2.639-0.031 0,1.137 1.033 0,1.713-1.363-1,3.112-3.705-2,-4.275 4.012 2,1.410-1.571-1,1.236-1.263 2,0.859-0.945-1,0.345-0.440-2,0.059-0.163 0,-0.132 0.029 0,-0.248 0.153 1,-0.711 0.863 1,0.222-0.100 1,0.345-0.177 0,0.406-0.219-1,2.557-2.677 1,0.321-0.395 1,0.150-0.296-1,0.029-0.210 0,-0.674 1.191-1,0.103 0.686 1,0.133 0.819-1,0.143 0.843 0,0.139 0.797 1,0.126 0.429 0,0.108 0.162 0,0.090-0.021 0,0.070-0.136 0,0.053-0.201 0,-0.996 0.586 0,-0.884 0.478 0,-1.033 0.599 0,-1.060 0.636 0,-1.002 0.615 0,-0.896 0.560 1,-0.764 0.485 0,0.912-0.229 0,-0.720 0.971-1,6.011-4.576 10,-3.701 2.930-5,-1.888 0.767-7,-0.383-0.180 6,-0.670 0.389-3,0.830-1.015-2,-18.310 17.674 5,4.448 3.347-4,-0.999 1.713-3,-2.999 0.203 1,-5.134 4.832 0,5.345-7.510 1,-0.547 0.724 1,-0.270 0.438 0,-1.387 1.946-3,0.321-0.321 1,0.500-0.572-1,0.563-0.673 1,1.454-1.919 2,0.601-0.768 1,0.554-0.718 0,-4.820 6.797 1,1.693-2.059 1,0.713-0.610-2,1.143-0.959-1,1.200-1.015 0,0.918-0.769 2,0.460-0.235-1,0.249-0.177 0,0.105-0.307-1,-2.301 2.619 1,0.263-3.687 0,11.759-20.335 3,2.017-1.551-4,-0.529 1.556-2,3.780-5.515-1,-3.480 6.416 2,0.844-1.144-1,0.706-0.944 0,0.528-0.327 0,0.770-1.172 0,0.300-0.742-1,-0.034-0.408 2,-0.255-0.159 6,-0.180-0.391-6,-0.605 0.323-1,-0.646 0.442-1,-0.631 0.490 1,-1.032 1.487 1,-0.661 0.833 2,-0.626 0.858 1,-0.565 0.824-1,2.928-7.273 2,-1.337 4.466 0,-0.844 3.180 1,1.932-2.861-1,-7.461 27.563 3,-3.803-1.811-9,-0.351 4.290 1,-0.658 5.073-1,2.448-9.706 1,0.066-0.137 1,0.086-0.330 0,0.580 0.636 0,0.281 1.933 1,0.306 1.587 0,0.301 1.254 3,0.271 0.879-4,0.249 0.250-1,0.209-0.059-1,0.169-0.257 0,0.132-0.370 1,0.099 0.420 1,0.074-0.295 1,0.047-0.257-1,0.026-0.213 1,0.017 0.280 1,0.001-0.834 0,-0.007-0.916 0,-0.011-0.893-1,-0.020-3.046 1,-0.010-0.903 0,0.018 8.650 1,-0.026-1.584 1,-0.022-3.498 0,-0.012-3.043-1,-0.009-0.375 1,9.474-4.339 2,3.151-8.997-7,-2.218-2.581 1,-1.078-4.319 1,-2.547-1.101-1,1.108-5.073 1,-2.263 1.048 0,1.671-5.814-3,-0.557 0.302 0,-1.888 1.771 3,-1.670-1.439 0,-1.503-0.722 0,-1.189 8.836 0,-0.179-0.781-1,-0.138-0.726 0,-0.106-1.994 0,-0.082-0.746 0,-0.052-0.596 0,-0.026-0.457-1,-0.282 1.255 2,-0.457-0.490 0,-0.543-0.530-1,-0.567-0.525 1,-0.467-0.345-1,-0.214 0.861 1,-0.080 1.195-1,0.013 1.340 1,0.075 1.350-1,0.111 1.271 2,-0.052-0.082 0,-1.325-7.382 0,1.611 3.540 2,1.057 2.172 0,-1.255 0.818-1,-7.284 18.071 6,5.569 8.707-8,2.658-1.359-2,0.776 5.665-1,0.506 1.900 3,1.500 1.338-1,0.325-9.413-1,0.654 1.252 1,0.600 0.502 0,0.762 1.250-1,0.744 1.194 1,0.684 1.077 0,1.595 3.917-1,0.541 0.376 0,0.335-0.061 1,0.181-0.319-1,-1.169-4.285 2,-0.016-1.145-1,-0.021-1.209 1,-0.021-1.175-1,-0.021-1.077 1,-0.021-0.942 1,0.766 0.578 0,-0.287-1.130 0,-0.349-1.008-1,-0.356-0.848 1,5.221 7.989 2,-0.543-1.457-1,-0.054-0.948 0,-0.171-1.142-1,-0.854-2.918 1,-0.805-2.899-1,1.513-1.299 1,1.767-3.871 3,-2.566-8.759-4,-8.574-11.878-2,-2.604 5.873 0,-1.126-2.846 0,-1.069-2.161-2,-0.424 0.914 1,-0.957-1.021-1,-0.934-0.847 0,-0.855-0.676 0,-0.745-0.518 2,-0.505-0.172-1,-0.892-1.258 1,-0.883-1.388-1,-0.821-1.388 1,-0.730-1.302-1,-1.079-2.768 0,0.518 0.132 0,0.865 0.637 0,1.023 0.913 0,0.966 1.185 2,1.442 2.838 2,1.372 3.016-1,1.220 2.887 0,1.026 2.576 1,-0.986-4.638 6,2.419 5.554-2,1.495 0.199 1,2.298 0.496 0,2.491 23.720-4,4.945 3.859-6,-1.769-3.661 0,1.434 2.701 0,0.975 1.703 0,-0.698-1.961 3,0.858 0.598-1,0.886 0.471-2,0.852 0.357 0,0.479 0.245 1,0.199 0.153 1,-0.002 0.083-1,-0.139 0.030 1,2.046 3.448 0,0.130 0.631 1,0.135 0.612 0,0.128 0.551-1,-2.080-3.297 0,-0.045-0.204 0,-0.029-0.269 1,-0.016-0.298-1,-0.289-0.433 1,-0.457-0.499 0,-0.544-0.514 1,-0.568-0.493 0,0.252 0.721 0,-0.964-1.458 0,-0.956-1.574 0,-0.880-1.533 0,-1.282-2.486 0,-0.320-0.698 1,4.619 7.236 3,0.485 0.021 2,-1.184-3.386-9,-2.280-4.128 3,2.706 1.930 1,-0.663-1.686 1,0.529 0.170-3,-4.892-21.971 3,-10.047 2.493-4,-1.779-2.055-1,-0.416 1.693 0,-3.820-4.713 0,-3.662-4.671 3,-3.271-4.272-5,-2.767-3.683-2,-3.692-4.474 0,-2.495-2.629-1,-2.029-1.924 0,-1.572-1.328 17,-1.156-0.850-30,0.196 0.774 16,1.965 2.865 0,2.507 3.438 0,2.611 3.478 1,2.440 3.192 5,2.120 2.735 1,3.834 3.751 0,1.900 1.656 0,2.003 1.875-1,1.931 1.887 6,1.750 1.764 14,1.510 1.562-18,-3.361-6.499-7,4.544 5.234 1,3.525-0.140 14,11.590 23.349-5,-1.360 2.004-9,0.224 2.302-1,-1.745-5.196 1,2.270 2.330 0,1.778 1.495-38,1.333 0.850 37,0.949 0.375 1,3.862 4.677-1,1.331 1.690 40,0.472 0.719-77,-0.091 0.068 82,-1.479-2.040-43,-0.588-1.113-4,-0.618-1.244 2,-0.589-1.227-1,-0.522-1.118 5,0.920 0.690-1,-0.022-0.107 1,-0.520-0.494 0,-0.785-0.695-11,-2.805-2.861 12,-1.437-1.262 17,-1.499-1.305-21,-1.445-1.251 1,3.448 6.149 1,-0.847-3.164-4,-0.304-3.519 26,2.032 0.043-24,-6.429-20.677 5,-11.511-7.876-4,-0.497 4.169-2,-2.438-3.042 0,-1.828-1.927 0,-1.301-1.080 3,-0.864-0.469-4,-0.525-0.054 0,-0.271 0.204 0,-0.094 0.346 0,-6.479-10.065-1,-3.964-5.527-2,-2.127-2.340 17,-0.821-0.191-6,0.047 1.138-11,4.704 6.930 1,1.966 2.811 0,2.216 2.962 1,2.233 2.865 1,0.891 0.942 1,3.080 4.052 13,2.782 3.689-2,2.358 3.150-1,-1.933-3.979 6,4.674 3.710-2,8.244 22.724-3,-1.023 5.907-11,0.069-4.548 1,1.245 2.506 0,1.084 1.580-1,0.898 0.875 3,0.709 0.364-1,0.267-0.214-2,0.098-0.232 0,-0.063-0.350 0,-0.157-0.397 0,-0.206-0.396 2,-0.220-0.364 1,-0.212-0.316-1,0.130 2.856 0,-0.150 0.812 0,-0.121-0.024 1,-0.092-0.534 10,-0.067-0.799-7,-1.105-3.675-5,-0.414-1.423 0,-0.458-1.469 0,2.541 7.454-1,-1.331-3.603 8,-0.821-3.237 0,1.205-2.343 3,-0.698-20.149-5,-4.253-6.520-3,-0.632 5.802-2,-0.383-1.535 0,-0.400-1.292 0,-0.380-1.036 0,-0.057 1.684 0,-0.172 0.118 1,-0.135 0.298 0,-0.100 0.400 0,-0.070 0.443 0,-0.080-0.343 1,0.188 0.821 0,-0.943-9.037 0,0.916 3.716 3,0.769 5.019 2,1.249 25.548 1,-0.229 1.224-7,-0.051-3.152 0,1.063 0.167 0,2.064 0.192-10,1.463-0.582 11,-0.438-1.132 9,0.061 3.778-9,-2.323-1.242 0,-1.449-1.653 0,-1.493 0.100-3,-11.033-9.441 12,1.920-8.737-10,-3.228-4.950-2,-4.160-6.469 0,5.772 5.198 1,-0.960-1.412 0,-0.538-0.889 2,-0.418-0.862-2,0.327-0.027-2,0.522 0.219 1,0.598 0.351 0,0.592 0.401 3,-0.759-0.615 0,0.100 0.219 0,0.899 1.074 0,1.327 1.524 3,1.490 1.684 0,1.824 2.134 0,-2.534-4.333-4,3.372 2.411 6,18.408 17.094 6,-3.484 2.964-13,1.840 2.201-1,2.725 5.174 0,-5.464-5.699 1,0.793 1.539 1,0.961 1.769-1,-0.218 0.056 0,-0.514-0.438 0,-0.660-0.714 0,-0.699-0.832 1,-0.670-0.840 1,0.522 0.360 0,-0.357-0.818 1,-0.580-1.021-1,4.696 6.639 12,-2.521-3.012-15,-2.302-2.655 1,0.291-2.031 9,-2.371-24.339-3,-4.884-4.973-6,-0.857 9.283 0,-0.928-0.691 0,-0.957-0.421 0,-0.916-0.214-1,-1.376-2.139 1,-0.111 0.491 1,0.237 0.708-1,0.431 0.779 1,0.512 0.756 1,0.908 1.637 1,-2.143-7.510 0,1.443 4.821 4,-0.449 0.850-1,7.869 29.598 1,3.536-3.577-20,2.607 0.333 26,1.110-0.587-14,0.438-0.153 1,-0.074-0.133 1,1.878 0.569 1,-1.485-1.885 2,-2.717-2.455 2,1.811 0.610-6,-0.208-3.032 4,1.149-3.067 0,-0.252-5.522-1,-7.171-14.044 0,-3.545 3.512-2,-1.492-1.146-1,-1.448-0.571 1,-1.160 0.667 0,-0.659 1.326 1,-0.568 1.393 0,6.282 22.957 5,3.900-0.073-5,0.147 8.243-2,-2.270-7.882 2,-0.276-0.482-4,-0.312-0.552 3,-0.395-0.911-1,0.849 7.339-1,-1.370-5.282 6,-0.824-1.420 1</inkml:trace>
</inkml:ink>
</file>

<file path=ppt/ink/ink2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0:3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9080.100 3869.600 767,'1.339'11.002'-2,"8.281"0.958"0,-2.656-2.847 1,1.284 1.220-1,0.616 0.958 1,-2.172-1.638 0,0.017 2.292 3,-1.258-1.282-1,4.691-2.059-1,1.730-1.178 2,-1.425-3.364-2,-1.508-11.284 1,-3.718-8.645-2,-2.469 2.230-2,-1.025 0.845 2,-0.504-2.367 0,-0.972-1.600 4,-0.318 5.729-2,-0.998-0.986-2,-2.678-4.492-1,-1.011-1.379 2,-0.162-0.471-3,0.168-0.398 1,-0.642-1.199 2,-1.446 0.123 0,0.492 3.069 4,0.785 1.786-7,1.420 2.660 2,0.279 1.389 7,0.577-0.494-7,10.437 21.716 7,-3.168 5.820-9,1.556 4.056 1,-2.249-9.211-2,0.407 0.386 5,0.337 0.017-4,0.271-0.234 3,-0.053-0.713 0,0.156 0.018-3,0.126 0.096 3,0.099 0.145 0,1.432 2.516 0,0.176-0.701 0,0.116-0.948 0,-0.144-1.007 0,4.272 6.151 2,-2.824-4.976-1,1.247 1.310 2,0.013 0.070 2,1.837-1.313-8,1.001-1.921 6,-1.910-4.947-4,-2.048-14.308 3,-10.508-4.267-2,-3.173 0.029-1,-1.232 4.549 0,-1.407-0.833 0,-0.945-2.481 0,-2.739-6.736-1,4.979 7.410 2,-2.391-4.009-1,-0.325-0.539-2,-0.018 0.035 0,0.176 0.391 0,0.284 0.583 1,-0.572-0.382 1,-0.188 0.425 1,-0.270 0.343-1,-0.294 0.263 1,1.088 1.795 1,0.773 1.199-1,0.928 1.287 1,0.952 1.240-1,-4.506-5.918 3,1.357 1.395 0,2.995 2.958 2,2.021 0.667-1,4.182-1.512-2,6.785 1.895-1,6.201 14.394-1,-1.030 2.673-1,-2.608 1.448 0,-0.734 0.476 2,1.428-2.614-1,-0.710 1.269 0,-0.879 1.804 0,0.816-0.632 1,0.160 2.833-2,1.837-3.187 0,2.226-1.833 0,-1.166-1.809 0,-1.458 1.027 2,0.458 3.168 2,1.010 0.433-6,-0.669-0.758 1,-1.727-1.082 2,1.162 0.179 0,2.407 2.554 4,-4.144-2.149-6,0.373-0.244 1,3.291 1.114 1,-1.828-3.091 0,1.469 0.222 1,-3.844 2.556-1,-1.282 2.936 0,3.332-0.596 2,0.237-1.265-4,0.487-4.407 3,-0.657 2.290 1,-0.816 2.809-2,-1.672-2.545-2,0.726 2.387 1,-0.754-1.842 5,2.370 0.626-5,-2.655 1.282 1,-0.573-0.975 0,-5.380 1.605 0,-5.488-0.115 1,-1.691-1.796-2,-0.962 1.292-1,-5.673-3.110 4,-0.489-1.990-3,-1.329 0.939-1,0.464 0.836 0,1.386 0.121 2,1.852-1.030-1,0.788-0.708 2,-1.273 1.696 0,3.231 2.234 2,-1.925-2.665-2,-0.745-1.970 0,0.249-1.073-2,2.557 4.077 1,8.128 3.081 0,-0.252 0.500 0,0.009 0.052-1,-0.875 0.771 0,-4.890-3.003 2,2.508 1.674 0,-1.632-1.180 0,1.269 1.452-2,2.808-0.171 0,0.595 1.136 0,-10.502-8.991 4,-1.303-0.353-3,1.922 2.209-1,-1.294-4.688 2,-1.576-0.874-2,1.729-0.405 1,2.603-6.250 0,4.835-3.831 1,-1.986-1.609-2,-0.442 2.072 1,3.805-2.694-1,1.953 1.729 2,0.626-0.010-1,0.026-1.234 0,-4.169 1.907 1,-1.357 0.305-2,-4.902 4.130 1,-2.814 5.493 1,1.427-4.316-2,-0.534-0.028 0,1.688 0.976 1,-0.872 0.949-1,-2.152 1.566 2,-0.639 0.853-2,1.955-0.565 0,-0.637-1.057 2,0.479-0.599-3,1.281 0.004 0,-3.412-0.977 2,-0.363-0.301 0,0.188-0.181 1,-0.551 0.666 0,0.979 1.224-3,1.674 0.663 0,-3.070-1.070 2,2.075-1.291 2,-1.450-3.156 1,5.066 2.359-3,-0.562 0.490-2,-0.507 1.215 1,-1.389 0.804 5,0.724-1.419-4,1.453-4.657 1,-0.793 3.361 0,1.360-0.237-3,1.809-3.287 3,-3.010 1.762 0,-0.652 1.962-2,-0.014-2.062 2,1.720-0.282-3,-0.600-1.084 2,-1.132 1.409 2,1.944-0.167-4,-0.126 1.535 3,-2.241 3.979 0,0.805 1.159-1,-1.691-2.594-1,-1.059-0.550-1,0.760 1.476 2,-2.008 1.302 2,2.377 0.645-4,-1.825 0.236 3,2.810-0.030 0,-0.725-0.041-1,-1.541-0.035-1,2.734-0.019 0,-1.507-0.003 3,0.360-0.001-3,-3.144-0.000-1,2.530 0.001 2,-2.153 0.001 0,0.864 0.000 0,1.645 0.000 0,-1.023-1.032 1,-0.091-1.874-1,2.837 0.184 0,-0.897 0.653 2,-0.856 0.566-1,1.942-1.322-2,-5.042-0.288-1,3.407 1.633 4,-0.117 0.132-4,-0.529-0.673 0,-0.483-1.194 4,2.276-0.715-3,-1.757-1.361 1,1.539 1.944 1,-0.799 1.897 0,0.355-0.065-1,1.120-3.287 1,5.747-6.257 0,5.421-0.375-1,5.228 0.249 0,3.690 4.388 0,-0.459-3.556 0,1.947 1.548-1,0.104 3.662-1,2.328 1.704 1,0.469 0.844 0,-1.502-0.212 0,2.723-2.498 1,-1.096-0.290 0,1.990 2.062 5,0.146 2.010-7,-1.752 1.212 0,0.013 1.655 4,1.000 2.077-2,-1.977-0.444 0,1.513-0.323-1,0.470 3.876 3,-1.505 1.088-4,-2.008-0.900 2,1.035-0.908 1,-1.742-2.060-2,3.556 1.025 1,1.088 0.981-1,0.473 0.864 0,0.916 0.587 0,0.941 0.325 0,0.019 0.429 0,0.564 1.188 0,-0.388 0.518 1,-0.954-0.664 0,-0.383-0.727-1,-0.056-0.498 1,-0.044 0.215-1,-0.295 0.428 1,0.580 1.147 0,0.348 0.786 0,-1.963-1.586 6,-1.359-2.054-8,0.763-1.664 1,-0.221-1.085 7,-0.270-0.552-9,1.313 0.560 1,0.694 1.090 6,-0.723 0.646-6,-1.441 0.146-1,-2.321-1.184 4,-0.010-1.113 1,1.115-0.917-1,1.514-0.947-1,-2.857-1.555 3,-1.014-3.488 0,-18.527-6.449-3,-4.513 5.066-2,-6.003-2.498 1,6.596 2.617 0,-1.291-0.459-2,-0.963-0.328 1,-0.684-0.220 0,-0.996-0.169-1,-0.409 0.139 0,-0.268 0.222 1,-0.158 0.254-1,-0.076 0.254 3,-0.021 0.233-1,0.017 0.201 1,-0.664-0.759-1,-1.135-0.962 0,-0.773-0.866 0,-0.484-0.740 14,-0.265-0.605-13,0.028-0.195-3,0.214 0.082-1,0.316 0.254 1,0.359 0.345 0,0.360 0.377 3,-0.771-0.498 0,0.979-0.068 0,1.045-0.169 1,0.995-0.216-1,0.880-0.226 1,1.811 0.437 0,1.104 0.125-1,1.045 0.181 1,0.925 0.202 0,0.778 0.199-1,0.625 0.183 1,0.479 0.157-1,-0.214 0.189 1,-0.464-0.103-1,-0.149 0.076 1,0.066 0.188 4,-6.979-5.438 0,3.198 0.981-8,3.172 0.198 4,4.126 1.102 1,2.428-3.502-1,6.722 2.626 0,6.954 5.868 0,3.654 3.721 1,0.157 1.365 0,0.006 0.374-4,-1.092 1.156 1,10.798 5.015 0,-8.913-1.670 0,1.317 0.856-1,2.274 1.448-1,1.570 1.271 0,1.403 1.203-1,1.188 1.065 1,0.956 0.894 1,-1.149 0.115 0,1.009 1.386 0,1.038 1.468 0,0.987 1.424-1,-2.068-1.019 3,0.570 0.437-1,0.533 0.253 0,0.480 0.112 0,5.690 3.529 0,-1.155-0.715 1,-1.710-0.983-1,-1.914-1.070 1,-1.178-1.296 1,0.175-0.439 0,-0.386-0.779 1,-0.727-0.948 4,-0.900-0.995 2,0.065-0.332-12,-2.625-1.575 1,-2.770-1.515 0,-2.635-1.354 0,-2.337-1.144 3,-1.962-0.920 3,5.964 3.348 1,-2.442 0.021 0,-1.175 0.108 10,-1.185-0.528-11,0.180-0.247-6,-1.072 0.258 4,-2.498 1.722 1,-20.974-6.975-2,-2.210-5.875 1,3.278-0.200 0,-3.081-1.339-3,-2.896-1.242-1,-4.763-2.039 1,7.067 1.860 1,-2.289-1.252 0,-1.816-1.096 1,-1.383-0.918-2,-1.005-0.740-2,-6.605-4.586-1,-1.220-1.309 0,0.673 0.134 0,1.776 1.007 7,2.302 1.457 2,2.428 1.608-4,2.298 1.564-3,2.023 1.404 0,-2.233-1.250-1,-1.735-0.886 0,-0.471-0.206 12,0.374 0.245 4,0.887 0.516-8,0.468 0.282-8,2.662 1.278 1,2.791 1.313 1,2.633 1.223-1,2.312 1.063 3,-5.289-2.563 5,2.510 1.229-1,-2.630-1.501 5,1.028-0.566-4,2.993 0.993-7,1.279 0.654 0,-2.151-0.672 5,0.110 0.672 0,2.194-0.933-2,-2.018-1.344-3,-0.238 0.202 1,1.418 2.142 0,0.451 2.133 4,1.014-0.680-1,-1.640 2.815-2,-2.424 1.057-2,1.815 1.166 1,-1.054 0.359 2,2.477 5.411 1,1.551 2.453-2,-0.813-2.736-1,-0.276 0.533 1,-1.192 0.798 0,0.462 0.366-1,0.334 0.144 0,0.229-0.127 1,1.021 2.018 1,0.098-2.469 1,-0.701 1.586-2,-0.658-0.173-1,-1.585-5.176 1,-1.088-1.292 0,2.392 2.631 0,-0.456-1.695 0,-2.490-1.194 0,-0.281-1.107-1,1.407-0.253 1,-0.413 0.004 1,2.452-3.064 0,8.445-8.013 0,2.742-1.111-3,-0.169-6.332 3,-0.177 7.375-2,-0.012-1.299-1,0.113 0.323 0,0.186 0.259 0,0.217 0.582 1,1.196-9.113-2,0.730 3.329 3,0.983 1.309 0,1.069-0.415 0,0.842-0.799 0,0.097 0.619 0,-0.399 1.527 0,0.050-0.007 1,-0.738 2.242 1,-0.560 1.662-1,0.652-1.005 0,0.029 1.698 1,0.210-1.061-1,-10.018 24.128-2,3.252 1.733 4,-1.171-0.691-5,-0.897 0.168 3,-0.602-0.941-2,-0.724 0.559 1,-0.284 1.771-1,2.075-3.879 1,0.188-0.516 1,-0.857 0.817-2,-1.227 2.921 0,1.229-0.315-5,0.861-2.281 12,-1.250 2.359-7,0.871-2.663 2,0.804 2.772 1,-1.016-0.546 0,1.431-1.857-4,1.223-0.867 2,-3.104 0.946 3,0.631-1.391-3,0.992 0.023 0,-7.538-4.112 1,-0.844-2.322-1,4.963-14.040 0,6.691-3.058 0,-0.349 0.681-1,-0.031 0.110-1,-0.008-8.601-1,0.000 9.337 1,-0.002-9.642 3,0.000 3.482-2,0.002 3.369-1,0.000 2.414 0,0.002-7.458-1,0.000-0.418 4,0.000-3.121 2,0.000-1.315-2,0.000-0.077-5,0.000 0.706 0,0.000-3.063 0,0.000 5.005 1,0.000 0.663 0,0.000 0.676 14,0.000 0.635-8,0.000-1.011-6,0.000 1.074 0,0.000 1.072 0,0.000 0.974 2,0.185 2.801 3,0.288 1.337 0,0.334 1.302-1,1.545-7.809 3,-0.022 4.334-1,-0.159 2.185 0,2.317-1.106 0,2.601 3.859 0,2.519 18.290 0,-9.768 3.167-4,-0.032 4.490-1,0.118-3.994 1,0.027 3.413 0,0.022 2.828-1,0.015 1.607 1,0.010-7.547 0,0.002 0.446 1,0.001 0.358-1,0.000 0.275 0,0.001 0.201 1,-0.001-0.933-1,0.000 0.952 0,0.000 1.132 0,0.000 1.181 0,-0.001 1.141 0,0.000 2.358 0,0.000 0.408-1,-0.001 0.061 1,0.000-0.167 0,0.000-2.114 1,0.000-1.140 0,0.000-1.278 0,0.000-1.287 0,0.000-1.211 0,0.000-1.083 1,0.223 0.655 1,1.274 8.395-1,1.130-4.691 3,0.297-4.871-1,3.090 1.302 1,4.081-4.357 2,4.450-14.233-7,-3.407-4.517-1,3.173-4.045-1,-5.782 6.500 2,0.840-0.475-1,0.197-0.170 1,-0.228 0.038 0,-0.484 0.169 0,-0.612 0.240 0,-0.648 0.268 1,5.781-7.756 1,-1.647 0.681 0,-1.006 1.516 0,-0.526 1.917 0,0.673 1.428 0,1.390 0.850-1,1.325 1.444 0,0.000 1.646 0,1.591-0.688 0,1.553-1.024 2,1.147 0.118-4,0.694 0.736-1,-0.374 0.836 2,0.057 0.536 1,-0.871 1.373 0,-2.130 1.843 1,-0.611 1.421 0,-1.108 1.084 0,-0.568 0.570 0,1.739 0.203-1,3.392 0.038 6,2.313 0.198-9,0.433 1.391-1,-1.504 1.802 3,-0.963 2.204 1,-2.675 1.320-2,-2.306 0.961 3,-2.771 1.642 1,-2.645 1.306-1,-2.850-0.897 0,-1.531 3.261 0,-3.059 2.458 3,-1.613-1.212-6,-1.573 0.728 0,-1.154-3.386 2,-2.688 0.423 0,-5.947 3.582-1,-2.267-1.709 0,0.681-2.938 1,-0.212-1.115-1,1.345-1.973 2,0.380-1.396-1,0.067-1.102 0,-0.450-0.653 1,-0.989-0.334-1,-0.283-1.119 0,0.784-1.457 0,0.734-1.147 0,-0.505-0.683 0,-0.245-0.370 0,1.014-0.153 0,1.267-0.035 0,-4.216-0.035 0,-0.388 0.093 2,2.904 0.071-1,-2.958 3.302-1,5.635 1.652 2,-0.003 2.850-3,4.056 3.935 1,6.003-0.402 2,-4.608 1.141-1,1.392-0.097-2,3.254-0.245 1,0.155-1.038 0,7.910-2.254 2,4.548-8.021-4,-1.242-1.048 2,0.847 0.062-1,-0.024 0.161 1,0.788 0.030-1,0.033 0.014 0,0.258 0.000 2,-0.038-0.004-1,-1.332-0.002-1,3.862 0.990 1,-3.154 1.061-1,1.609 1.300 1,-0.644 0.496-1,-2.080-0.545 0,-0.824-0.346 1,2.282 1.843 2,-1.551 0.662 0,3.735 1.309-2,-4.133-1.807-1,1.944 1.934 0,-4.555 0.598 3,1.154 0.295 0,-2.646 2.668-4,-5.651 0.864 2,-6.337-1.572 1,-6.964-2.067-1,-0.597-2.265-1,-1.406-0.488-1,2.534-2.660 1,-3.549-0.750 0,-6.505-0.574-1,10.347-0.718 1,0.015-0.110 1,-9.694-0.609 0,2.879-1.095 0,2.553-0.886 0,0.485-0.545 1,-1.143-0.870 5,-0.493-0.720-8,0.706-0.966-1,1.477-2.077 1,0.949-1.008 7,-0.146-1.716-7,3.753 1.049-1,2.675 0.463 5,3.424-3.837 1,1.990-0.013-2,1.201-0.518 0,1.323 2.015-3,-0.433-0.950 4</inkml:trace>
</inkml:ink>
</file>

<file path=ppt/ink/ink2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0:4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12748.100 3658.600 767</inkml:trace>
</inkml:ink>
</file>

<file path=ppt/ink/ink2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0:4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10856.100 2401.600 767</inkml:trace>
</inkml:ink>
</file>

<file path=ppt/ink/ink2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1:4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11380.100 4027.600 767,'-3.519'13.096'-2,"-6.939"0.755"-1,2.627-3.591 1,-1.362 1.749 0,-2.315 3.001-1,-2.389 3.104-1,-2.290 2.979 0,-2.081 2.709 1,-4.350 5.743-2,0.400-0.407 1,1.329-1.600-1,1.782-2.193 2,1.905-2.366 0,1.457-1.462 4,1.916-2.415 1,2.032-2.791-1,1.930-2.780 7,1.699-2.535 7,-3.535 4.966-18,4.089-4.554 6,1.636-1.603 8,8.229-21.236-8,5.875-3.075-5,0.481-0.233 0,1.584-1.302 0,0.432 1.081-1,1.872-1.602 1,-3.359 3.937 0,1.994-2.934 6,1.871-2.721-5,1.653-2.383-3,0.182-0.208 0,0.283-0.292 0,-0.054 0.213 0,-0.271 0.530 0,-0.394 0.701 1,-1.261 1.624 3,-0.787 0.817 0,-0.823 0.776 0,-0.795 0.700 1,-0.728 0.605 0,-0.564 0.908 0,-0.082 0.527 1,0.102 0.461 0,0.221 0.390-1,0.003 0.467 1,-0.143 0.491-1,-0.233 0.478 0,-0.281 0.441 0,0.735-1.045 0,-0.895 0.777 0,-0.964 0.781 0,-0.930 0.721-1,-0.835 0.626 1,5.973-6.332 0,1.029 1.010 9,1.472-0.958-13,-1.228 0.439 0,-1.277 1.917 4,-0.580 2.995-1,-0.503 2.620 1,-0.633 0.723 0,-0.228-0.468 0,-1.389 0.458-1,0.476-0.886 1,-4.414 17.662 4,-7.933 4.914-6,-1.260 3.916-2,-1.613 2.604-1,1.978-9.126 2,-0.687 1.020 0,-0.642 0.924 1,-3.076 6.365-1,0.995-2.850 1,0.298-0.303-1,0.578-0.632 1,1.302-3.282 8,0.278-0.983-9,0.199-0.997 0,0.135-0.947 1,-0.229 0.271 0,-2.692 6.749 5,2.932-4.603 0,1.834-1.138-1,13.495-9.343 5,-1.552-12.193-10,2.625-6.155 0,-5.063 5.463 0,0.432-1.429 0,0.338-1.224 0,3.844-7.084-2,3.227-5.237 0,2.758-3.956 1,2.255-2.845 4,2.222-3.257-5,-0.821 1.292-2,-1.653 2.393 0,-2.019 2.859 1,-2.068 2.899 1,-2.575 3.826 6,-2.662 4.063 0,-2.488 3.859-1,-2.167 3.403 0,0.756-2.776 20,0.411 4.444-10,-8.813 23.796-5,-6.095 0.578-8,2.619-4.899 0,-2.612 4.780-1,-2.146 4.041 0,-2.142 4.091-1,-1.996 3.851 0,-4.708 9.119-1,-1.658 3.541-1,-1.066 2.445 1,-0.614 1.566-1,1.807-3.809 3,1.112-2.848 0,1.363-3.515 0,1.412-3.652 0,1.330-3.447 3,-0.344 1.003 4,4.372-6.978 0,1.548-2.182-1,1.541-2.193 6,0.443-0.784 5,0.907-2.211-13,0.561-1.859-3,0.300-1.489 3,-4.050 5.390 3,3.676-4.936-2,1.853 0.344 7,15.938-15.293-5,-4.352-4.413-6,3.713-5.304 0,-3.562 4.833 0,0.906-1.209 0,0.716-0.894 0,0.544-0.626 0,0.396-0.408 0,1.567-2.049 0,0.406-0.561 1,0.305-0.468 0,0.216-0.374 0,-0.205 0.229 0,-0.461 0.598 0,-0.590 0.791 0,-0.629 0.855 0,-0.574 0.643 2,-1.256 1.494 0,-1.264 1.478 0,3.795-6.274 3,-3.239 4.894 1,-0.711 2.150-1,-11.037 21.504 2,-0.185 0.411-7,-1.082-0.667-1,-3.320 3.070 0,0.547-2.012 1,0.277-0.494 0,0.650-0.947 0,-0.278 0.387 2,-0.947 0.838-1,-0.419-0.574 0,-1.604 1.486 0,1.635-1.592 0,0.680-1.757 1,-1.363-0.700-1,-0.989 0.773 0,-0.311-0.500 2,1.357-1.563-2,0.172-0.102-2,-0.844 1.111 3,-1.433 0.559 0,-0.596-2.472-1,-1.393-0.480 1,2.567-0.534-1,-1.963-0.790 0,1.306-3.906 1,0.798-2.527 0,10.613-11.675 0,10.227-3.662-3,3.602-3.478 0,-4.606 6.749 0,1.635-2.324-1,1.546-2.195 0,1.354-1.921 0,-1.881 2.490 1,-0.224-0.031 0,-0.455 0.232 0,-0.579 0.392 0,-0.625 0.474 1,-0.615 0.497 0,0.622-1.630 1,-0.592 0.577 0,-0.499 0.552 0,-0.398 0.490-1,-0.303 0.411 1,-0.220 0.328-1,-0.150 0.250 1,-0.094 0.180-1,-0.052 0.122 1,2.907-3.137-1,2.534-2.870 1,1.816-1.932 3,1.224-1.189 3,0.753-0.626-3,-1.711 2.678-7,-0.947 1.484 0,-1.263 1.858 1,-1.396 1.993 0,-1.396 1.959 0,0.187-0.131 3,-1.563 2.040 6,-1.659 2.022-1,2.172-4.152 14,-14.819 24.354-35,1.376-0.184 36,-1.659 4.929-23,1.830-3.689 1,-0.726 2.469-1,-0.665 2.284 1,-0.571 1.975 0,0.051 0.183-1,-0.382 1.466 1,-0.334 1.315-1,-0.277 1.122 0,-0.223 0.915 2,-0.313 1.422-1,0.364-0.618 1,0.491-1.009-1,0.529-1.168 1,0.510-1.171 0,0.455-1.076 1,0.384-0.928 0,0.042-0.647 0,0.071-0.242 0,0.258-0.611-1,0.359-0.802 11,0.396-0.866 1,0.445-1.297-13,0.442-1.478 0,0.408-1.484 0,-1.568 7.290 1,0.953-4.049 3,0.719-0.520 1,0.682 0.820 7,13.359-11.272-8,-1.347-16.145-2,3.198-5.786-3,-5.920 7.835 1,1.720-3.043-1,1.843-3.454 0,1.960-3.701 0,1.878-3.561-1,1.677-3.189 1,3.680-6.557-2,1.612-3.523 0,0.190-1.344 0,-0.713 0.126 6,-1.223 1.036 4,-2.587 3.596-11,-1.257 1.689 1,-1.443 2.473 0,-1.471 2.825 0,-0.957 1.515 22,-2.380 4.302-9,-2.287 4.092-11,-2.048 3.634 1,-1.734 3.058 4,2.079-5.116 17,-1.335 2.748-10,-16.230 24.915-11,2.849 0.952 1,-0.359 3.010 0,3.764-5.089 0,-0.511 2.006-1,-0.471 1.881 1,-1.036 2.814-1,-0.275 0.626-1,-0.146 0.073 1,-0.054-0.277 0,0.699-1.614 1,-0.706 1.815 1,-0.863 2.292 0,-0.919 2.477-1,0.232-0.227-1,0.037 0.290 0,0.267-0.250 0,0.412-0.611 0,-2.087 5.481 0,0.443-0.892 2,0.724-1.545 2,0.837-1.828 2,1.625-4.475 4,0.581-1.946-11,0.491-1.864 0,0.401-1.690 1,0.314-1.466 2,0.238-1.223 2,0.229-0.763-1,-3.494 7.540 2,1.671-1.966 1,0.993-0.289-1,1.130-1.514 0,0.904-1.716-2,13.693-20.633 7,-3.371-3.771-10,0.952-3.333 0,2.363-10.846-3,-2.651 1.356-11,0.914-5.659 18,0.539-4.107 4,0.262-2.807-11,0.070-1.770-2,-0.313 0.814 1,-0.152 0.686 0,-0.183 1.170 0,-0.188 1.380 1,-0.175 1.402 6,-0.609 3.248 0,-0.693 3.572 1,-0.747 3.733-1,-0.724 3.544 0,-0.652 3.149 1,-0.556 2.655 3,-0.453 2.137-1,-0.547 1.027 0,1.341-7.746 6,-2.088 3.592 7,-1.431 3.658-19,-0.973-1.803 3,-5.226 28.260 4,0.037-2.777-7,-1.296 0.827 0,0.958-0.315 0,1.498-0.111 0,1.376 1.197 2,1.465-1.082 1,1.469-0.732 1,8.896-20.003 3,-3.221-7.094-43,0.041 2.287 72,1.068-4.188-36,-0.056-4.520 0,-1.458 0.865 0,-2.940 9.768 1,-0.090-0.324 1,0.500-2.678-1,-0.105 0.542 0,-0.102 0.842 1,-0.090 0.960 0,0.715-0.587 0,0.347 0.041 1,0.089 0.429 0,-0.079 0.635 2,2.382-7.863-3,-0.440 0.829-2,-0.286-0.345 6,-1.835 3.693-7,-1.673 3.068 4,-0.914-2.756 2,-1.146-0.134-2,-0.208 2.442 2,0.082 0.916-5,0.093-0.203 2,0.111-0.708 2,0.026-0.485-3,-0.002 0.532 0,-0.004 1.126 0,0.906-5.282 2,0.768 2.797-1,0.830 0.000-1,0.676 1.209-1,0.493 1.198 1,0.794-2.010 2,-1.667 0.009 6,-3.041 24.471-6,0.217 0.841-4,-0.162 1.670 2,-0.288-1.750 0,-0.334 3.093-1,-0.339 2.627 1,-0.132 4.086-3,0.009 4.720 0,0.099 4.777-1,0.149 4.463 1,0.205 1.423 0,0.155 2.661-1,0.146 2.119 1,0.130 1.621-1,0.109 0.022 2,0.093-1.815 0,0.072-2.594 1,0.056-2.927 0,0.039-2.946 0,-0.138 1.404 5,-0.242-0.792-1,-0.291-1.248 1,-0.303-1.447 13,-0.467 0.513-10,-0.316-3.133-10,-0.256-3.161 0,-0.196-2.896 0,0.016-3.563 8,0.027-2.704-1,0.074-2.371 0,0.096-1.967-1,-1.708 7.805 2,0.853-4.716-1,1.008-2.982 0,0.598 3.015 1,1.051-2.795-1,0.675 0.144-2,12.607-24.490 4,-6.566-6.235-8,1.520-5.446-1,2.979-11.766-1,1.996-9.719-3,1.749-9.203 0,1.453-8.135-1,-0.336 0.257 1,-0.079 0.116 0,-0.402 1.920 0,-0.582 2.933 0,-0.651 3.366 1,-0.649 3.395 5,-0.601 3.163 1,-0.487-0.642-1,-1.115 2.640 0,-1.437 4.546 0,-1.534 5.431 16,-1.485 5.598 21,-1.345 5.292-32,-1.511 5.545-6,-0.965 3.342 1,-0.834 2.967 0,0.246-5.428 35,-1.828 6.081-35,-6.647 23.553 12,0.166 0.146-12,0.516-0.389 0,1.026-1.041 0,-1.309 4.255 0,-1.357 4.476-1,-1.266 4.211 0,0.475-0.601 0,-0.543 2.413 0,-0.436 2.146 0,-0.335 1.827-1,-0.453 1.731 2,0.321-1.130-1,0.485-1.899 1,0.555-2.251 0,0.560-2.311 0,0.520-2.179 3,0.457-1.934-1,-0.067 2.167 0,-0.059 1.030 0,0.096-0.198 5,0.190-0.985 7,0.238-1.430-7,0.254-1.622-9,0.063-0.771 2,0.260-1.098-1,0.235-0.828 1,0.202-0.594 1,-0.324 0.325 4,0.194-1.418-1,0.173-1.452 1,0.145-1.343-1,-2.158 4.408 0,2.105-3.247 1,0.896 1.590 7,9.765-23.457-9,1.242-2.791-3,0.378-2.784 0,-0.498-2.134-13,-0.233-1.669 25,-0.670 2.168-12,-1.006 2.110 3,-0.483-1.362 1,-0.414-2.206-3,-0.910-1.374 0,-1.003-1.365 0,-1.332 10.168 1,0.031-10.527 0,-0.486 3.910 0,-0.214 3.129 0,-0.080 2.243 2,-0.006 0.547 1,-0.017-4.398 0,0.077 0.185-6,0.055 1.457 3,0.020 1.409 0,0.006-0.112 1,0.000-0.522 0,-0.114 2.652 0,-2.368-3.931-1,-2.157 0.009-1,-0.803 0.319 1,2.679 2.465 0,0.757-1.205 0,0.768 0.075-2,0.618 0.885 1,0.416-2.555 2,0.365 0.895 2,0.016 3.040-1,-0.068-2.971-3,-0.092 0.813 0,-0.034 1.572 3,0.010 24.611 0,0.003 4.170-5,0.000-0.803 3,0.000 3.443-3,0.000-7.956 1,0.000 1.190 0,0.000 1.059 0,0.000 5.310 1,0.000 2.605-2,0.000 1.465 1,0.000 0.626 3,0.000 0.044 0,0.000 2.212-5,0.000-0.547 0,0.000-0.709 0,0.000-0.745 2,0.000-3.782 3,0.000-0.541 0,0.000-0.406 0,0.000-0.292 0,0.000-0.196-1,-0.154 1.580 0,-0.236-1.271 0,-0.265-1.446 1,-0.261-1.429-1,-0.235-1.296 1,-0.561-2.062 1,-0.347-0.228-1,-0.091-0.212 0,0.083-0.188 6,0.025-0.474-2,-0.013-0.632-7,-2.185 9.354-1,0.073-3.813 3,0.091-3.323 2,0.380-3.142-1,-0.273 0.946 2,1.376 1.472 1,15.527-17.603-2,-4.313-4.881-4,-1.839-1.473 2,-1.244 1.248-1,1.575-2.514 0,0.616-2.480 0,-0.342-1.625 1,-0.818-0.684-3,-0.985 0.271 1,1.392-3.689 2,-2.854 8.904-1,0.298-0.554 4,0.235-0.204-2,0.177 0.039-3,0.128 0.197 0,0.086 0.288 0,0.800-1.564 1,0.151-0.285 1,0.121-0.369 1,-0.867 1.810-1,-0.329 0.511 0,-0.395 0.635 0,-0.411 0.674 0,-0.028-0.278 0,2.902-8.346 2,-1.492 3.506-1,-1.145 2.949 0,-0.570 1.497 0,-0.150-0.141-1,0.005-0.242 0,1.649-1.655 5,0.928 3.253-6,1.856 1.681 2,1.902-1.490 1,-2.519 1.058-4,-4.824-3.764 5,-2.954 0.144-3,-5.499 22.623 1,-2.566-1.798-3,-0.179-0.145 1,-0.375 0.503 1,2.552 1.329 0,2.768 0.346 2,-1.748 1.533-3,-0.361-1.089 1,0.766 0.541 0,4.166 1.055-2,0.867 0.056 2,0.130-0.404 2,-0.164-0.216-2,-4.043-0.397 1,-2.948-1.725-2,1.211 0.587 1,2.979 0.460 0,-2.378-0.131 0,2.188 1.040-1,-0.840-0.173 1,-3.379-1.819 0,1.525 1.980 0,1.323 0.043-1,-0.162-0.678 1,-1.322-1.229 0,-0.163-0.764 0,0.726 1.233 3,0.178 2.630-4,4.047-1.549 0,0.432 0.516 0,-4.524 0.659-1,-1.831-1.897 3,0.931 1.135 0,4.219 1.162 0,-0.266-0.366-2,-2.160-0.594 0,-0.137-0.799 1,-0.647 1.788 0,-0.841 0.964 0,-0.093 0.498 0,0.377 0.018-1,0.276-1.595-1,-0.012-0.724 3,0.382 1.729 3,-2.399 1.711-6,0.863-4.605 2,0.682-0.954 0,0.306 4.243-2,3.291 0.455 4,1.862-1.125-1,0.635-1.185 0,-0.004-1.432 1,9.825-18.558-1,-0.402 0.190-3,-2.911-3.022 2,0.592-1.660-1,-0.547 2.642 0,0.265 0.640 0,2.938-2.479 0,0.462 0.325 3,-0.043 0.324-4,-0.041 0.104 2,-1.677 1.635 2,-0.587 0.537-2,-0.325-0.976 0,-1.426-2.061 1,0.758 0.259-1,0.541 1.679 0,-1.386-1.588 1,-3.916-0.022-2,3.667 0.441 1,1.404-3.574-1,-4.798 1.225 1,-1.162-0.207-1,-0.716-2.119-1,-0.846 2.104 5,-0.209 1.179-2,0.111-2.396-2,0.556 1.270 0,2.011 1.871 0,1.464-0.521 3,-1.894-0.264-1,-1.505 0.131-1,2.295-0.427 0,0.426-0.987-2,-0.304-3.049 2,0.142 4.376-1,1.461-4.117 1,0.637 0.905-1,-1.315 3.421 2,-1.566 0.367 0,-1.243-1.229 0,-10.943 20.499 3,4.275 6.735-7,-1.579-0.167 1,1.200-2.942 0,-0.633 1.148 3,0.918-1.615-1,-0.930 3.332-1,0.220 0.679 1,-0.065-2.861 0,0.017-0.808 2,0.733-0.358-4,1.069 0.295 1,0.854 0.527 1,0.387 0.806 0,-0.441-0.079 2,-0.563-1.136 0,-0.144-1.419-4,-0.668 0.855 0,-1.525 1.906 6,0.223-0.323-6,1.709-2.372 0,-0.733 3.230 3,0.674-1.255 1,-0.257 1.500-1,0.148-3.864-2,-0.908 0.721 1,-0.229 1.118 1,1.124-0.018-3,0.676 3.292 1,-0.030-1.592 2,-1.890 0.240-2,2.552-2.572 1,0.827 2.756-1,0.406-0.149 1,0.114-2.314-1,-1.711 2.373 2,0.293-2.958 1,0.340 0.035 0,-0.533 4.051-4,0.441-3.086 1,-1.109 2.081 2,2.509-2.710 2,1.141 0.766-4,-1.638 2.736 0,-0.965 0.812 1,1.175-0.200 0,1.303-2.269 0,0.811-1.723 0,0.506 1.130 1,-1.171-0.150 3,-6.090-2.599-6,-1.518-1.852 2,0.072 1.022-1,-0.856 0.070 1,-4.013-4.520 0,0.315-1.309-1,2.066 1.670 0,-1.869 1.091 2,0.017-1.881-1,1.398-2.307-1,0.423-0.466 1,-2.011 3.350 2,1.531 1.077-3,-1.588 0.218-1,-0.484-0.737 1,0.995-1.498 0,0.736-1.372 1,-0.207-1.081 1,-1.054-0.707-1,-0.307-0.413 0,0.668-0.161 0,-3.526 2.650 0,5.393-0.312 4,-1.424-0.185-6,0.791-0.733 1,0.088-0.166 2,-1.058 0.647 1,-0.378 0.692-3,0.831-0.140-1,-3.218-0.049 1,1.002-1.285 2,-2.722-0.728-2,1.287-0.312 3,1.972-0.037-2,2.269 0.041 3,-2.244 0.045-5,-1.808 0.028 1,1.213 0.009 1,-1.169 0.001 1,4.293-0.002-2,-2.019-0.000-1,0.443-0.001 5,-0.804-0.000-2,-0.163 0.000 0,0.805 0.000-3,-1.048 0.000 3,0.583 0.000 0,0.587 0.000-2,-0.003 0.000 1,1.069 0.000 0,-1.409 0.000 2,0.631 0.000-3,0.592 0.000 1,-0.409-0.072 1,6.644-9.505-2,12.687-0.863 2,-0.435-0.393-2,4.300-0.622 0,-2.070 4.340 0,0.134 0.160 0,-0.276-0.114 1,0.910-1.211-1,-0.503 0.563 1,1.714-0.692 2,0.971 0.437-4,-0.045-0.712 5,2.487-1.045-5,1.310 0.056-1,-1.793 1.784 0,-1.615 1.530 4,-0.712 1.185 1,-0.395 0.856-2,3.768-0.056 1,-2.133 2.468 0,-0.178 1.394 1,2.185 0.554-3,0.691 0.153 0,-0.279-0.033 2,-1.025-0.071-2,0.188-0.057 3,-1.087-0.035-1,1.324-0.005-2,-3.396 0.002 1,1.176 0.002 0,1.675 0.002 0,1.933 0.000-1,-0.752 0.000 0,-4.030 0.000 0,0.829 5.089 6,-1.563-0.358-5,-3.168 5.359 0,-7.463 1.981 1,-4.940 1.346-1,-1.606-3.058-2,-2.150 1.320 0,-1.735 0.679 0,-0.797-0.158 0,-1.868-0.721 1,-3.081-1.117 0,-1.758-1.500 0,0.264-1.786 1,0.349-1.337-1,-0.259-1.173 1,1.977-1.770 0,2.052-1.385 2,2.683-0.900 0,-1.189-0.569-1,1.208-0.271 1,-1.296 0.069 2,-1.009 0.127-6,1.106 0.095 3,1.100 0.044-2,0.396-3.048 4,17.740-5.858-2,2.679-1.340-3,-0.317 1.410 0,2.588-0.731 1,-0.330 0.566-1,1.569-1.132 4,1.688-0.482-5,1.711 0.857 0,-0.954 1.567 7,-1.578 1.317-6,-0.375 1.181 0,0.589 0.033 6,-0.083-0.211-2,0.236-0.315-5,-0.234 0.125 1,-0.182 0.200 2,0.854 0.055-1,1.684-0.138 1,-0.369-0.115 5,0.638-0.458-8,2.833-1.037 1,0.569-1.004 5,-0.854-1.507-6,-1.215-1.366 1,-0.768-2.112 1,-8.248 4.905 0,0.184-0.729 1,0.052-0.384 4,-0.036-0.136-3,-0.088 0.031-3,-0.115 0.134 0,-0.122 0.188 0,0.351-2.325 0,0.242-1.338-1,0.016-0.459 4,-0.130 0.137 11,-0.215 0.509-15,0.083-0.313 1,-1.179 1.220-1,-1.282 1.250 2,-1.230 1.158-1,2.468-6.881 4,-3.036 3.400 1,-1.025 0.454-1,-0.358 1.144 1,1.749-1.555 0,-12.564 22.445 3,-0.606 3.071-8,-2.214 4.869 0,0.034 2.539-1,5.268-8.911 1,-0.164 1.121 0,0.013 0.456 0,0.126-0.010 3,0.191-0.313 1,0.222-0.489-2,0.220-0.092-2,0.435-0.462 0,0.445-0.408 0,-2.038 9.724 1,1.250-0.861 1,1.724-6.844 1,0.106-1.306-1,-0.370 0.496 0,-0.410 0.372 10,-0.403 0.265-12,-0.366 0.177 0,-0.178-0.131 0,0.169-0.982 0,-2.831 8.062-1,1.366-4.348 4,1.709-0.565 3,1.392-0.836 1,1.072-2.052-3,0.643 0.546-4,8.397-24.301 7,-0.659-3.631-6,-2.778 5.479-1,0.337-1.297 0,0.199-1.064 0,-0.778 1.553 0,-0.256 0.339 1,3.069-8.749-3,0.180-1.529 5,-1.700 4.666 3,1.613-4.605-7,1.624-4.587 0,-0.363 0.463 0,-0.063-0.760 0,-0.379-0.013 0,-0.555 0.465 0,-0.625 0.737 1,-0.612 1.123 1,-1.020 3.045 1,-0.994 3.296 0,-0.897 3.187-1,-0.767 2.862 1,0.835-4.101 5,-0.751 2.973-1,-0.761-2.330 1,-6.413 3.387 11,-7.262 12.435-16,0.337 8.250 0,-2.672 5.976-3,6.681-6.564 1,0.100 0.251 1,0.202 0.018-1,0.249-0.130 1,-0.501 0.470 0,-0.506 0.232 0,-0.627 0.284 0,-0.646 0.291 1,-0.604 0.271-1,0.416-0.741 1,-0.220 0.009 0,-0.146-0.023-1,-0.089-0.042 1,-0.047-0.051-1,-0.015-0.053 1,-2.060 2.109-1,-1.154 1.276 1,-0.489 0.649 0,-0.029 0.200 3,0.269-0.103 0,0.439-0.288-6,0.516-0.386 0,-0.693-0.215 1,-0.937 0.091-1,-0.706-0.064 0,-0.508-0.162 12,-0.344-0.214-4,-0.470 0.079-9,1.344-1.205 2,1.680-1.344-1,1.761-1.327 1,1.674-1.213 0,-5.350 4.820 6,2.846-3.584-1,0.300-1.547 11,2.458-1.535-13,4.542-18.103 1,2.096-11.019-5,1.624 8.897 1,0.185-1.353 0,0.181-0.963 0,-0.258-2.737-1,-0.422-0.607 1,-0.535-0.320-1,-0.563-0.116 1,-0.281-0.303 1,0.148 1.179 1,0.322 1.381 0,0.399 1.381-1,0.475 3.594 3,0.109 0.924-1,0.050 0.779 0,-1.269-9.699 1,-0.876-0.893-1,0.901 9.015 0,-0.184-0.374-1,-0.022 0.023 2,0.085 0.280 0,0.147 0.427-3,0.180 0.494-1,-2.090-5.075-1,-0.313 1.904 1,-0.480 0.130 4,-0.220 0.629 7,-0.038 0.903-12,0.968 2.082 1,0.225-0.001 1,0.262-0.021-1,0.273-0.034 0,0.135 0.344 12,0.031 0.588-12,-3.722-8.496-1,-0.601 1.478 2,2.094 5.269 3,-0.977-0.939 4,-3.795 6.314-3,-1.252 8.559-4,1.400 10.114 1,4.077 2.898-1,0.355 4.472-1,0.639 0.378 1,-0.522-0.439-1,-1.376 1.937 0,3.392-8.658 2,0.135 0.963 0,0.188 0.906-1,0.671-0.869 0,0.435 0.278 0,0.455 0.175 0,0.436 0.097 0,0.390 0.040 1,0.303 0.869 0,0.302-0.179 0,0.229-0.244 0,0.165-0.264 0,0.113-0.254 0,0.070-0.227-1,0.051 3.106 1,0.000-2.353 0,-0.001-0.253 0,-0.009-0.505 6,-0.014-0.622-3,-0.014-0.484-5,-0.017-0.864 0,0.016 9.096-1,-0.042-2.433 5,-0.022 0.233-1,-0.011-1.996 5,-0.003-2.592-5,0.290-2.335-3,7.728-19.951 10,-6.545-3.225-9,0.459-4.011-2,0.065 2.500 1,1.969-3.228 0,0.344-1.635 2,-0.876-0.173 1,-1.564-4.643-4,-1.570 10.235 1,-0.397-0.185 4,-0.350 0.109-1,-0.296 0.292-2,-0.239 0.392-1,-0.253-1.656 0,-0.185-0.808 0,-0.146-0.433 0,-0.110-0.161 8,-0.078 0.024-4,0.083 1.803-4,-0.059 0.865 0,-0.056 0.993 0,-1.936-8.451-1,-3.063 2.018 7,-0.862 5.913 4,-0.017 2.431-6,-1.699 0.319 1,-2.591 13.302-3,6.149 11.964-1,-0.111 1.544 0,0.925 3.865-2,2.142-3.479 1,1.023-0.370 0,0.818 1.547 2,0.736-8.109 1,0.114 1.155-1,0.088 0.791-1,0.065 0.496 0,0.045 0.265 0,0.030 0.091-1,0.017-0.035 1,0.008-0.120 1,0.000-0.173-1,-0.004-0.200 1,-0.001 0.593 0,-0.012-1.055 0,-0.013-1.214 0,0.026 7.969 1,0.521-3.080 1,1.386 0.265 1,0.213-0.889 1,-0.149 1.708-6,-0.702 0.302 1,-0.646-2.937 1,-0.385-3.496 1,-0.266 1.975 2,-0.333-28.466 2,0.077 2.943-6,-2.322-2.841-1,-0.220 3.331 1,-0.888-3.735 0,-1.120-0.869 0,-2.433-1.601-1,-2.043-1.124 1,0.150 1.680 0,-0.084 0.390 0,-0.005 0.117 3,3.597 6.847-2,-0.274-0.061 0,-0.269 0.002 0,-0.242 0.040-1,-4.479-6.242 1,-0.276 0.373-1,-0.673-0.015 1,-1.894 0.114 0,-1.523 0.601 0,0.442 0.794-1,1.271 0.626 0,1.313 0.606 1,0.047 0.586 0,-0.729 0.394 0,-0.611 0.153 1,0.759 0.750-1,-0.191 0.766 2,-0.189 1.819 1,1.035 1.823-3,0.593 0.632 0,0.637 0.232 0,-1.387-2.579 0,-1.866-1.680 5,-2.136-1.145-8,0.807 0.833 0,1.492 1.214 2,1.165 1.025 1,0.564 0.593 0,0.265 0.325-1,-0.688-0.316 0,-2.700-2.126 1,-0.560-1.452 5,2.188 0.234-7,2.752 0.598 0,2.671 0.725 2,2.303-0.399 2,16.388 5.305 5,3.396 9.247-7,-2.175 1.461-2,0.864 1.749 0,1.593-0.305 1,3.733 1.558 1,0.649 0.502 0,3.917 4.047-4,-6.513-2.180 1,1.805 1.813 4,1.234 1.199 0,0.781 0.721-5,0.437 0.369 0,2.227 0.733 0,1.122 0.354-1,0.193-0.030 1,-0.390-0.261 16,-0.711-0.379-11,-0.845-0.418-5,-0.854-0.406 0,-2.585-0.558 0,-0.263 0.746 0,-0.828 0.036 1,-1.153-0.442 13,-1.300-0.733 3,0.219 0.080-16,-0.854-0.710 0,-1.186-0.881 0,-1.326-0.934 3,-0.860-0.742 9,-1.386-1.486-7,-1.228-1.461-4,5.040 4.224 3,-3.818-3.274 3,0.434 1.718-1,-0.604-1.564 1,-0.500 1.466-5,-19.261-6.147 5,-0.418-9.377-5,-2.725-2.158-1,-4.855-3.953 0,7.131 4.103 1,-0.941-0.640 0,-0.646-0.442-2,-1.555-1.095 1,0.151-0.073-1,0.417 0.083 0,0.548 0.173 1,0.583 0.214 1,0.556 0.222 0,0.494 0.208 0,0.414 0.183 0,0.331 0.151 0,0.251 0.120 1,-13.723-10.537-2,-8.149-6.281 1,-3.958-3.078 1,-1.028-0.835-1,5.863 4.417 1,0.925 0.666-6,1.170 0.856 0,1.267 0.932 1,-2.512-2.073 0,4.104 2.941 8,4.317 3.094-1,4.077 2.921 0,3.579 2.565 1,3.920 2.309 3,1.193 0.338 0,0.958 0.373 2,0.741 0.373 2,-4.943-6.551-8,2.827 1.896-4,1.463-0.219 3,2.752 0.423 2,14.889 4.999 4,6.126 8.932-8,-2.465-0.247 0,1.997-0.087-1,0.275-0.097 1,-0.201-0.069-1,0.381 0.474 2,2.051 3.043 0,1.549 3.099-2,1.847 1.662 1,-9.141-3.667 0,-0.025 0.048 0,0.589 0.335 0,0.548 0.336 0,0.489 0.319 0,2.312 1.354 0,1.433 0.936 1,0.745 0.596-1,0.229 0.329 1,4.321 2.515 1,-0.318 0.121-1,-0.597-0.072-4,-0.721-0.186 0,-0.077-0.693 4,0.489-0.010 0,-0.314-0.197 0,-0.818-0.306 2,-1.094-0.356 3,-3.029-1.565-5,-0.816-0.493-3,-0.708-0.499 1,-0.597-0.476-1,0.649 0.097 3,-1.058-0.742 2,-1.075-0.725 1,-1.016-0.666-1,7.678 3.558 2,-3.776-0.499-1,-2.630-0.440-1,-0.445-0.623 1,-0.350-2.063 2,-27.625-2.454-4,-1.607-6.703-4,-4.623-1.974 0,8.682 2.286 1,-2.601-1.217-1,-1.512-1.044 1,-1.234-1.035-1,-0.973-0.965 0,-0.738-0.862 1,-0.536-0.740 0,-0.367-0.614 1,-0.231-0.491-1,0.441-0.081 1,0.870 0.200 0,1.107 0.379 1,1.201 0.478-1,1.194 0.351 0,1.117 0.245 3,0.999 0.159 0,0.860 0.091 0,-1.461-1.258-1,1.991 1.348 1,1.989 1.542-1,1.810 1.522 0,-5.575-2.320 1,3.828 3.732 0,-0.750-2.011 0,0.375-2.649 4,2.398-0.949-3,1.603-2.412-5,7.563 1.656 5,16.895 11.065 0,1.811 0.396-6,2.840-0.089 0,5.366 0.049-1,-8.128 0.125 1,1.273 0.214 7,0.300 0.211-5,-0.314 0.191-2,-0.658 0.162 0,-1.411 0.249 0,0.334 0.435 0,0.563 0.468 0,0.667 0.452 1,0.680 0.408 1,0.637 0.348 0,0.560 0.284 0,0.468 0.222-1,0.375 0.165 1,8.023 0.939-1,4.235 0.162 0,2.309-0.182 9,0.933-0.377 4,0.012-0.464-17,-4.889-0.871 1,-3.130-0.605 1,-3.544-0.592 0,-3.548-0.539 0,-3.288-0.467 1,-2.881-0.385 6,-2.407-0.305 1,-1.928-0.231-1,-0.391-0.072-1,8.784 0.356 10,-3.980 0.520 4,-3.479 0.570-18,-1.097 0.159 1,1.200 0.119 6,-19.666 8.997-1,-8.706-7.513-7,-8.057 0.520 0,8.876-1.814 1,-2.351 0.204-1,-0.994 0.074 1,-0.550 0.057-1,-0.227 0.041 1,0.543-0.156 0,0.996-0.271 2,1.211-0.324-1,1.260-0.334 1,1.199-0.316 0,0.713-0.308 1,0.567-0.218 0,0.885-0.180 0,-11.422-0.028 8,11.056-0.324-9,-8.882-0.138 0,4.785-1.651 0,1.066-0.799 1,1.218 0.056 2,0.523-0.260-5,-1.186-0.998 1,-1.017-2.067 1,0.872-1.288-1,2.415 1.084 1,-1.557 0.521 0,2.307 3.472 1,-2.413 1.808 5,1.480 0.840-7,12.208-12.033 4,10.464 0.655-5,2.962 2.479 0,1.446 3.102 0,0.999 0.471 2,0.086 0.571-2,0.198 0.653 0,0.218 0.497 1,0.791 0.434 1,4.471 0.788-1,-8.724 1.191 0,1.227 0.169 0,1.047 0.140 0,0.957 0.108-1,0.009 0.087 1,-0.281 0.061 0,-0.430 0.040 0,-0.482 0.023 1,-0.471 0.011 0,-1.978-0.003 0,0.107-0.001 0,0.267-0.003 0,0.353-0.005 0,0.386-0.005 1,0.760-0.135-1,-0.796-0.208 1,-1.061-0.237-1,-1.145-0.236 0,8.060-1.414 2,-3.893-0.227-1,-4.121 0.577 1,0.353-0.569 3,-5.047-6.857 1,-14.643 0.545-6,-4.395 7.970 0,-1.239 0.972 0,2.450-0.071 0,-7.763-0.003-3,-2.246-0.089 2,9.264-0.031 1,-0.307-0.005-2,-1.311-0.004 0,-0.588-0.002-1,-0.075-0.002 1,0.264-0.001 2,0.470-0.001 5,0.963 0.000-6,0.326-0.000-1,0.255 0.000 0,0.193 0.000 0,0.139 0.000 2,-2.976 0.000 1,-0.193 0.000-1,0.132 0.000 1,0.316 0.000 7,1.929 0.000-10,0.725 0.000 0,-9.529 0.000-1,2.413 0.000 3,-0.010-0.328 1,0.603-0.647 4,1.182-0.625-4,1.140-0.469-3,-1.355-1.112-1,0.637-1.524 7,1.230-1.094-2,1.883 0.273-4,3.349 0.828 3,-0.393-1.284-1,-1.892-2.285 4,3.575 1.368-5,0.697-1.601-1,4.825-3.743 6,9.168 0.668-4,0.414 0.750-1,9.029 3.472 1,-0.265 1.096 0,0.896-0.260-3,0.183 0.742 0,-1.698 2.019 1,-1.585 1.758 4,2.470 1.097 0,-2.842 1.054-1,1.311 0.157 2,0.212-0.118-4,-0.931-0.134 1,-0.176-0.035 0,-1.223-0.019-2,0.723-0.008 0,0.324-0.002 3,-0.658 0.001-1,-0.592 0.001 0,-0.121 0.001-1,4.208 0.001 1,-2.605 0.002 2,0.787 0.000-1,-0.311 0.000-2,-2.204-0.000 2,-23.572 0.000 4,0.400 0.000-7,-0.944 0.000 1,0.153 0.000 0,-2.893 0.000-1,0.834-0.320 0,0.654-0.641 1,1.025-0.633 0,-0.355-1.206 1,-3.124-2.418 1,-1.143-1.110 2,1.037 0.139-6,2.284 0.875 1,1.071 0.933 2,-1.553 0.337 1,-0.966-0.167 4,-1.400 0.760-8,3.426 1.115 2,2.822 0.147 1,-1.701-1.246 2,-1.954 0.762 0,-0.722 1.223-2,1.022 1.038 0,3.339 0.448 1,-1.024 0.140 2,24.352-0.123-2,3.055-0.056-3,-2.203 0.000 0,2.984 0.000 1,-1.081 0.000 0,2.424 0.000-1,3.047 0.000 1,-1.839 0.000 0,2.540 0.000 1,-1.813 0.000 2,0.447 0.000-2,2.382 0.000-2,-9.459 0.251 2,1.275 0.385-1,0.953 0.435 0,-2.319 0.029 6,0.972 0.245-7,1.094 0.232 0,1.120 0.210-1,5.553 0.535 1,0.763-0.146 1,0.235-0.272-1,-4.501-0.594 0,0.225-0.214 2,0.336-0.207 0,0.396-0.191 0,4.996-0.089-1,-0.535-0.216 0,-0.941-0.166 1,-2.854-0.121-1,-1.668-0.076 2,-1.682-0.051 0,-1.565-0.031 0,1.953-0.025 1,-0.752-0.005 0,-1.437 0.004 0,-1.724 0.009 1,-0.429 0.212-1,-0.500 0.316-3,-0.497 0.350 2,8.234 1.350 2,-1.538-0.237-5,1.829-0.326 0,-1.553-0.496 1,-3.485-0.508 0,-0.389-0.336 6,-0.203-0.027-2,-0.885 0.909-5,-1.093 1.061 1,-1.028 0.094 1,4.201 0.720 2,-4.383-0.392-2,0.562 1.095 0,0.463 2.810-1,-2.301 0.087 5,-1.854 1.235-3,-2.619 2.879-1,-6.674 0.868 0,-10.688 1.623-1,-3.945 0.614-2,-2.113-1.156 1,8.439-7.012 0,-0.253-0.577 1,-3.923 1.528-1,-1.646 0.378 1,-1.315 0.251 1,-0.999 0.152 5,-0.072-0.144-8,0.493-0.310 0,0.791-0.383 0,0.901-0.392 0,2.552-1.011 4,1.186-0.468 0,1.146-0.445 0,-8.004 3.112 0,2.921-1.101 0,-3.257 2.795 0,8.354-3.701 5,-0.747 0.316-2,-0.619 0.188-7,-0.126-0.258 1,-0.583-0.153 0,-0.538-0.210 0,-0.468-0.230 0,-0.386-0.223 2,-1.947 0.722-1,-0.099 0.183 0,0.700-0.050 1,1.129-0.188 3,1.294-0.256 1,2.618-0.781-6,-7.597 3.963-1,3.300-0.360 3,2.229-0.422 3,2.398-1.246 0,-1.460 0.577 0,16.393-17.591 4,5.118 2.066-9,6.688-4.562-1,-5.779 5.087 1,1.161-0.635 0,0.932-0.470-1,0.735-0.181 1,0.557 0.022 0,0.402 0.154 1,0.274 0.230-1,0.243 0.006 1,-1.084 0.615 1,-1.358 0.658 0,-1.436 0.637 0,0.161-0.055 1,-0.228 0.242 2,-0.459 0.414 0,6.664-4.164 3,-0.195-0.266-9,-6.167 4.273 2,-0.014 0.744 1,-0.101 0.949-1,9.765-3.461 2,-9.756 4.074 0,8.216-3.740-1,1.315-1.434-1,-10.104 4.536 1,8.304-3.988-1,-3.071 1.769-1,-1.802 0.531 4,0.830-1.131 1,0.688-0.646-3,-3.917 2.462 0,2.286-0.017 1,-28.330 4.195 6,0.692 1.752-9,2.040 0.184 0,-2.959 0.281 0,-2.174 0.320 0,-1.509 0.318 2,0.510 0.145-2,1.134 0.067-1,1.654-0.000 1,1.852-0.042 0,1.832-0.066 0,-7.049 0.976 1,4.759-0.275 1,2.833-0.199 0,-12.117 3.391 0,4.276 0.215 2,-3.141 1.037 2,-1.282 0.469-1,0.017 0.066-7,0.863-0.201 0,-1.658 0.698 0,1.055-0.033 0,0.995 0.001 1,0.874 0.023 1,0.725 0.033 3,-0.017 0.145 0,0.128-0.022 1,-0.026-0.038-1,-0.117-0.044 0,2.652-1.136 0,1.123-0.648 0,1.268-0.721-1,1.267-0.715 1,1.173-0.658 0,1.026-0.573 0,-0.158-0.102 0,0.567-0.113 0,0.364 0.036 0,0.210 0.124 0,0.097 0.167 0,0.417-0.113 0,-7.931 1.795 0,3.743-1.828 1,0.593-1.190 10,29.388-8.127-13,1.123-0.123-1,-5.508 1.705 1,2.306-1.280-2,1.937-1.073 1,1.558-0.861 4,-0.073 0.219-5,0.058 0.326 1,-0.293 0.583-1,-0.502 0.711 0,-0.605 0.748 1,0.819-0.327 2,0.020-0.011 0,-0.091 0.048 0,-0.155 0.082 10,-0.693 0.333-10,-0.986 0.470-2,-1.102 0.522-1,-1.094 0.518 2,-1.009 0.477 0,0.206 0.333 2,9.272-1.028 2,-2.926 2.260-1,-4.281 2.075-1,2.901 3.056 2,-2.239 0.305 0,-3.582 1.083-2,-2.589 6.796-1,-5.555 3.143 0,-1.865-0.580-1,-0.745 1.855 1,-1.629-2.935-1,-2.082 2.239 0,-1.768 1.808-1,-0.705 0.904-1,-0.303 1.644 1,0.028 1.354 1,2.023-3.175 1,-0.541 3.296-1,-0.273 1.801 2,-0.088 0.737 0,0.594-2.460-2,0.084-0.692-3,0.100-0.885 1,0.102-0.945 0,0.096-0.914 2,0.085-0.826 1,-0.793 4.442 0,1.000-3.228 0,0.001-0.341 0,-0.022-0.647 7,0.948-3.284-1,0.367-0.725-8,0.436-0.698 0,0.460-0.643 1,0.324-0.161-1,-0.766 7.515 5,1.471-5.463 0,0.929-1.170 3,8.955-4.542 1,1.847-14.137-7,2.272-5.099-3,3.763-5.703 0,-6.763 6.029 1,0.744-1.462 0,1.689-2.366 0,-0.069 0.042 0,-0.368 0.586 0,-0.522 0.872 1,-0.573 0.976-1,-0.557 0.958 2,0.739-1.243-1,1.339-2.036 1,0.749-1.400 3,0.308-0.888 4,-0.006-0.491-10,0.528-0.931 0,-0.248 0.342-1,-0.308 0.574 1,-0.324 0.687 0,-0.313 0.713 1,-0.285 0.680 2,4.424-4.894 0,1.693-2.022 0,0.896-1.381 4,0.336-0.871 5,-3.103 3.856-13,-0.991 1.369 0,-1.157 1.685 0,-1.188 1.778 1,-1.128 1.718 0,-1.960 2.406 6,-1.279 1.429-1,-1.243 1.277 0,5.133-6.746 4,-1.590 3.690 5,-0.331 2.271-9,-21.660 18.282-4,3.796 2.907-7,-1.728 2.245 2,-1.066 0.135 25,-0.615-0.650-19,-2.655 2.469-2,5.905-6.697 2,-0.270 0.591 8,-0.137 0.466-8,-0.042 0.352-1,0.022 0.253 0,0.061 0.171 0,-2.404 4.823-1,-0.712 2.343 0,0.119 0.996 4,0.623 0.079 6,0.885-0.495-10,0.974-0.810 0,0.949-0.938 0,-0.178 0.070 0,0.466-1.159 0,0.633-1.387 1,0.677-1.401 15,0.643-1.284-8,0.565-1.100-7,-1.983 7.563-1,2.627-3.686 6,1.579 0.565 3,5.308-4.305-6,8.882-20.321 4,-5.873-0.212-5,1.566-1.689-1,1.417-0.518 1,1.039 0.024-1,3.840-3.745-1,0.404-1.345 9,-6.999 7.933-8,-0.050-0.277 0,1.389-3.599 0,-1.033 0.272 0,0.219-1.166-1,0.111-0.786 11,-0.398 0.477-11,-0.018-0.067 1,-0.038 0.095-1,-0.049 0.198 1,-0.081 0.105 0,-0.366 0.550 2,-0.427 0.604 1,-0.439 0.604-1,-0.421 0.565 0,0.258-0.960 1,-0.065-0.293-1,0.046-0.491 1,0.114-0.582-1,0.001-0.045 0,-0.070 0.302 0,-0.111 0.502 0,-0.130 0.593 0,0.301 0.040 0,0.096 0.665 1,0.136 0.608 0,0.150 0.523-1,4.455-6.714 1,-1.522 2.699 0,-1.198 1.940 1,-0.660 1.259 1,0.219-0.086-3,0.031 0.087 0,-0.551 0.856 0,0.784-0.099 0,1.240-0.445 1,0.777-2.360 1,-0.735-0.229-5,-1.652 1.539 1,-1.447 1.529 3,-0.640 0.512 0,1.722-2.449 0,-0.818 3.694 0,1.792-0.203 0,-0.583-0.131-1,-1.042-0.169 0,2.092-0.520 2,1.026 2.660-1,-1.330-2.664-2,-13.687 22.254 3,-3.677-2.630-3,-2.205 2.053-2,1.325-0.428 1,0.292 0.862 3,-2.049 1.931-3,-2.819 2.166 0,0.519-0.840 0,5.646-6.065 1,-0.966 1.174 0,-3.251 3.621 0,-0.429 0.358 0,-0.003-0.175 0,0.263-0.493 0,1.133-1.369 0,0.632-0.794 1,0.653-0.785-1,0.618-0.723 1,0.551-0.629 1,-5.875 5.924 0,-0.221 0.065 0,6.858-7.001 0,-0.242 0.196 0,-0.230 0.185 0,-0.208 0.167-1,-1.177 1.049 0,0.739-0.870 0,0.966-1.099 0,-5.495 4.646-1,3.496-3.852 2,-5.137 3.385 0,6.076-4.177 0,-0.889 1.208 0,-0.087 0.588 0,0.051 0.149-1,0.622-0.613-2,0.732-0.854 0,0.737-0.928 0,-6.816 5.370 3,-0.328-1.001 2,-0.374-1.238 2,6.383-3.616-7,-0.259 0.632 0,0.073 0.115 1,0.269-0.208 4,0.959-0.703-2,-6.327 5.497-4,2.778-1.794 2,2.051-1.303 2,0.833-0.256-1,-0.346 0.534 3,0.364-0.218 1,1.064-0.173-6,0.461 0.853 0,0.669-0.364 3,-0.629 0.410 0,-0.202-0.878 1,-0.290 2.333-2,3.368-1.395 0,14.045-16.642 4,-2.087-1.999-6,2.499-3.465 0,1.313-2.309 0,-0.842-0.116 0,-1.043 0.076 0,-1.055-0.299 1,-1.423 0.547 0,-1.397 2.953 5,0.685-1.674-3,-0.560-0.967 0,-1.603-2.141 0,-2.107 0.565-2,-1.207 3.787 0,-3.784 0.901 4,-7.903 9.794-1,0.510 7.828-2,2.819 3.149-1,-0.003 0.172 0,-1.303 0.877-1,1.038-0.283 1,0.948 0.445-1,0.258 7.476 2,4.040-8.015 1,0.321 0.358 1,0.263 0.080-3,-2.094 11.200-2,1.760-9.226 1,-0.373 1.485 0,0.010 0.465 1,0.164 0.231 1,0.292-0.110-1,0.357-0.331 0,0.378-0.456 0,0.368-0.509 0,0.315 0.122 1,0.311-0.112-1,0.259 0.004 1,0.208 0.080-1,0.160 0.125 2,0.120 0.207-1,0.088-0.739 1,0.056-0.910-1,0.030-0.952 0,0.122 9.128 2,-0.028-3.410 1,-0.057-2.559-2,0.148-1.604 0,1.143-2.464-1,2.994-0.126 4,6.303-4.894 1,0.403-8.688-4,0.559-6.247-2,-1.480-0.548 0,2.097-2.594-1,1.583-1.836 0,1.915-2.314 0,-7.714 7.352 1,-0.513 0.021 0,-0.568 0.094 0,5.408-8.419 0,-0.809 0.430 0,-1.042 0.712 5,-1.685 1.510 0,-1.627 0.283-7,-1.211-1.805 1,-1.004 1.094 7,-2.190 3.770-6,-4.785-0.360 3,-10.873 13.471 3,3.045 3.684-7,-2.489 6.067 0,1.252 1.634 2,-2.303 1.786-2,-2.064 2.208-1,7.322-6.689 1,0.126 0.842 0,0.205 0.641 8,0.237 0.465-9,0.240 0.318 1,-0.348 2.477 0,-0.502 3.275-2,-0.629 3.635 1,-0.657 3.563 1,1.315-2.293 1,0.181 0.835-1,0.310 0.412 1,0.378 0.101-1,-0.323 2.064 0,0.490-1.375 2,0.464-1.710 0,0.411-1.798 0,0.189-0.802 1,0.774-2.717 1,0.764-2.579 0,0.692-2.273 0,0.590-1.890 0,-1.304 6.314 3,0.693-2.450 5,0.310-1.883-8,0.773-2.823-4,0.419-0.020 2,14.485-19.362 7,-6.308-2.327-8,1.512-2.418-2,1.424-2.870 1,-3.698 5.364 0,0.468-2.065 0,0.423-1.991 0,-0.601 1.070 1,0.286-0.900 0,0.283-0.751-1,0.265-0.605 1,0.280-1.544 0,-0.332-0.531 0,-0.483-0.413 1,-0.551-0.308-1,-0.511-0.542 1,-0.848 0.996-1,-0.825 1.273 1,-0.751 1.358-1,-0.646 1.312 1,-0.534 1.186 1,-0.449 1.854 0,-0.270 0.173-1,-0.203-0.083 1,-0.147-0.250 0,-0.142-2.036 0,-0.078 0.841 0,-0.029 1.122 1,-0.210-8.023 0,-0.160 5.757-1,-1.187-0.065 1,-3.232 1.609 1,-6.095 4.828 0,-3.250 3.087-4,0.950 2.754 0,0.731 5.145 2,0.755 5.753-1,4.053-0.144-1,-0.332 1.733 1,-1.612 1.644-1,-0.928 0.347 0,0.542-0.603 0,0.536-0.247 1,0.417-0.451-1,0.112-0.553 1,1.004-1.020 1,1.032-0.317 1,-1.665 3.069-1,1.989-3.138 0,0.851 0.287 1,0.431 0.208-3,1.500 1.478 2,2.917-0.043 0,1.324-0.417-1,-0.075 0.836 1,-7.039-2.401-2,-0.625-0.098 2,-0.321 0.945-2,2.139 0.709 0,-5.260-5.676 1,-1.055-5.268 0,0.586-2.090 1,0.392-4.176-1,2.334-1.273-1,0.063-2.229 3,-0.414-1.393-3,-2.402-4.410-2,-0.287-2.434-1,0.771-0.013 3,1.108 1.616 0,0.459 1.803 1,0.788 1.832 1,2.610 1.541 3,1.176 0.716-5,-2.207-0.896 4,-0.123-0.235-3,0.235 0.068-2,-1.309-0.377 0,-0.530 0.563 4,-0.982-0.708-3,-0.058-0.506-1,0.635 0.553 2,1.239 1.852 1,-1.660-2.807 1,1.636-0.173-1,0.962 0.260-1,-1.830 1.906 0,-0.930-0.406 1,4.508 1.251-2,-4.180 1.497 2,-3.479 1.714-1,3.296 0.520 0,0.868-1.285 0,2.737 17.293 4,12.271-0.399-6,-0.828 2.996 1,-1.759 1.008 0,2.861 1.493-1,0.893-1.134 2,-0.453-2.157 3,-0.111-2.319-5,2.909 1.327 2,-3.330-1.291 0,0.092 1.631 3,-0.021 0.129-5,-0.566-0.623 0,-0.034-0.017 1,0.390-1.306 1,3.747 1.246 1,-2.670-1.148-1,-2.019 3.207 1,1.858-0.412-1,-1.774-1.707 0,-0.899 0.669 3,-0.180 0.557-5,0.307-0.369 0,0.567-0.409 1,0.416-0.473 1,2.387 3.638-1,-0.909-1.196 2,-0.310 0.511 1,-1.760-3.140-2,2.111 4.443-1,-0.767-0.036 1,-1.819 0.628 1,-0.336-4.187-1,1.344-0.928-1,3.045 3.847 0,-3.213-3.687 2,-0.300 4.327-1,0.899-0.817 1,1.175-1.135-2,-1.504-1.064 2,-4.033 0.938 1,-2.108-1.305-1,0.171-22.169 1,0.100-0.826-3,-1.710-2.202 0,-0.701 2.051-1,-1.114-1.604 0,-0.574 0.322 1,-1.039 0.602 0,-1.282-0.091 1,-1.004-0.157 0,-1.255-1.297-1,-0.074-1.054 0,1.033 0.493 1,0.188 1.395 0,-0.421 1.329 0,-0.493 0.096 0,0.542-1.965-1,1.381-0.146 7,1.229 0.772-9,0.715 0.444 2,-0.126-1.543 1,0.593 0.994 0,0.549 1.761 1,-2.471-3.399 0,-2.164 0.012-2,1.563 4.539 1,-0.078 0.465 0,-0.719-0.568-1,-2.359-2.790 2,-0.480-1.009 1,1.258-0.164-4,1.419-0.074 0,1.282 1.576 2,0.971 2.211 0,-1.777-2.186 0,0.103 3.021 0,-3.209-3.370 7,-2.342-2.972-10,-0.016-0.517 0,1.099 0.795 1,2.966 3.438 2,2.646 3.210 1,-2.122-2.749 1,-1.459 0.886-2,-0.706-0.280 0,1.134 0.976-1,1.897 1.589 1,-3.001-2.749 1,-0.301 1.127 4,1.636 0.274-7,-0.595-0.283 0,-2.049-1.713 4,0.876 1.089-3,1.081 0.402-1,-0.098-1.074 1,-0.129-0.252 1,-0.189 0.227 0,0.821 1.472 0,1.304 1.956 1,0.102 0.504 1,-2.923-2.687 0,-0.721-0.548-4,3.399 2.655 2,0.861-0.477 0,-0.333-1.461 1,0.991 0.673 0,0.453-1.710 0,-0.850 1.210-2,-3.854 2.509 1,0.932-0.630 1,-0.006 0.722 0,0.926-2.069-1,1.682 0.413-2,-1.993 1.394 2,2.289-1.726 2,-0.156 0.802-4,-0.658 0.676 2,-1.152-0.666 0,0.690 1.015 0,-2.041-0.778 1,0.348 1.876 0,-1.769 1.452-1,-1.085 4.346 0,1.718 1.397 0,1.029-7.274 2,-0.683-1.489-4,-0.021 3.914 1,16.937 13.809 4,5.378-5.854-3,-2.090 4.683-2,1.160-1.044 2,-0.341-1.758 1,-3.786 3.600-1,2.531 0.781-1,-1.101-1.091-1,-0.621 1.737 3,0.404 0.208 0,-0.540 0.747-2,-0.670-0.768 0,-0.321 0.094 0,0.134-0.557 2,1.015-0.422-1,2.040 0.319 0,0.714-0.493-1,0.380-0.930 3,0.146-0.698-4,-1.935 0.241 1,-0.122 2.247 2,0.607 1.003 0,-1.341-2.344-1,2.873-0.642-1,-0.311-0.682 2,-2.854 1.310-1,2.383 0.421 0,0.281-2.721 0,-7.255-17.862 2,-3.317-0.813-2,-2.472-1.525-1,-0.653 1.479-1,-3.036-0.389 4,-2.023 0.865-3,0.158 0.219 0,0.435 2.697 1,-3.480-0.726 3,0.936 0.500-5,2.496-0.354 3,0.308-0.096-2,0.737 0.647 2,0.459-1.225 0,-2.685 0.548-3,1.821 0.864 1,-0.723-1.070 1,-0.272-0.218-1,0.990 1.355-1,-0.463-0.166 1,-0.380 0.259 2,-1.799-1.833 0,1.224 0.262 1,1.050 0.113-2,-1.413-1.421-2,0.445 3.460 3,-1.137 0.947 1,-0.554-2.395 0,3.801 0.049-3,-1.033-0.276 1,1.006-1.217-1,0.307 1.355 2,-1.782-1.309-1,1.876 1.068 0,0.637-2.613 2,4.025 0.989-3,1.090 0.205-1,0.670-0.602 4,-1.830-2.161-1,-3.947 2.598-2,-1.549 1.624 0,2.313-1.728 2,4.618-1.868-1,0.414-0.603-2,-0.881 0.851 3,-4.074 0.166-1,0.536 1.488 0,3.801-0.282 1,0.563-0.699-1,-0.137 0.936 0,-0.031-0.440 1,0.000-0.416-2,0.000 0.928-1,0.003-1.875 2,0.000 1.432 2,0.000 0.303-1,2.608-2.510-1,2.995-0.375-2,0.459 4.088 1,1.922 0.215 2,-1.841-2.694-2,0.544 2.004 1,-0.302 1.376 0,-1.482-1.690 0,-0.321-0.953 0,-0.355-0.203-1,-0.499 0.051 3,1.767 0.009-1,-0.497-0.660-1,1.137 2.390-1,2.422 0.857 0,-1.429-1.477 1,-1.869 0.784 0,0.813-0.072 1,0.487-1.816-1,-2.232 1.148-1,0.410-0.858 2,2.416 3.031 0,1.587-0.287-2,-1.987-0.552 0,-3.071-2.390 1,0.597-1.734-1,2.162 1.316 2,-0.968 1.170-1,1.619-3.469 1,-1.459 5.069-2,3.209-2.860-1,-2.463 1.109 1,-3.239-0.214 1,1.555 0.346 0,1.710-0.026 5,0.294 1.349-7,0.542-0.761 1,-0.181-0.170 4,1.133 2.522-5,-0.756-0.918 4,-5.443-1.883-2,1.901-0.311-1,2.033 1.797 1,1.973-1.298 1,-0.331-1.971-2,-1.458 1.730 0,0.636 0.458 0,0.265 1.795 1,2.465-1.265-1,-1.785 1.375 3,-2.050-1.574 0,3.799 2.711-3,0.783-0.650 1,-2.659-2.736 0,0.113 1.233 0,2.740 1.377 1,-1.608-2.240-2,-1.761 1.490 1,-0.772-2.158 1,3.434-0.001-3,-0.353 2.831 2,-1.078-0.160 1,0.609 0.060 1,0.733 3.076-3,-6.003-5.704 2,4.799 1.146-1,-0.260-1.348-2,-1.750-1.128 0,-0.941 1.787 5,2.010-0.082-5,-0.147 2.444 4,-17.201 14.804 0,4.097 4.461-4,-1.961 3.294 0,-1.164 1.328-1,-1.565 1.877 9,-1.696 2.125-17,5.282-8.175 9,-0.142 0.877 1,0.047 0.730 1,0.168 0.585 4,0.239 0.452-6,-1.438 4.228-1,-0.516 1.988-1,-0.620 1.964 1,-0.630 1.774 2,0.169 0.021 0,0.339-0.301 0,0.522-0.737 0,0.588-0.940 0,0.580-0.984 1,-0.566 0.104 0,-0.637 1.092 0,-0.277 0.649 0,-0.025 0.318 10,0.828-1.386-9,0.729-0.855-4,0.852-1.055 0,0.875-1.114 0,0.829-1.078 1,-0.153 0.953 3,0.245-0.347 0,0.351-0.683 0,0.392-0.848 7,0.035 0.172-3,0.414-1.767-8,0.355-1.770 1,0.288-1.614 0,-1.498 6.457 6,1.762-4.450 0,1.112 1.656 1,1.342-3.741-1,0.726 0.600-5,11.357-12.791 4,-0.318-10.380-5,-2.975 2.317 0,0.892-2.659 0,1.345-3.609-1,-4.263 5.190 2,0.616-1.261-1,0.588-1.146 1,0.524-0.982 0,0.775-2.156-1,0.076-1.205 1,-0.368-0.514-1,-0.617-0.041 4,-0.723 0.258 2,-0.820 0.820-6,-0.746 0.937-1,-0.672 1.004 1,-0.572 0.967 0,-0.464 0.868 3,-0.359 0.737-1,0.692-1.468 2,0.034 0.122-1,-0.224 0.628 0,-0.358 0.877 5,2.603-8.406-4,-1.017 4.214-5,-0.696 0.831 5,-1.274 1.216 3,-1.271 2.296-7,-0.929-1.248 1,-12.863 10.033 6,3.497 9.857-4,-1.613 4.201-3,0.109-1.037 0,-1.980 2.956 2,-1.112 2.292-3,0.410-0.346 0,1.289-1.925 0,-0.025 0.260 5,-1.886 3.311-1,5.400-6.508-1,0.119 0.581-1,0.331 0.338 1,0.438 0.158 0,0.471 0.032-1,0.454-0.049 0,0.410-0.097 0,-0.417 1.626 0,-0.958 2.200-1,-0.982 1.842 2,-0.935 1.483 7,-0.019-0.530-8,-0.236-0.066-2,-0.064-0.420 0,0.057-0.635 0,-1.294 1.864 0,0.351-1.206 3,0.426-1.229 1,0.438-1.144 0,0.470-0.780 0,1.097-1.586 0,1.119-1.485 0,1.033-1.292 0,-1.402 3.954 3,1.290-1.208 0,0.682-0.824-3,0.269-0.896 1,0.069-0.287-1,0.002 0.460 0,-0.080-0.231-1,-0.146-1.328-1,-0.588 1.406 2,0.706 2.753 0,2.294-2.857 0,-1.188 0.680-1,-0.898-1.367 4,10.685-21.408-4,4.264-4.498-3,-3.670 2.985 1,-0.055-1.623 1,1.277-5.343-1,-4.023 8.290 1,0.090-0.807 0,0.517-1.380 0,0.380-0.603 0,0.399-0.437 0,0.379-0.298 0,-0.764 2.080 0,0.035 0.031 1,-0.008 0.043-1,-0.038 0.048 0,-0.086-0.146 1,-0.591 0.863 1,-0.693 1.020-1,1.960-7.005 0,0.104 1.431 5,1.463-1.191-5,0.373-1.762-1,0.021-2.541 0,-3.985 10.628 0,3.127-8.754 1,0.976-0.710 1,-3.492 9.996 0,-0.032-0.169 0,2.758-9.245-1,-2.405 1.648 1,-0.560 0.363 0,0.284 1.436 1,0.069 2.639-4,-0.396 2.713 4,1.287-2.822-1,-0.761 1.122-1,0.274-0.774 1,-0.430-1.583-1,-3.388 3.253 2,-12.025 10.073-1,3.189 11.248 0,-2.598 0.782-3,-1.941 3.568 0,5.058-5.106 1,-0.220 0.632-1,0.207 0.417 1,0.451 0.250 0,0.564 0.126 0,-3.820 8.055 1,0.760 0.339 1,-0.173 0.606-2,0.103-1.335 1,0.987-2.666 0,0.955-1.883 1,1.263-0.653 0,0.975-0.748 2,0.529-0.176-1,-0.366 1.427-5,-0.690 0.181 5,0.000 0.601-4,1.424 0.180 0,0.871-2.398 3,-1.088-0.566-1,-2.695 2.275 1,0.114-1.381 0,-0.102 0.531-1,2.823-1.783 2,4.348 0.356 1,1.681 0.228-4,10.290-14.470 2,-1.592-6.117-2,1.342 0.936-1,-1.182-1.747 1,3.266-4.454 0,-5.394 5.281 0,0.412-0.739 0,0.312-0.621-1,0.225-0.499 0,0.251-0.777 1,-0.532 0.056 0,-0.685 0.224 0,-0.725 0.311 0,-0.383-0.032 1,-0.674 0.602 1,-0.568 0.607-1,-0.453 0.556 1,4.685-8.231-1,-4.918 8.089 0,1.061-1.631 0,1.030-1.207 4,0.940-0.848-1,0.818-0.555-5,1.722-2.765-2,0.748-1.584 1,0.316-1.084 0,0.017-0.684 5,-1.331 2.133 0,-0.144 0.439-5,-0.146 0.625 0,-0.139 0.713 0,1.177-1.492 1,-1.143 1.872 3,-1.303 1.944 0,-1.292 1.826 0,-1.177 1.600 0,3.659-6.488 2,-2.271 3.488-1,-0.919 1.733 1,-1.029 1.146 0,-0.587-1.264 1,4.288 1.117-1,-0.720 4.010-3,-1.723-2.065 0,-2.882-1.784 1,2.014 1.388-1,1.588-1.699-1,-2.760-1.876 2,0.845 2.207-1,1.288 1.184 0,-20.821 13.045 2,0.437 6.020-4,2.493-1.272 0,-2.371 2.886 0,-4.142 4.684 0,5.235-3.792 1,-0.785 2.130-1,-0.438 1.922 0,-0.187 1.637-1,0.927 0.161 1,0.522 0.730 0,0.628 0.494 0,0.650 0.306 0,0.616 0.164 1,0.155 1.061 1,0.607-0.087-1,0.531-0.178 0,0.440-0.220 1,1.349-3.070 1,0.431-1.036 0,0.397-1.122-1,0.348-1.108 1,0.294-1.027 0,0.239-0.907 0,-0.140 1.949 0,0.537-0.001 0,0.553-0.356 0,0.517-0.549 7,0.455-0.626-5,-2.413 7.786-6,-0.576-3.602 0,-0.674-0.647 6,1.963-1.798 1,1.990 0.232-3,11.364-5.363 4,6.303-9.986-5,-3.895-1.710-2,-0.854-6.916 4,1.716-1.425-4,2.451-2.970 0,0.457-1.541-1,-7.270 7.238 2,0.057-0.292-1,0.076-0.273 1,0.084-0.241 0,0.083-0.205 0,0.076-0.166 1,0.067-0.118 0,0.056-0.079-1,0.046-0.048 1,0.035-0.024-1,0.025-0.007 1,0.019 0.004 0,-0.265-0.181 0,0.025-0.845 0,0.031-1.011-1,0.035-1.056 1,0.034-1.019-1,0.031-0.928 0,1.732-3.168 0,1.043-1.128 0,1.142-0.907 0,1.112-0.697 0,-1.041 2.174 0,-0.184 0.566 0,-0.416 0.760 1,-0.541 0.837-1,-0.588 0.981 1,-0.580 1.011 2,-0.535 0.964-1,-0.472 0.868 0,0.597-0.711 1,-0.849 1.299 0,-0.830 1.214-1,-0.745 1.054 1,4.080-4.676 0,-1.163 3.842 1,-1.479 2.591-1,2.110-3.250 1,-4.026 1.430-2,-18.583 12.497 2,3.623 5.552-3,0.244 0.908-2,-1.930 3.115 0,-0.935 1.946 0,-2.046 3.960-1,5.410-6.172 2,-0.338 1.455 1,1.476-2.290-1,-0.302 0.368 0,-0.349 0.271 0,-0.363 0.188 0,-0.475 0.892 0,-0.525 1.333 1,-0.532 1.569-9,-0.511 1.648 10,-0.214 1.230 4,0.003 0.875-7,0.152 0.582 1,0.249 0.347-1,-1.078 2.954 0,-0.041 0.370 1,-0.106 0.244 0,-0.143 0.146 1,-0.563 1.475-1,1.135-2.005 0,1.373-2.412 1,1.412-2.469-1,1.323-3.402 2,0.249-0.965 3,0.250-1.090 0,0.236-1.110 2,0.347-1.057 1,0.401-0.958-8,-3.666 8.009-3,1.447-1.385 6,2.672-3.185 0,0.870 0.616 2,0.065-3.952-2,-0.449-0.130 2,16.595-16.001-3,-1.833-5.944-4,0.809 0.723 1,4.132-2.952 0,-6.453 4.351 2,1.230-2.037 0,0.674-1.497-2,-1.496 1.197 0,-0.324-0.150 0,-0.469 0.062-1,-0.531 0.196 1,-0.537 0.271 1,1.722-2.376 1,0.343-0.268 1,0.171 0.023-1,0.052 0.196 9,-1.302 2.142-11,0.044 0.391 0,0.079 0.373-1,0.095 0.335 1,0.100 0.288 2,1.675-1.831 0,0.310-0.606 0,0.266-0.722 0,0.214-0.727 0,-1.774 2.180 0,-0.467 0.802-1,-0.549 1.029 1,-0.563 1.107 0,-0.535 1.084 0,5.337-5.242 2,-1.574 1.002 1,-1.595 1.094-1,-1.688 1.806 0,1.517-1.501 1,-2.125 2.742-1,0.962-1.018 0,-3.368-0.694-2,-16.896 6.165 2,-0.408 9.343-4,1.532-0.498 1,0.001 2.919-1,-2.778 3.234 2,-1.543 1.901 0,-0.170 0.668-3,0.722-0.170 0,-0.241 0.568-1,1.097-0.851 1,1.392-1.236 1,1.463-1.376 0,2.260-2.246 12,-4.549 4.769-11,4.184-4.268 1,1.372 1.502 14,9.593-21.814-14,6.097-1.901-2,0.772-0.392-1,0.895-1.269 1,-1.394 2.000 1,-0.615 0.833 1,-0.626 0.859-1,2.626-2.407 1,0.884-1.094 5,-0.349-0.678-8,-3.636 3.381 1,-2.952-0.019 5,-1.055-0.055-1,0.986-3.355-3,1.784 0.016-1,-0.313 3.006 1,-0.342-0.713 1,-1.405 0.639-1,-1.420 0.924 2,-0.835-3.886 1,-1.339 2.576-1,-0.222 1.075 1,0.062-2.266-1,0.082 0.590-3,0.073 0.227 3,0.035 1.055-1,-0.004 0.507-1,-0.002-2.426 0,-1.514 2.540 2,-5.138-1.116 0,0.653 2.482-2,0.400-1.388 3,-1.591 0.385-2,3.012-0.575 0,-1.206 0.114 0,0.109 1.820 0,-3.938 3.165 0,-0.383-3.931 0,-1.371 2.668-1,0.646 2.120 1,0.740-1.164 2,3.442-2.323-3,-2.143 0.869 1,-2.146 2.465 1,3.240-3.035-2,5.162-2.868 0,12.083 6.860 3,1.056 4.883-2,0.223 0.009-1,1.397 0.000 0,-1.307 1.235 0,-7.361 9.219 4,4.772-3.615-4,-1.091 1.511 3,-5.828 3.528-4,5.503-2.650 2,-0.390 0.390 0,-0.917 1.949 0,2.104-1.589 0,3.104-2.349 0,-2.342 0.828 0,2.854 0.511-1,-2.978-2.098 1,2.265 0.447-1,1.855-1.393 1,1.420-1.427-1,-1.218 0.680 0,0.182 0.950 1,-1.193 0.040 1,-2.205-0.236-3,-0.463 0.603 3,0.737-1.818 2,1.977-3.541-2,-0.930-1.544-1,-1.955-5.610 1,-9.752-5.789 0,-1.185 0.661-3,-3.690 0.873 2,-0.654 0.094 0,-3.500 3.479 0,-0.623-0.876 0,-1.256 3.266-2,-0.135 2.046 3,2.738-5.164 1,-6.421 4.987-3,1.873-1.582 0,-0.117 1.076-1,2.025 1.808 3,-0.205-1.158-1,0.242-2.598 0,2.068-2.179 0,0.362-2.077 1,-1.532 0.792 0,-0.554 1.679-1,1.911 0.003-1,-2.171-2.555 1,1.585 2.800 0,-0.248-1.398-1,1.957-0.892 4,-4.612 5.582-4,4.044-3.947 0,1.449-1.548 4,19.436 8.626-3,2.443-0.032-2,-1.207 0.000-1,-1.293 0.000 5,-0.280 0.000-1,-0.094 0.000 0,-0.768 0.000-1,0.228 0.000 1,-0.417 2.844-1,-2.845 5.104 0,-5.301 3.305-1,-3.049-0.058 1,10.123-3.269 0,-1.673 1.230-1,-6.905 2.715 2,3.871 0.728-1,1.742-4.056-1,3.753-4.403 1,-4.271 6.179 1,3.062-2.138-2,3.395-7.327 1,-1.584 1.548-1,-0.438 3.457 0,-5.833 4.136 3,3.072-1.061-2,0.490-1.792 1,-1.619 2.368-1,2.280-3.361-1,-2.732 5.892 1,-0.501-1.527-2,4.785-4.035 4,-2.986 2.219-2,-0.021 1.579 2,0.841-0.137-4,2.213-2.183 1,-1.315-0.438 2,-1.644 1.501-3,-0.065 0.733 3,1.386-1.372-1,-1.403 0.681 1,3.477-1.274-1,-2.831-0.090-1,-1.391 2.693 1,1.297-0.931 1,1.293-0.747-1,-0.666-0.382 0,1.179 1.487-2,-2.228 0.945 2,-0.452-1.153 0,-0.079-1.383 1,1.006-0.863-1,1.439-0.423 0,-0.635 2.292-1,-1.403-0.970 1,2.412 0.022 0,-0.522-0.833 0,-0.114-1.811 0,4.187-1.067 1,-2.696 4.440-2,-1.372 0.510 0,2.125-2.276 1,-4.106 0.907 4,-0.805 0.871-5,1.718-1.504 0,3.723 3.626 1,-0.907-0.420-2,-2.124-4.048 0,1.235-0.215 6,0.263-0.033-5,-0.063 0.866-1,-1.493 0.743 1,-1.361 0.632 1,3.653 4.021 0,-1.317-2.989 0,0.197-0.452-1,-1.060-1.108 1,-1.087-0.888 0,3.847 3.927 2,-0.794-0.175-2,-2.119-1.810 1,0.771 1.325 0,-1.055 1.823-1,0.327-2.338-1,0.354-0.251 1,-1.981 0.492 3,0.293-0.519-3,1.753 0.627 0,-0.897-1.780 0,0.884 1.074 0,2.762-1.808-1,-0.594-1.949 1,-2.618 1.783 0,1.377-0.082 0,-1.082 2.208 0,3.092-2.142-1,-2.133-2.070 1,1.227-0.533 0,-1.690-0.428 1,0.939 2.107-1,0.938-0.051 0,0.293-0.612-1,0.678-1.437 1,-2.564 0.127 0,1.899 0.178 1,0.256-3.629-1,-0.738 1.196-1,-0.727 4.229 1,0.419-0.231-1,2.350 0.451 0,1.450-0.510 0,-4.153-0.670 1,-1.297-0.413 1,2.171-0.055 1,-1.310 1.781-1,-1.102 0.069 0,0.748-1.623-3,-0.277-0.178 4,0.745-0.665-3,0.448-3.062 2,0.987 2.934 0,-1.477-0.596-2,-0.251 1.871 1,-0.350-1.338 0,-0.121 1.412 0,-0.201-0.266 0,-2.769 5.166 1,-16.483-4.499-1,-2.674-6.305 0,-0.865-0.005-1,1.991-0.003 1,-0.056 0.000 0,-0.626-0.223 0,3.596-8.072 1,-2.999 1.168-3,0.728 3.453 2,-1.264-1.287 0,-0.154-3.378 0,1.709 2.222-1,-1.688-0.188 0,-0.174-0.034 1,1.285-1.920 0,2.435 0.143 0,-0.025 0.442 0,-0.201 0.377 1,-0.156-0.197-2,-5.093-2.984 1,0.293 1.973-1,-2.313-0.888 0,0.452 0.336-1,-1.406-3.817 1,2.120 0.401 2,2.830 2.569 1,2.314 2.664-4,-2.145-0.180 0,0.448 1.330 0,-5.837-3.120 11,-3.948-2.127-12,-2.437-1.328-1,-2.694-1.344-1,-0.303 0.028 1,0.438 0.465-1,0.896 0.723 1,0.868 0.567 0,1.210 0.637 3,1.181 0.552 2,1.081 0.459-1,0.941 0.366 1,-2.217-1.041 0,-1.881-0.804-1,-1.399-0.526 1,-0.989-0.307 7,0.528 0.422-6,0.079 0.189-6,0.327 0.293 0,0.473 0.345-1,0.540 0.357 2,-2.603-1.191 3,0.659 0.245 0,0.667 0.203 0,0.619 0.161-1,0.539 0.122 2,-0.627-0.186-1,0.190 0.363 0,0.100 0.390 1,0.036 0.374-1,-0.006 0.332 0,4.357 2.114 1,0.900 0.660-1,0.978 0.684 0,0.968 0.658 0,0.902 0.599 1,1.493 0.703 1,1.233 0.542 0,1.228 0.487 0,1.150 0.420 0,-0.364-0.076 1,-4.389-1.372 3,30.530 9.435 8,-3.335-0.076-36,0.102-0.774 20,0.092-0.683 0,1.090 0.678 0,2.173 1.744 0,0.334 2.236 26,-1.483 1.750-26,3.110 4.733 2,-5.698-4.709-1,1.621 1.286 3,4.467 3.501-3,1.878 1.189-3,1.472 0.815 1,-0.379-0.622-1,0.805 0.333 1,0.649 0.235 2,-1.640-1.249 0,0.159 0.244 0,0.085 0.275 0,0.029 0.282 1,4.237 3.504-1,-1.712-1.355 0,-2.118-1.789 0,-5.016-3.941 0,-1.878-1.413 0,-1.782-1.303 5,-1.611-1.151 0,0.792 0.010 0,-0.989-1.323 0,6.183 3.372 8,-4.460-2.194-14,-2.595-0.839 1,3.116 0.394 4,-0.033-1.484-2,-0.889 2.740 0,-3.800 2.680-1,-19.307-9.052 1,0.279-9.108-2,-2.814 0.637 0,1.037-0.193 0,-3.244-3.237-1,6.594 3.163 0,-1.049-0.901 1,-0.926-0.771 0,1.560 0.899 0,-0.806-0.666-1,-0.864-0.704 1,-0.852-0.688 0,-3.265-2.185 0,-0.702-0.264 0,-0.410 0.005 0,-0.195 0.172 0,2.238 1.483 0,0.035-0.057 1,0.024-0.139-1,0.016-0.185 0,0.009-0.204 1,-1.432-1.185-1,-0.059-0.196 1,-0.029-0.133-1,-0.010-0.083 1,1.164 0.731 0,0.458 0.207 1,0.518 0.248-1,0.524 0.258 0,1.185 0.725 1,1.147 0.685 0,1.215 0.738-1,1.182 0.727 1,1.084 0.672 0,-5.665-5.524 1,3.507 1.633 0,2.993 1.363 1,1.271-1.433 1,4.938-0.535 1,11.247 3.551-3,2.296 6.281-3,1.061 1.227 0,0.607 1.125 1,1.034 2.031 1,0.620 0.474-3,-0.149-0.972 1,-3.510 1.007 1,3.271 4.326-1,1.313 2.239 0,-0.212-0.163-1,1.570 0.554 1,-7.307-4.025 1,0.173 0.054 1,0.002-0.087 2,-1.032-0.498-5,-0.031 0.159 0,-0.008 0.219 1,0.009 0.240 0,8.052 5.565 1,-1.052-0.373 1,-1.294-0.769-1,-1.923-1.347 1,-1.641-1.211 0,-1.386-0.786-1,1.742 2.092 1,-1.623-0.078 1,-1.861-2.223-1,3.293-0.495 0,-0.664-3.590 1,-15.436-13.260 1,-4.937 2.370-5,-0.001 1.284 1,-3.027-2.844-1,0.208-1.087 0,1.337-0.219 1,-0.793-1.037 0,-3.294-2.105 0,0.000 0.652 0,0.440 0.475 1,-1.076-1.157 0,2.572 2.073 1,2.177 1.764-1,-0.175 0.274 0,-4.236-2.718 3,-1.783-1.790-3,1.338 0.684-3,2.160 1.521 0,2.604 1.961 4,1.813 0.798 1,0.785-0.277-1,0.551 0.544-1,-1.510-0.049 0,1.505-1.009 6,6.176-2.173-6,13.745 11.770 2,0.189 6.810-2,-1.755 2.985-2,0.366-0.011 0,2.043 0.949 1,-1.121 0.224 0,3.935 4.031-1,-5.603-4.953 1,1.644 1.472 0,4.134 3.779-1,0.303 0.366-1,-0.419-0.269 1,-0.818-0.629 0,-0.473-1.415 1,0.764 0.191 0,0.311 0.109 1,-0.007 0.049 5,-0.212 0.006-2,-0.333-0.023-6,0.127 1.182 0,0.063 0.792-1,-0.332 0.184 1,-0.574-0.232 3,-0.697-0.493 8,-0.735-0.635-6,-0.190-0.256-5,-0.556-0.769 0,-0.449-0.728 0,-0.348-0.652 1,-0.259-0.557 2,-0.182-0.457 1,4.205 2.948 1,-2.495-2.671-1,-0.703-0.762 0,-0.980-0.842 5,-1.072-0.822 0,-1.039-0.742-8,5.706 6.186-1,-2.577 0.368 0,-0.623-1.102 11,0.543-1.078-7,-0.074-0.507-3,-2.358-1.764 5,-0.036 1.576-2,-0.330-2.385-2,2.212 1.087 6,-1.317-1.989-6,-0.538-1.993 0,3.566 0.913 1,-2.217 3.793 0,-2.975-2.458 0,1.108-0.647 0,-0.339-0.970-1,3.769 1.644 1,0.033-3.323 2,-1.304-0.829-2,-0.006 2.465 1,-2.002 0.720 0,-6.126-18.487 1,-14.412 7.545-3,-0.962 0.151 0,-3.148-3.961-1,-1.147-2.869 0,0.112-1.155 0,0.749-0.114 5,-1.383-1.114-9,7.950 6.132 5,-0.425-0.186 1,-0.415-0.176-1,-1.077-0.760 1,-0.061-0.124 0,0.084-0.068-1,0.165-0.028 1,0.199-0.000 5,0.029 0.056-10,0.011 0.153 5,-0.036 0.174-1,-0.061 0.171 1,-0.070 0.155-1,-0.070 0.131 1,-0.064 0.105-1,-0.850-0.122 1,-1.299-0.495-1,-0.944-0.342 1,-0.647-0.218 8,-0.411-0.123-7,-0.228-0.053-4,-0.842-0.565 0,0.514 0.078 0,0.682 0.122 1,0.728 0.139-1,0.696 0.138 4,0.616 0.126-1,1.088 0.409 0,0.212 0.045 1,0.371 0.291-1,0.449 0.431 4,0.469 0.491 5,0.448 0.497-10,-8.339-4.761-3,2.545 1.815 2,2.375 1.385 1,1.669 0.754 3,2.297 0.206 1,21.645 4.295 7,0.552 2.990-10,1.191 1.626-2,1.396 2.338 1,-4.416 1.648 1,0.150 1.190 0,-0.095 0.268-2,-0.171-0.166 0,7.814 3.530-1,-6.876-3.928 11,0.993 0.809-10,0.600 0.642-1,0.307 0.486 1,1.304 0.636-1,1.122 0.447 0,0.637 0.108 0,0.280-0.116 6,0.031-0.251 1,-1.416-0.999-7,-0.368-0.376 0,-0.413-0.370 1,-0.417-0.343-1,-0.393-0.302 2,-0.350-0.256 1,1.259 0.640 1,-0.345-0.119-1,-0.327-0.077 0,-0.290-0.044 1,-0.244-0.020 0,-1.399-0.651-1,-1.171-0.536 1,-1.281-0.607-1,6.423 3.914 2,-3.970-1.964 1,-2.013 0.288-1,-0.241-0.497 5,0.541-1.171-4,0.324-0.817-5,0.857 0.586 1,-1.835 2.397 5,0.829-1.245-4,-4.404 2.314 0,2.522-0.917 0,1.307-2.816 1,0.088 1.090-3,-1.719 2.055 4,-1.543 2.828-3,3.124-6.039 1,0.311-1.452 0,-21.787-9.430 3,1.756-1.738-5,-2.166-0.643 0,-5.418-3.268 0,7.128 4.548 1,-0.645-0.448-1,-0.480-0.349 1,0.870 0.240 0,-0.470-0.807-1,-0.493-0.911 1,-0.479-0.923 0,-0.439-0.874 10,-2.983-3.009-21,-0.354-0.472 11,-0.146-0.121 0,-0.007 0.101 0,2.012 1.909 1,-0.281-0.140-1,-0.390-0.236 1,-0.433-0.283 0,-0.625-0.064 0,-0.900-0.452 0,-0.517-0.239-1,-0.227-0.080 1,-1.886-1.620 8,0.293-0.021-12,0.474 0.048 1,0.553 0.088-1,-1.253-0.963 4,0.456 0.870 0,0.399 0.997 0,0.330 0.985 0,1.981 1.591 1,0.342 0.054 0,0.281-0.175-1,0.221-0.308 1,-0.678-1.110-1,0.371-0.195 1,0.388-0.103-1,0.247-0.144 1,0.847 0.516 0,0.861 0.617 0,0.792 0.624 0,-0.409 1.032-1,-0.390 0.385 0,-0.015 0.282 2,0.221 0.195 4,1.932 1.568-6,0.444 0.401-2,0.446 0.407 0,0.418 0.386 0,0.375 0.347 1,-0.055-0.170 2,-6.155-5.651 0,3.403 1.333 1,1.874 0.488-1,-1.536-0.930 2,-1.049 0.182 0,0.484 0.928-5,0.981 0.926 0,-0.558-0.794 2,1.404 1.060 1,-1.705-1.308 3,2.107 3.061-4,17.905-0.393 5,2.680 18.352-7,-1.862-2.081 1,0.979 0.338-1,-1.074-0.807 1,2.299 3.794 2,-3.557-1.950-1,0.314 1.449-1,1.654 2.830 0,2.524 2.369-1,1.401 0.120-4,-6.274-7.745 10,1.297 1.202-5,1.220 0.929 0,1.087 0.688 5,2.158 2.169-5,-0.070 0.181-2,-0.501-0.086 0,-0.722-0.241 1,-0.795-0.315 1,-1.430-1.742 0,-0.022-0.401 1,0.167-0.367-1,0.279-0.319 1,0.332-0.266-1,0.345-0.213 1,0.327-0.164 0,1.211 2.067-1,0.352 0.684 1,0.277 0.195 0,0.209-0.126 8,0.148-0.317-5,-0.109-0.259-6,-1.209-1.045 1,-1.419-1.105-1,-1.423-1.046 1,-1.302-0.919 3,4.719 5.776 1,-2.079-2.114 0,-1.434-2.201 2,1.367-0.043 4,-0.412-1.362-10,-0.706-1.299 8,-18.094-15.629-12,-3.361 0.281 10,-0.065-0.151-6,-6.134-4.958-1,6.102 4.597 1,-1.364-0.957 0,-1.104-0.742 0,1.730 1.290 1,0.309 0.205-1,0.522 0.345 1,0.627 0.413-1,0.650 0.429 1,0.622 0.409 2,-1.626-0.920-1,-0.206 0.029 1,0.212 0.249-1,0.458 0.367 6,0.573 0.412-2,0.168 0.041-6,0.062-0.080 0,-0.075-0.195 0,-0.153-0.250 1,1.941 1.501 1,-0.252-0.069 1,-0.325-0.075-1,-0.360-0.076 0,-0.728-0.437 0,0.478 0.306 0,0.711 0.405 0,-6.884-5.269 0,7.508 5.209 1,-8.250-5.622 1,2.591 3.005 4,3.390 1.644-8,1.831-0.036 1,0.909-0.421 2,-0.287-0.975-1,0.479 0.993 1,-1.386 0.601 0,0.294 0.697 0,-2.322-2.920-2,2.596 2.479 0,-4.197-2.103 1,1.369 0.792 0,1.457-0.130 0,2.304 1.027 0,-1.579-0.360 2,-1.968 1.562 1,3.383-1.743-4,-1.271 2.099 2,10.185 20.276 0,1.714-2.071-2,0.979-0.330-1,1.610-1.905 1,2.346-0.415 2,4.919 3.263-2,0.710-0.033-1,2.750 2.659 0,-7.110-6.843 1,0.368 0.420 0,0.266 0.321 0,0.181 0.233 0,1.088 0.972-1,2.101 1.888 1,2.397 2.139-1,2.411 2.142 0,2.243 1.987-1,1.247 1.019 1,0.520 0.325-1,0.015-0.144 0,-0.310-0.433 1,-0.494-0.586 0,-2.067-1.881 2,-1.287-1.096-1,-1.370-1.125 1,-1.333-1.070 0,-1.628-1.484 1,-1.330-1.296 3,-1.217-1.247 0,-1.064-1.135-1,-0.895-0.987-1,6.943 5.754 1,-1.783-0.737-1,-1.453 0.139 0,-0.735-0.797-1,0.703-1.074 1,0.481-1.417-1,-1.049-1.841 0,-1.495-1.627-1,2.075 2.220 1,-3.265 0.708 5,0.035 0.306-7,-0.204-2.166 1,-0.366 2.859 1,-8.441 1.411 0,-11.956-14.171 0,-0.053-0.042-2,0.066 0.711-1,-0.335-0.876 1,-3.784-1.783-1,-3.635-3.112 0,9.010 2.896 1,-0.399-0.651 0,0.528 0.111 0,-0.416-0.243 0,-0.429-0.154-1,-0.409-0.085 1,-0.372-0.034 0,-1.702-0.647 1,0.274 0.345 0,0.492 0.431-1,0.590 0.451 1,0.604 0.427 0,-0.797-0.081 1,-0.216 0.034-1,0.467 0.233 1,0.868 0.343 1,1.063 0.389 1,-7.290-3.142-3,1.033 0.120-3,5.776 2.641 1,-1.167-0.234 5,-0.754 0.005 1,-0.646-0.078-4,0.657 0.297-3,1.006 0.350 1,1.155 0.358 1,0.153 0.033-1,-7.627-2.750 6,3.707 1.394-1,3.757 0.705-2,-1.996-1.536 2,-1.895 2.467-2,1.452 2.256-1,25.728 4.332 5,3.039 1.252-8,-1.945-0.662 3,-0.726 0.008-2,-1.477 0.147 0,-1.089 0.327 1,2.296 2.530 2,0.713 1.699 1,-0.068-0.811-3,6.650 1.500 0,-7.729-4.213 0,3.184 1.457-1,1.760 1.337 0,1.478 1.431-1,1.175 1.360 1,-2.529-0.845 0,-0.089 0.371 1,-0.251 0.223-1,-0.340 0.110 1,1.303 0.536 0,-0.544-0.997 2,-0.566-1.204-1,-0.533-1.236 1,-3.779-1.900-1,-0.756-0.272 1,-0.760-0.087 0,-0.723 0.046-1,-0.137 0.032 2,8.140 3.514 1,-1.091-1.991 0,-2.905-1.364-2,-0.754 0.719 2,-3.427-0.622-1,1.406 1.848-1,-1.954-0.877 1,-0.405 2.222-1,-21.114-3.228 0,-1.631-5.384-2,-1.229-2.734-2,-4.114-2.662 2,-0.455-1.458 0,9.101 2.716-1,-1.096-0.755 0,-1.161-0.765 0,-2.045-1.098 1,-0.604-0.353-1,-0.298-0.149 1,-0.075-0.004-1,0.078 0.094 1,-6.219-1.552 0,-2.110-0.164 0,-1.281-0.169 2,-0.668-0.156 6,0.960 0.320-11,-0.061-0.106-1,0.040-0.100 1,0.101-0.088 1,0.313 0.312 3,0.418 0.536 0,0.450 0.631 0,0.435 0.640 1,2.072 0.801-1,1.189 0.335 1,1.242 0.230-1,1.187 0.146 1,1.063 0.082 0,1.958 0.598 0,0.373 0.175 0,0.170 0.178 0,0.023 0.169-1,-0.075 0.153 1,1.382 0.508 0,0.506 0.194-1,0.609 0.192 0,0.650 0.181 1,-0.215-0.160-1,-6.804-2.553 4,5.479 0.968-1,1.233-0.627 2,22.979 6.311 2,2.967 4.056-9,-1.130 0.130 0,0.759 0.642 0,-1.476-0.650 1,1.528-0.622 2,-1.854-2.182 1,2.199 0.301-2,1.646 0.788-3,1.227 1.027 1,0.816 0.906 1,2.467 1.525 0,-8.641-2.435 0,1.304 0.604 1,-0.701-0.194-1,0.593 0.224 0,0.464 0.150 0,0.349 0.091 0,0.977 0.350 1,-0.107-0.008-1,-0.264-0.046 1,-0.353-0.070-1,0.688 0.222 1,0.018-0.084 0,0.109-0.086 1,0.161-0.082-1,-0.137-0.109 0,-0.777-0.270-1,-0.965-0.296 1,-1.020-0.293 0,-0.985-0.271 0,-0.896-0.237 0,-0.255 0.109 1,7.482 3.602 0,-3.229-0.178 1,-3.862-1.565 1,0.098-0.269 0,1.239 0.388-2,-2.410-0.910 0,0.821 0.966 0,-0.107 0.009 2,-18.532 2.608 0,-6.548-8.724-5,-0.353-0.501 1,-6.454-1.190-2,9.560 0.412 2,-0.649-0.473-1,-0.414-0.490 0,-0.230-0.472 1,-0.241-0.581-1,-0.234-0.620 2,-0.215-0.609-1,-0.190-0.565 0,-0.903-0.551 1,0.251 0.139-1,0.382 0.352 1,0.440 0.468-1,0.450 0.511 1,-0.790 0.346 0,0.457 0.790 0,0.420 0.749 0,0.361 0.664 0,0.479 0.150 2,0.513-0.181-1,0.492-0.373 0,0.439-0.461 0,-6.138-2.079-1,0.174-0.291 1,-0.286-0.099 0,-0.457-0.030-1,-0.539 0.256 0,1.813 1.206 0,2.396 0.922 1,0.711 0.026 0,-0.093-0.544 0,0.965-0.522 0,0.987-0.723-1,-1.982-2.902 1,3.461 1.748 1,23.062 7.940 1,-2.180 2.806-4,3.133 0.614-1,0.342-0.529 0,0.684-0.452 1,-3.996-1.833 1,0.840 0.291-4,0.283 0.258 4,-0.015 0.147 1,-0.583 0.115 1,2.034 3.010-1,-3.563 1.767-1,0.007-1.460 3,2.574-1.420-3,-2.347-0.417 0,2.266-0.174 0,0.188-1.265-3,-1.740-1.515 2,1.792-0.820 2,-2.972 3.570 3,0.002 1.660-2,-0.893 1.111-3,-1.345 0.976 1,-0.305 2.207-1,3.956-4.094 1,-0.741-1.289 1,-10.197 5.491 0,-0.690 0.213 0,-12.524-8.267-2,1.481-3.072 0,-4.778-0.408-1,4.214-0.888 1,-1.666-1.485 0,-1.561-2.526-1,-0.134-2.471 2,-0.505-2.474-1,0.706-0.348 3,0.771 0.529-4,1.933 1.841 0,0.194 0.446 5,2.198 2.212 0,0.036-0.064-2,13.374-4.843 3,9.322 10.786-5,0.771-0.077-1,-1.179-0.083 3,0.082-0.049-1,1.884-0.009-1,-2.402 0.001 0,2.063 0.002 2,-0.805 0.002 0,0.016 0.000-3,-1.521 0.000 1,1.438 0.597 3,0.180 2.478-3,-2.383 0.135 0,1.765 0.817 0,0.465 0.646 0,-0.963 0.068 0,-1.401-0.884 1,3.874 0.129 1,-3.816-0.833 0,1.324 1.280-2,-0.031 0.647 0,-0.224 0.343 0,-0.019-0.003 2,0.461-0.200 1,0.715 0.067-3,-0.661-0.149 1,1.854 1.516 1,-4.644-0.804-1,0.425-0.089 2,2.741-3.892-2,0.642 0.147 0,-0.545 1.459 0,0.638 0.836-1,-1.229-0.412-1,1.811-0.231 1,-0.912-2.221 2,0.682-1.174 4,-2.170-0.440-7,3.437-0.065 4,-0.279 0.102-5,-3.145 0.083 2,-0.541 0.041 3,1.517 0.020 1,-1.011-0.009-4,0.663-0.005 2,-0.899 0.000-2,0.573 0.000 1,-0.782 0.000 1,0.332 0.000-2,2.041 0.000 1,-2.451 0.000-2,1.080 0.000 1,2.810 0.000 2,1.575 0.000-1,-0.576 0.000-2,-1.436 0.000 0,0.299 0.000 3,-1.843 0.000 2,-0.247 0.000-1,-1.021 0.000-4,0.122 0.000 2,-0.723 0.000 0,0.790 0.000 0,0.740 0.000 1,0.334 0.000 0,1.323 0.000-3,-0.688 0.000 1,-0.676 0.000 1,1.527 0.000 0,-1.453 0.000 0,0.180 0.000 0,-0.864 0.000 0,0.019 0.000 4,-1.028 1.912-5,0.159 6.473 1,-0.868-0.341-2,-0.926-1.499 1,1.172 1.280 1,-0.783 1.331 1,-1.093-0.271-1,0.026 0.006 0,0.340 0.908 0,-3.332-0.480 0,4.287-2.361 1,-0.088 0.351-1,-1.431-0.411 2,-1.839 3.340-3,1.197-0.139 0,-0.838 0.609 0,-0.482-0.901 1,1.485-1.193 3,-3.715 2.875-4,3.824-3.459 2,-2.832 2.442-2,-1.547 1.316 1,-0.234-1.014-2,0.304 0.591 1,0.832 2.231 0,0.440 0.086 1,-0.857 0.599 0,-2.491-2.988 0,-0.804 0.265 0,-0.420 3.989 0,0.521-3.077 0,3.369 1.514 0,2.292 0.237 3,-1.271-0.528-5,-0.260 0.373 2,-2.043 0.914 0,-2.319-3.065 0,1.338 0.352 3,9.563-9.202-2,0.256-3.440-2,-0.940 0.024-1,-0.039-5.285 3,-4.377-3.168-1,1.172-2.996 0,-2.265 2.114 0,2.042-2.286-1,0.310 1.303 1,-2.006 1.164 1,-0.592-3.405 0,-0.424 0.357-2,-1.722-1.932 2,-0.293 2.289-2,-1.001 1.323 0,-0.578-2.480 3,-0.734 2.049-4,-0.344 0.178 0,-0.244-0.277 2,-0.197-2.032 0,-0.123 2.288 2,-0.056-1.876 0,0.080 24.710 0,-1.813 1.096-4,-1.866-0.304 1,0.170-1.994 1,-2.385 3.227-1,-2.558 1.887-1,-1.432-1.792 1,0.281-2.225 0,1.407 0.620 1,1.204-1.092 2,1.276-0.498-3,1.035 0.031 1,0.116 2.602 0,-0.750 2.000 3,-0.891 1.455-5,0.111 2.230-1,0.736 1.828 1,1.177-2.117 1,0.294-0.656-1,-0.177 1.268 3,1.729-8.127 0,-0.226 0.100 0,-0.231-0.188 0,-0.219-0.358 0,-2.621 8.709-4,1.438-2.965 1,1.594-2.528 3,0.124 1.859 0,-1.644 2.821 7,-0.319 0.542-11,0.573-1.593 0,-0.395 0.922 1,-1.939 4.731 6,2.881-9.983-6,0.436-0.372 0,0.525-0.520 0,0.476-0.866 2,0.123 0.737 0,0.028 0.993 0,-0.033 1.084 0,-0.170 1.884-1,-0.091 0.981 1,-0.090 0.785-1,-0.082 0.598 0,0.282-1.785 1,0.211-0.856-1,0.260-1.092 0,0.272-1.170 0,0.264-1.139 1,0.238-1.041 0,-0.815 10.401 1,0.290-10.614-1,-1.309 9.551 5,-0.760-1.653-1,-3.096-1.545-6,-1.441-3.535 7,-0.229-3.294-7,-0.219-1.754 2</inkml:trace>
</inkml:ink>
</file>

<file path=ppt/ink/ink2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1:5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10468.100 3441.600 767,'10.330'5.165'0,"-0.373"-0.187"0,-0.045-0.023 0,2.646 0.709-7,-0.587-0.286 7,1.345 1.145 0,-0.562-0.148-2,-2.473-1.648 0,1.791 0.479 5,2.431 3.496-3,-3.461-1.165-1,0.691 0.647 0,0.575 0.221 1,0.774-0.502 0,1.303-0.499-1,-0.824-1.134 1,-2.698-1.530 0,3.101 2.081 1,-2.563-1.025 3,0.390 0.606-5,-1.593 0.587-1,-1.208 0.342 2,4.178 0.958 2,-1.652-3.168-1,-0.088 0.058-1,-2.258 2.427 1,0.933-2.455 0,-20.423-11.710-2,-2.170 2.931 2,-2.349-1.487-3,0.699-0.901 1,4.009 1.719 1,-2.239-1.426 2,-1.225-1.284-3,-0.037-0.658-2,0.180-0.449 2,0.453-0.251 0,0.725 0.052 1,-0.468-1.158 0,-0.406-1.459 0,0.771 0.650 0,0.718 1.717 0,0.765 1.939 0,-1.681-0.712 1,-1.181-0.526 2,-0.227 0.146-3,1.050 0.387-3,1.988 0.394 1,1.902 0.304 3,0.361-1.200 0,-0.865-3.034 2,2.724 0.588-2,1.611-0.447 1,0.822 0.471-4,-1.896-1.890 3,-0.981 2.294 0,-2.451 4.051-3,0.493-2.643 2,5.051-2.302 0,4.620-1.651 1,7.425 3.741 0,3.939 7.751 0,-0.772 1.342-1,0.462 2.224-1,-0.371 1.723 1,0.102 1.481 0,-3.717 4.707 1,0.311-1.730-2,0.758-0.076-1,0.163-0.079 2,0.607-1.421 0,1.536 0.882 3,-0.459 0.340-4,-1.450 2.250 0,-1.184-1.497 2,0.328-1.471-3,2.998-2.547 3,0.157-4.259 1,0.934 3.771-3,-0.767 0.696 0,-2.401 1.188 2,1.174 1.632-2,0.250 1.387 0,-2.033-1.995 1,3.083-2.744 2,2.863-0.115-4,-0.137 0.182-1,-1.166 0.309 3,-1.758 0.000 1,0.548 0.137 0,0.995 1.099 1,-1.859 0.847-4,-1.593-1.086 1,2.146-0.465 1,1.353-0.046-1,-2.325-0.630 5,0.058-0.316-5,3.099 0.265 2,-0.731-0.861-2,-0.920 0.042-1,0.135-0.476 2,-0.575-2.862 4,1.087-1.168-4,-0.668 0.148 0,0.151 0.099 0,-0.568 0.000 0,-0.136-0.005 0,0.123-0.000 0,-0.384 0.000 0,1.197-0.731 1,-2.190-5.935-2,1.523 4.752 2,-4.433-7.465-1,4.593 7.984 0,0.567-1.058-1,2.597 0.415-2,3.629 0.433 1,-7.056 0.761 0,0.556-0.137 1,0.337-0.199 1,0.174-0.225-1,0.879-0.159 0,-0.433 0.105 0,-0.573 0.190 1,-0.609 0.225-1,-0.580 0.227 1,9.163-0.197 0,-1.050 0.551 0,-0.466 0.333 1,-7.898 0.135-1,0.830 0.025 0,0.332 0.013 0,-0.004 0.004 4,-0.920-0.002-2,7.959 0.032-5,-4.910-0.026 0,1.143-0.015 7,-3.299 0.048-1</inkml:trace>
</inkml:ink>
</file>

<file path=ppt/ink/ink2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1:5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11409.100 3700.600 767</inkml:trace>
</inkml:ink>
</file>

<file path=ppt/ink/ink2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1:5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11409.100 3700.600 767</inkml:trace>
</inkml:ink>
</file>

<file path=ppt/ink/ink2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1:5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10929.100 3105.600 767,'11.354'0.000'-2,"0.077"0.000"1,-0.371 0.000 0,0.720 0.000 1,0.671 0.000 0,-0.349 0.000 1,-1.092 0.000-2,1.621 0.000 2,-0.354 0.000-2,-0.922 0.000 2,0.625 0.000-1,0.663 0.000-1,-0.821 0.000 1,1.441 0.000-1,-1.751 0.000 1,1.294 1.825-1,-2.101 1.464 1,1.427-0.502 0,1.234-1.163 0,1.177-0.940-1,-0.818-0.579 1,-2.261-0.211 0,3.019 2.487 1,-1.905 1.021 0,-0.465-1.333-1,0.897-0.589-1,-1.604 2.944 2,-0.942 0.588-1</inkml:trace>
</inkml:ink>
</file>

<file path=ppt/ink/ink2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2:0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13886.500 4122.000 767,'-16.629'-13.071'0,"5.635"3.965"0,0.363 0.204-74,1.186 0.932 74,-4.650-4.026 59,3.953 3.245-59</inkml:trace>
</inkml:ink>
</file>

<file path=ppt/ink/ink2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0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12674.500 3834.000 767,'5.127'-10.257'0,"-0.133"0.272"0,1.666-3.034-5,-0.557 2.944 5,2.881-3.420-2,-1.652 3.781 0,1.623-0.916 0,1.518-0.676 0,1.322-0.470 0,3.789-3.295 1,-0.631 0.825-1,0.967-0.883 1,0.508-0.511 3,0.174-0.236-2,-1.033 0.716-4,-0.373-0.041 1,-0.457-0.014 0,-0.482 0.005-1,-0.666 0.416 4,-0.744 0.659 2,-0.744 0.774-1,-0.697 0.800 0,0.438-0.426 1,-1.611 1.830-1,-1.617 1.832 0,3.750-3.885 3,-4.291 4.771 2,0.006 0.254 2,-14.223 19.733-5,-1.879 0.221-6,-5.178 5.919 0,6.508-8.889 2,-0.332 0.464 0,-0.176 0.308-1,-0.059 0.183 0,-0.453 0.247 1,-0.701 0.278 0,-0.838 0.284 1,-0.887 0.274-1,-0.859 0.562 1,0.297-0.373-1,0.662-0.552 0,0.867-0.640 0,0.531-0.547 0,0.580-0.792 1,-6.852 6.284 4,0.020-1.318-3,-0.283 0.887 1,0.445 1.244-3,0.740 0.656 0,6.531-7.202 1,-0.365 0.611 0,-0.359 0.559-1,-1.115 1.297 1,-0.193 0.007-1,-0.078-0.200 1,-0.004-0.313-1,1.307-1.690 2,0.715-0.958-1,-5.086 5.287 0,3.107-3.566 2,1.502-0.359 4,19.889-16.740-3,1.131-7.718-3,-0.830 1.481-1,1.977-2.672-1,1.066-1.932-6,0.412-1.316 9,0.568-1.421 0,-0.379-0.092 0,-0.559 0.278-15,-0.621 0.480 10,-0.604 0.562 5,-1.373 1.694-1,-1.465 1.875 0,-1.504 1.976 0,-1.400 1.873 0,-1.223 1.652 2,3.516-5.279 4,-3.201 5.031-3,0.613 0.351 4,-13.680 23.397-1,-2.559 0.826-6,-1.521 0.713 0,-0.535-1.048 0,3.383-3.469-2,-2.127 2.874 0,-2.350 2.440-6,-2.273 1.961-4,0.809-1.535 29,-0.551 0.347-31,-0.266 0.097 22,-0.059-0.073-11,0.080-0.178 10,-2.043 2.634-7,0.033 0.365-1,0.080 0.385 10,0.102 0.363-30,1.738-1.949 21,1.113-1.249 0,1.221-1.469 1,1.191-1.491-1,1.082-1.388 0,0.926-1.214 2,0.045 0.610-1,0.521-0.313 1,0.744-0.820-1,0.824-1.072 5,-3.730 6.160 0,2.512-3.894-8,-1.576 1.061-1,1.271-4.883 15,22.709-18.929-11,2.592-3.828-5,-6.297 3.324 2,-0.086-1.417-1,-0.730-0.812 2,-1.340 0.846-1,-0.861 0.715 0,-0.816 0.997 0,-0.725 1.102 1,4.477-6.201 1,-2.488 3.216 3,-1.561 1.231 0,-3.814 1.317-1,-15.104 18.013 6,5.199 2.783-8,-4.232 3.133-3,2.330-5.264 1,-2.086 0.924-18,0.164-0.378 20,-0.645 0.630 16,-0.369 0.586-18,-0.162 0.519 1,-0.014 0.440-1,0.086 0.361 1,-0.633 1.112-1,-0.527 0.977 1,-0.633 1.034-1,-0.660 1.000 1,-0.634 0.911 0,-4.183 3.661-1,-0.879 0.509 1,0.109-0.213 0,0.704-0.636 5,1.007-0.840 1,2.976-2.991-9,1.066-0.919 1,1.329-1.182 0,1.417-1.280 1,1.385-1.263 11,1.275-1.171-1,0.459-0.561-10,-5.920 6.130-2,1.042-3.292 7,2.505-4.146 0,-1.627-3.324 3,14.313-17.385-1,4.516-0.077-6,4.773-8.759-1,-3.987 6.848 0,0.577-1.622-1,0.105-0.907 0,-0.205-0.382 1,-0.388-0.019-1,-0.477 0.215 1,-0.541 0.740 1,0.028-0.378 1,0.157-0.521-1,0.232-0.580 0,0.236-1.149 1,-0.428 0.178 1,-0.577 0.407-1,-0.629 0.523 0,-1.012 3.112 0,0.131 0.277 1,0.303 0.175-1,0.405 0.094 1,2.181-4.179-1,0.129 0.352 1,-0.104 0.500-1,-0.235 0.544 1,-2.244 4.216-2,-0.634 0.108 1,-0.696-0.039 0,-0.702-0.139 0,-0.511 0.277 1,-0.350 0.552-1,-0.219 0.713 1,2.069-9.279 0,0.043 2.010 2,0.418 0.447-1,-0.561 2.385-2,-1.318 3.963 0,-0.670-4.345 4,-1.832 4.780-3,-0.433-3.824 0,-0.266 3.134-1,-0.147 1.089 2,-10.128 14.480 1,5.685 10.573-3,-3.566 0.465-2,1.211-0.856 0,2.687-2.325 1,-1.535-0.221 3,-4.126 2.292-3,1.560-2.202-1,-0.775 1.496 1,-0.378 1.044 0,-0.128 0.612 0,-1.789-0.024 0,0.033-0.531 3,0.023-0.088 0,0.399-0.825-4,2.468-2.001 2,1.977-1.057 0,-1.346 2.701 2,-0.789-0.423 0,1.282-2.619-1,2.559 0.759 0,-0.042 0.573-1,-4.489-0.409 0,-1.050 0.044 0,1.000-2.218-2,0.323-1.185 2,-0.808 4.125-1,2.781 2.518 1,0.779-1.261 1,-0.108 0.213 0,-1.428-1.413-2,0.031 0.304 2,-0.618 2.625-2,1.648-5.300 1,-0.666 1.094-1,2.175 3.327 3,0.231 1.965-2,-0.259-2.032-2,-1.707-1.550 3,-0.090-1.456 0,1.507-0.227-1,-0.560 2.289 0,-0.953 2.474-1,1.844-3.571 0,0.649-0.357 1,0.564 2.468 0,2.638-0.114 2,1.765-1.229-1,-7.399-3.438 1,-0.055 0.623-1,-3.538 0.722-3,4.638 0.102 0,-1.126 3.151 1,-2.677-1.529 1,2.924-1.562 1,17.270-16.168 2,-2.022-8.763-7,-0.777 3.507 4,-0.182-0.120 3,-0.538-0.812-9,-0.018-1.792 5,0.558-1.021 1,0.710-0.208-1,0.126 0.668 0,-0.602 1.365 0,-1.003 1.758 2,-0.654 0.977 1,0.174-0.846-1,-0.947 0.162-1,-0.826-2.625 0,-2.827 2.762 0,1.015-1.396-1,5.541-3.430 6,0.833-0.600-7,-0.429-0.077-1,0.763-1.214 1,-0.396 2.265 6,-2.221 1.024-6,-1.956 0.885 4,-1.616 0.483-3,-1.386-1.101 0,-1.539-0.853 7,-0.216 3.722-5,-0.105-3.529-4,0.166 3.703 3,0.121-1.166 0,0.068-2.999 0,0.027-1.260-1,0.000 3.417 0,0.000-0.706 1,-0.001-1.898-1,-0.002-1.686 1,-0.584 3.639-1,-1.243-0.624 2,-0.757-0.311-1,0.092 0.380-1,0.286-0.160 1,0.746 2.904 1,0.414-2.054 1,0.816-1.069-2,0.272 3.746 0,0.047-0.618-1,-0.004 0.330 2,-0.019-0.212-1,-0.021-0.578 0,-0.021-0.008 0,-0.016 0.064-1,-0.011-0.908 1,-0.006 1.060-1,-0.004-4.004 2,0.003 4.874 0,0.001-2.314-2,0.001-4.042 0,0.001-0.974 3,0.000 1.942-5,0.000 2.611 1,0.000 2.464 3,0.000-2.086-1,0.000-2.218 3,0.000 3.655-1,0.000-1.966-2,0.000 1.090-2,0.000 1.496 0,0.000-2.699 3,0.498 1.952 0,11.058 10.229 5,1.026 2.087-8,-0.068 0.009 1,1.014 0.001 3,0.426-0.001-4,9.502 0.000-1,-6.135 0.000 1,2.725 0.000 2,1.864 0.000-2,1.179 0.000-2,0.654 0.000 1,7.089 0.000-2,3.604 0.000 0,1.231 0.000 3,-0.348 0.000 13,-1.313 0.000-17,-3.893 0.000 2,-0.633 0.000-1,-0.383 0.000 1,-0.191 0.000 0,2.311 0.000 6,-2.039 0.000 0,-2.359 0.000-1,-4.873 0.000 1,-1.736 0.000 1,-1.490 0.000 1,-1.227 0.000 0,-0.820 0.000-3,-1.900 0.000 0,-1.861 0.000 0,-1.699 0.000 0,0.580 0.000 2,-0.086 0.000 1,-0.027 0.000 1,-0.416 0.000-2,10.240 0.000-7,-2.654 0.000 3,-4.314 0.000 1,0.705 0.199 1,-2.020 4.589 2,-7.561 5.856-1,-5.260 6.125-3,-2.945-3.412 1,-2.500 0.573-1,-8.410 1.534 3,4.055-6.502-3,-2.133 1.575-1,-1.689 1.093-1,-1.273 0.704 1,2.035-1.996 0,0.051-0.305 1,0.238-0.447 0,0.350-0.516 0,-0.803 0.110-1,-0.453-0.271 3,-0.627-0.172-1,-0.695-0.096 1,-2.943 1.044-2,-0.193-0.522 0,0.107-0.597 1,0.283-0.589-1,1.416-0.944 1,-0.479 0.005 0,-0.660 0.147 0,-0.725 0.228 0,0.434-0.333-1,-0.350-0.047 1,-0.264-0.100 0,-0.188-0.127-1,-0.072-0.150 1,0.322-0.271 0,0.436-0.285 0,0.480-0.275 0,0.477-0.249-1,-1.064 0.286 1,0.910-0.361 0,0.938-0.348 0,3.229-1.086 0,0.738-0.254 3,0.652-0.220 0,-9.475 3.248 0,3.558-0.362-2,3.376-0.030 0,1.805 0.029 2,1.580-0.675-2,-1.176-0.027 0,-1.467-3.411 1,15.040-15.892 1,8.488 3.885-3,3.848-2.423-3,-5.331 4.849 1,1.467-0.841 0,1.422-0.804 0,4.599-3.002-1,2.041-1.185 1,1.688-0.977-1,-0.777 0.276 1,-0.027-0.476 1,-0.367-0.362 0,-0.557-0.262-1,-2.756 1.877 2,-1.012 0.681-1,-1.045 0.836 1,-1.004 0.890-1,1.033-0.561 1,-1.352 1.457 3,-1.225 1.373 0,-1.352 1.135-1,-1.064 0.720 2,6.486-5.177 0,-2.074 1.784-3,-0.516 1.928 0,-1.158 1.158-1,-3.025-0.886 0,0.031-3.531 5,-0.014 1.672-3,-20.246 10.496-1,-0.250 4.622-2,1.254 0.072-1,-2.016 1.455 0,-1.420 1.030 0,2.316-2.294 1,-2.316 0.667-1,-1.254 0.257 6,-0.494-0.016-5,0.012-0.181-1,0.184 0.193-1,0.119-0.077 0,0.494-0.420 1,0.691-0.603 4,0.762-0.670 3,0.744-0.660-7,0.342-0.631 0,0.311-0.368 0,0.531-0.264 1,0.631-0.177 5,-8.920 2.663 1,2.164-0.091-8,0.771-0.513 0,1.100-1.581 2,0.609-1.489 2,0.265-1.071 0,-3.229-0.633 0,0.842-0.300 2,3.278-0.098 0,2.503 0.006-4,-2.724 0.006 2,0.924 0.094 0,-1.078 0.049-1,1.158 0.023 1,-1.009 0.006 0,1.158-0.002-2,1.997-0.730 1,-0.036-4.508 1,4.616-4.898 0,7.627-1.150-1,3.888-2.405 0,3.029 2.670-2,2.883 2.564 1,-1.189 2.812 1,0.635 0.297 0,0.396 0.173 0,0.513 0.277 0,0.276 0.367-1,2.212 0.262 0,4.576 0.366 1,0.186 0.388 1,-1.548 0.280-3,0.990-0.721-1,-6.042 1.229 1,1.345 0.024 4,0.972 0.234 2,-1.419 0.517-6,-0.495 0.315 1,-0.751 0.316-1,10.194-0.511-2,-1.631 0.950 9,-2.848 0.629-4,-2.240 0.273-1,-0.625 0.106 0,2.117 0.042 1,0.426-0.034-1,0.387-0.049 1,-1.756-0.046 0,-2.105-0.026-1,0.025-0.014 1,-1.537-0.009-2,1.037-0.006 2,-0.938 0.002 1,-0.197 0.003-2,-0.795 0.136 1,0.102 1.603 0,-2.301 6.973-1,-10.100 3.758 1,-3.006-1.964-2,-4.258 0.458 0,-0.820-3.689 0,-2.262-0.126 0,-7.588 3.375-1,6.525-4.100 3,-1.334 0.326 0,-0.926 0.096-4,-1.693 0.483 0,0.750-0.542 1,1.223-0.679-1,1.430-0.713 1,1.447-0.680 0,1.350-0.608 2,-6.953 2.655 0,3.172-1.300 0,0.250-2.890 0,-1.350-0.849 1,-1.346-0.346 0,-0.246-0.320 0,0.489-0.281 1,-0.645-0.202-1,1.893-0.231-1,2.037-0.170-2,1.950-0.119 0,-5.317-0.133 5,3.815-0.072 1,0.712-0.002-3,-1.020 0.028 0,-1.391 0.042 1,-1.896 0.034-2,2.763 0.032 0,-1.419 0.017 2,1.996 0.012-1,0.927-2.615 2,20.984-7.918-2,4.598 3.805-3,4.815-2.964-1,-7.928 3.896 2,-0.034 0.095-1,1.498-0.623 1,1.628-0.631-1,1.603-0.593 0,1.479-0.528 0,-0.256 0.223 0,-0.135 0.114 1,-0.511 0.259-1,-0.732 0.340 1,-0.834 0.373-1,0.063 0.204 2,-1.283 0.990 1,-1.252 1.043 0,-1.143 1.001 0,8.781-0.996 3,-2.490 2.587 0,-4.199 1.541 2,-1.832 2.317-7,-6.346 9.801 8,-4.865 4.360-9,-0.178-3.297 0,-2.426 5.863 0,-0.184-7.448 2,-1.441 0.845-1,-1.516 0.517 0,-1.434 0.271 0,0.221-1.531 0,-0.521 0.094 0,-0.361 0.100 0,-0.234 0.099 0,-0.131 0.091 0,-0.057 0.080 0,-1.086 1.979 0,-0.654 1.660-1,-0.724 1.872 0,-0.713 1.869 1,-0.653 1.730-1,-0.244 0.453 1,0.036-0.397-1,0.213-0.913 0,0.311-1.175 1,0.350-1.256 0,0.350-1.216 1,0.353 1.374 1,0.329 0.279-1,0.290-0.442 0,0.242-0.871 8,0.195-1.082 0,-0.491 0.134-11,0.699-1.466 0,0.755-1.358 1,0.722-1.172 1,1.074-1.701 4,-4.312 5.453 0,3.224-5.170 1,0.197 0.050 3,18.290-26.625-16,-3.690 6.944 7,2.125-2.202-1,2.048-2.110 0,2.573-3.014 15,1.652-2.053-16,1.277-1.710 0,0.941-1.359 0,0.661-0.784 2,0.077-0.390 0,-0.825 0.553 0,-1.343 1.116 0,-3.015 3.872 8,-0.973 1.082-3,-1.140 1.297-6,-1.193 1.378 1,-0.156 0.100 4,-1.045 1.617 8,-0.831 1.455-12,-0.639 1.252 1,0.137 0.542 3,5.705-4.633 1,-1.742 4.326 0,-2.152 1.772-1,1.818-3.602-1,-2.150 2.589 1,-14.494 23.143 0,-1.441-2.902-3,-2.098 2.231-1,-1.406 1.330 0,0.842-0.104 0,2.506-0.696 0,-1.436 2.961 4,3.119-8.155 0,-1.188 0.525-3,0.382-0.524 0,0.106 0.430 0,0.347 0.418 0,0.475 0.380 0,0.655-0.740 1,0.001 0.054 0,-0.118 0.000 0,-0.190-0.035 0,-0.227-0.056-1,-0.519 0.904 1,0.468-0.425 0,0.635-0.504-1,-3.195 8.537 1,2.411-1.687 0,0.846-0.288 0,-0.507 0.378 0,1.253-1.765 8,4.122-2.276-9,13.301-19.391 2,-4.359-1.540 1,1.378-1.996-1,2.560-2.820-3,-4.580 4.666 1,1.187-1.188-1,1.119-1.110 1,1.905-1.900-1,0.633-0.612 0,0.344-0.322-1,0.136-0.113 1,-0.012 0.029 1,-0.787 0.479 0,-0.365-0.139 0,-0.412-0.186 0,-0.414-0.203 0,-0.387-0.201 1,-1.199 1.008 1,-0.572 0.321-1,-0.574 0.412 0,-0.543 0.449 0,-0.881 1.192 0,-0.365 0.612 2,-0.295 0.616 0,6.357-8.134 1,-1.248 1.468 0,-1.727 1.962-2,-0.807 3.633 0,3.773 1.405 1,-12.033 22.069 7,-7.811 0.161-12,-1.176 1.482 1,2.174-5.646 0,-1.621 1.560 0,-1.605 1.541 1,-0.494 0.412-1,-0.590 0.754 0,-0.324 0.535 0,-0.133 0.356 0,0.002 0.216 1,0.289-0.194 0,0.451-0.441 0,0.521-0.567 0,0.529-0.606 0,0.494-0.586 1,0.436-0.530 0,0.365-0.455 0,0.186-0.208 0,0.352-0.481 0,0.311-0.437 0,0.262-0.375 0,0.207-0.307 1,0.160-0.240-1,0.115-0.180 1,-6.885 9.623 0,5.439-8.560-1,-0.023-0.045 1,0.335-0.396 5,0.547-0.599-2,0.136 0.038-6,-2.919 4.866-1,2.951-2.464 4,21.645-17.252 11,-0.490-6.157-15,3.347-2.623 0,-0.230-0.355-1,0.652-1.393 1,0.121-1.117-1,-0.229-0.858 0,-0.434-0.629 1,0.213-0.815 1,0.719-1.227-1,0.057-0.422 1,-0.389 0.142 3,-0.666 0.510 5,-0.678 0.461-5,-1.568 1.482-5,-1.666 1.614 1,-1.623 1.593 0,-0.764 0.179 2,-1.971 1.625 6,-1.758 1.384 0,-1.480 1.122-1,2.070-4.542 0,-2.428 5.309-1,-20.311 24.671 9,4.438-5.771-13,-1.307 1.231-2,0.699-0.529 1,0.326-0.200 0,0.639-0.480 0,0.799-0.629 0,-6.246 5.929 0,1.004-0.967 3,-1.797 1.163 0,6.936-6.371-2,-0.648 0.459 1,-1.406 1.080-1,-0.516 0.315 1,-0.365 0.199-1,-0.244 0.111 1,-0.148 0.046-1,1.498-1.144 1,0.129 0.052 0,0.146 0.082-1,0.150 0.097 1,0.143 0.101 0,0.025-0.148 0,0.666-0.966 0,0.750-1.175 1,-6.475 3.179-1,-0.136-3.369 5,2.507-2.158 1,-0.162 0.124-4,1.658-1.799-2,-2.439-2.716 1,2.835-6.978-2,5.805-3.842 2,3.463-2.938 0,1.845 2.273-1,0.182-5.866-2,-0.189 0.453 1,-0.072-2.937-1,-0.057 0.193 0,-0.038 1.464 5,-0.024 1.875-6,-0.011 2.944 3,-0.007-1.519 2,0.002 3.029 1,0.005-0.923-2,0.003-4.144-1,-0.136 4.867-2,-1.701-1.081 1,-6.831 2.606 4,-2.226 4.366-2,-0.369 4.531-2,1.767 12.741 1,4.693-0.931 0,-0.678 3.838-1,-0.002 1.465-1,-0.422 2.145 0,-0.441 1.791 1,0.686-2.054 0,0.526-1.707 1,-0.542 0.726 0,-1.557-0.257 0,-1.686-0.723 0,0.921-2.209 0,2.339-2.795 1,-1.328 4.046 2,-1.408-1.338-2,-2.491-3.406 0,-0.707-8.995 1,9.173-11.917-1,2.526-1.777-1,0.160-4.669-3,0.593-0.744 1,1.298-1.315 0,0.700-0.283 0,-0.240 0.244 2,-0.708 2.042 0,-0.607 1.470 0,-0.478-0.107 1,-0.460 1.687 0,0.264 1.936 0,0.978 1.280 0,1.145 0.140-1,0.099-0.400 1,-0.158-3.608-1,-1.495 3.946 0,-1.242 23.620 6,0.045 0.107-8,-0.184-0.113 0,-2.279 0.506 2,-1.618 1.660-1,1.858-2.509 1,0.573 0.445 1,0.326 2.776-4,-0.011 1.159 5,-1.320-0.965 0,0.032-2.022-4,0.361-0.036 0,0.368 2.439 1,0.855-1.177 2,-0.258-0.851-1,-1.329 1.007 0,-0.369-0.340 0,0.520-0.452 0,0.266-2.554 0,-3.049 4.193 1,-0.506-1.823 0,0.501-0.810-2,-0.392 1.697-1,-0.248 0.242 1,-0.137-1.467 1,0.522-0.868 0,1.231 0.541 1,-0.271 3.370-1,-0.247-1.748 0,0.971-0.880 2,1.406-0.223-3,-1.280 1.878 0,-0.180 0.563 5,-1.051 0.768-6,-2.278 0.334 0,-0.280-0.595 1,1.981-1.496 1,1.475-1.969 1,-0.040-0.795 0,0.507-1.459 0,0.074 3.530-1,2.025-1.928 0,1.216-0.513 1,0.551 1.615 1,0.803-1.441-2,11.104-11.796 2,-5.462-9.080-2,5.316-3.232-3,1.128-0.596 1,1.232-2.219-1,-6.036 5.736 2,0.200-0.334 0,0.159-0.195 0,0.123-0.090 0,-0.222 0.207 1,0.513-0.698-1,0.348-0.583 1,0.215-0.472-1,-0.049-0.370 6,-0.229-0.279-7,-0.341-0.201 0,-0.401-0.137 0,-0.263 0.075-1,-0.151 0.218 3,-0.066 0.306 0,-0.005 0.350 1,0.039 0.043-1,0.067-0.172 0,0.083-0.313 1,0.090-0.393-1,2.646-4.002 0,-0.100 0.092-1,-0.241 0.411 1,-0.306 0.567-1,-0.724 1.375 1,0.146 0.246 0,0.256 0.130 0,0.304 0.046-1,0.311-0.010 0,0.291-0.044 0,0.255-0.063 0,1.528-2.346 0,0.991-1.594-1,0.372-0.758 1,-0.053-0.167 7,-0.318 0.223 0,-0.467 0.456-10,-0.525 0.572 1,1.176-1.503-1,0.168-0.372 1,-0.074-0.164-1,-0.219-0.022 24,-1.902 2.807-23,-0.367 0.988 0,-0.348 1.118 0,-0.313 1.134 1,-0.271 1.071 0,-0.225 0.961 3,1.133-0.925-1,-0.010-0.191 1,0.027-0.498 0,0.045-0.651-1,0.055-0.694 0,-0.316 0.186 0,-0.707 0.946 0,-0.822 1.259 0,-0.826 1.351 0,-0.762 1.299 1,6.430-5.546 0,-1.045 1.345 0,-6.016 4.611 0,0.254-0.796 1,-0.023-0.406 0,-0.209-0.119 1,1.309-1.587-2,0.035 0.423-3,0.070 0.579 0,0.086 0.624 0,0.088 0.598 2,0.203-0.848 1,-0.023-0.324-1,-0.053-0.080 3,-0.070 0.074 3,-1.688 2.060-8,7.260-6.815-1,-0.346 1.919 1,-0.170 1.724 3,-1.385 2.439 0,-1.967 2.109 0,-0.031-1.518 1,-16.322 19.938 6,3.621 0.846-9,-1.281 0.477 1,-6.314 1.837-1,1.176-2.923-1,-0.473-0.197 0,0.254-1.246 0,0.441-1.311 2,0.221 0.820-1,-2.193 2.830 6,-1.365 1.957-6,1.807-1.101-1,1.705-0.727 0,1.348-0.818 4,0.467-0.365-1,-0.988 0.695 0,-0.322 0.739 1,3.492-2.240 0,-1.254 2.167-4,-1.510-0.465-1,0.758-1.498 4,0.316-0.356-1,0.297-0.802 0,-2.092-0.039 0,-3.055 1.402 4,3.014-0.846-5,2.818 1.506 0,1.314 0.967 0,-1.281 1.668 1,0.309-1.095 0,1.881-1.190 0,1.986 0.573 0,0.361-0.467 1,0.025-0.540 1</inkml:trace>
</inkml:ink>
</file>

<file path=ppt/ink/ink2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2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7502.500 3678.000 767,'0.000'-11.813'0,"0.000"0.289"0,0.000 0.222 0,-0.179-1.821-6,-1.104-3.954 4,0.103 5.851 1,-0.695-3.874 0,-0.326-0.729-1,-0.217-0.117 0,-0.130 0.268 0,-0.067 0.479 0,-1.338-2.317 1,-1.023-2.162 0,-0.543-0.713 2,-0.189 0.288 3,0.026 0.676-5,0.336 1.457-2,0.449 1.636 1,0.492 1.640-1,0.486 1.530 1,0.449 1.353 3,0.161-0.081 1,0.337 0.310-1,0.257-0.031 0,0.187-0.241 0,0.126-0.354-1,0.347 0.774 1,-0.040-0.621 0,-0.081-0.417-1,-0.104-0.254 1,-0.281-0.267 6,-0.293 0.222-9,-0.317 0.346 0,-0.314 0.407 0,-0.291 0.423 1,-0.682-1.633 1,0.432 0.760-1,0.620 0.768 1,0.679 0.704 1,-0.929-5.654 1,0.047-0.871 0,-1.045-2.111-2,-1.017 1.362 0,-0.936 1.912 0,0.742 2.351-1,1.137-0.281 1,0.801-2.036 1,1.417 2.380 5,2.938 29.470-3,-0.395 1.352-4,-0.025-5.317-1,0.146 0.765 0,0.238 2.646 0,0.284 2.781-1,0.298 2.698 0,0.288 2.474 1,0.362 4.377-2,0.303 3.963 1,0.271 3.919-1,0.231 3.630 0,0.043 0.648 0,0.147 2.328 1,0.122 1.944-1,0.098 1.568 0,0.043 1.884 1,-0.267-2.356 0,-0.350-3.334 1,-0.380-3.755 1,-0.206 2.491-1,-0.454-4.611 7,-0.383-4.890 2,-0.307-4.623 8,-0.236-5.120-6,-0.156-3.420-12,-0.108-2.823 1,-0.071-2.223 4,-0.113 8.512 7,-0.027-1.633 2,0.026-2.442-13,0.044-3.425 0,0.039-1.852 3,0.031-0.483 6,0.046-22.685-6,-0.004-0.580-3,-0.001 0.495 0,-0.002-1.857 1,-0.001-7.447-1,-0.001 5.727 1,0.000-2.335-1,0.000-1.980 0,0.000-1.600-1,0.000-1.235 1,-0.163 0.615-1,-0.259-1.203 1,-0.303-1.189-1,-0.313-1.099-30,-0.297-0.965 34,-0.252-0.813 26,-0.187-0.346-29,-0.138-0.137 1,-0.096 0.010-1,-0.062 0.104 1,-0.036 0.158 0,-0.210-2.109 0,0.179 2.680 0,0.222 3.072 0,0.229 3.034 1,0.211 2.741 0,0.183 2.320 0,0.149 1.859 0,0.115 1.415 0,0.085 1.020 1,-0.787-9.314-1,0.092 0.998 1,-1.939-13.403-1,-0.162 2.973 24,-0.278-1.819-23,0.171 1.327-6,0.432 3.142 1,0.556 3.988 0,0.584 4.166 1,0.551 3.922 1,0.497 3.964 0,-0.132-1.596 4,1.275 25.834 28,0.207-1.865-31,-0.014 1.826-1,-0.018 6.092-1,-0.019 4.917-1,-0.019 3.770 2,-0.016 2.741 1,0.122-2.322-3,0.210 1.160-1,0.248 0.937 0,0.258 0.727 1,0.244 0.540 1,0.221 0.382 1,0.258-1.252-1,0.355-0.402 1,0.367-0.543 0,0.352-0.602 0,0.318-0.602 1,0.276-0.564 2,0.723 2.034 0,0.283-1.591-1,0.219-1.731 1,0.161-1.681 0,0.113-1.515 1,-0.116-2.628 1,0.054-1.757-1,0.041-1.649 1,0.031-1.458 10,0.021-1.229-22,-0.342-1.994 11,-0.238-1.460 1,3.373 7.270 0,-1.045-4.996 2,0.397-4.761-1,6.160-2.048 0,-0.013-5.747-2,-0.766-5.904 0,-0.160-5.539-3,-3.499-2.325-1,0.370-4.894 0,-3.294 5.513 1,1.156-3.342 0,0.701-2.768-1,0.354-2.206 3,0.434-1.941-2,0.312-1.241-3,0.265-0.840 0,0.217-0.520 0,0.170-0.275 1,1.412-3.807 1,0.568-1.393 0,0.236-0.418-1,0.007 0.237 8,-0.142 0.638 2,0.214-0.281-12,-0.315 1.072 0,-0.336 1.083 0,-0.321 1.004 1,-0.286 0.875 6,-0.939 1.946-1,-0.116-0.106 0,-0.360 0.551 0,-0.501 0.956 2,-0.563 1.167 7,-0.290 0.808-7,-0.767 2.409-6,-0.737 2.494 0,-0.665 2.376 1,-0.573 2.134 0,3.553-6.325 8,-1.238 2.940-1,-1.175 3.249 6,2.034-0.264-7,2.761 8.298-3,-9.257 14.959-1,-2.572 1.130-1,-1.030 2.345 0,-0.803 10.111-1,-1.274 11.095 1,-0.937 6.696-4,-0.649 3.443-3,0.667-4.429 2,0.062 1.844-1,0.173 1.705 0,0.233 1.500 0,0.474-2.402 4,0.223-0.639 1,0.203-1.074 1,0.178-1.305-1,-0.022-0.076 1,0.215-3.682 3,0.202-3.987 0,0.180-3.915-1,0.153-3.603 1,-0.022-1.626 3,0.044-2.658 0,0.010-2.426-1,-0.013-2.099 19,0.194-1.957-23,0.313-1.721-2,0.366-1.443 0,0.372-1.159 2,-0.598 8.375 4,1.193-5.990-2,-0.776-1.223 6,-7.010-21.004-5,4.949-3.557-4,-1.284 1.423-1,-2.108-5.552 1,2.801 4.807-1,-0.439-2.381 0,0.028-0.897 1,0.065-0.712-1,0.186-0.248 0,0.256 0.079 0,0.285 0.292 0,-1.938-5.795 1,-1.353-2.698 0,-1.227-1.918 2,-1.049-1.278 4,1.415 4.679-9,-0.324-0.589 0,-0.256-0.614 0,-0.193-0.598 0,-2.047-7.561 1,1.316 0.733 3,1.651 1.350-1,1.708 1.603 1,0.563 0.320 1,1.334 4.198 0,0.221-0.817-1,0.214-0.699 7,-0.215-2.695-1,0.238 1.238-10,0.216 1.791 0,0.188 2.035 1,-0.315-0.544-1,0.055 2.014 7,0.013 1.692 0,0.814 4.637 0,0.330 1.594-1,0.378 1.523 0,-1.146-8.423 2,1.391 4.434 0,1.083 3.593-1,0.736 0.040 2,-3.959 24.780 0,-0.685-1.178-7,0.165 2.526 0,0.520 2.310 1,1.145 0.433-2,1.845-3.520 1,0.321 2.559 0,0.267 1.590 3,0.209 0.862 1,0.155 0.344-4,0.110-0.001-1,0.073-0.210 0,0.044-0.320 1,0.021-0.358-1,-0.003 5.364-1,-0.001 4.780 0,-0.005 2.717 7,-0.008 1.182 2,-0.009 0.098-4,-0.006 4.205-6,-0.011-2.104 0,-0.009-3.361 0,-0.008-3.841 1,-0.005-3.803 18,-0.005-4.691-12,-0.002-2.591-5,-0.002-2.135 1,-0.001-1.686 4,0.581 5.343 6,2.510-3.611 2,7.999-9.756-4,-4.124-12.205-5,-4.688-8.000-2,-1.822-2.337-1,-0.377 7.698 1,-0.063-0.741 0,-0.259-3.349-2,-0.344-2.086 1,-0.366-2.048-1,-0.348-1.850 0,-0.307-1.569 1,-0.883-4.460 0,-1.095-2.944-1,-1.145-2.022 1,-1.070-1.285 5,-0.183 2.282-9,-0.218 1.245 9,-0.024 1.643-8,0.099 1.760 1,0.167 1.694 3,-0.185 1.135 2,-0.392 0.695 0,-0.488 0.365 0,-0.511 0.129 0,-0.483-0.029-1,0.442 1.639 1,0.467 1.155-1,0.646 1.318 1,0.713 1.325-1,0.702 1.232 1,0.797 0.333 2,0.515 0.373-1,0.428 0.792 0,0.342 1.013 3,0.262 1.089 1,0.096 0.638-6,-2.212-8.655-3,0.254 3.155 3,-0.568 1.002 3,-0.290 2.171-1,1.410 3.489 0,-0.262-6.154 0,2.738 4.972-2,0.852-3.341 0,0.801-0.343-1,0.124 3.967 6,-0.059 0.440-7,-0.146-0.994 4,-0.021-2.293-4,-0.011 0.210 0,-0.003 2.372 0,-0.002-1.194 2,0.002 0.046 2,0.002-2.645-2,0.002 2.971-1,0.000-3.627 0,0.000 0.854 1,0.000 0.721 0,0.000-0.731 0,0.000 0.601 0,0.000 1.831 0,0.000 1.081 0,0.000 0.462 0,0.000-1.159 1,0.000 1.170 3,0.000-1.561-4,0.000-0.370 0,0.000-0.115 1,0.000 1.568-1,10.355 15.839 1,-7.274 8.124 0,3.143-2.521-3,0.598 1.237 1,-0.266-1.145 0,3.001-1.325 1,-4.577 3.599 2,-4.073-0.024-4,3.648-1.285 5,7.105-4.369-3,-1.798 2.292-1,-1.276-0.667 1,2.871-6.023 0,-1.523 6.366 0,-0.488 1.103-1,0.234-3.239 1,-0.412 0.122 1,-2.229 2.581 0,-2.875 3.709-3,4.682-4.369 3,2.039-5.444-1,-6.219 7.978 1,-3.883 0.983-2,7.985-4.213 1,1.215-1.776 0,-2.172 2.650-1,2.104 1.769 0,0.889-0.957 0,-3.326-1.058 0,-1.189 4.058 3,-1.291-0.197-2,-1.341-0.883 0,1.291-0.955 3,2.828-2.068-3,1.977-2.281-1,1.703-0.985 0,0.642 1.825 0,-2.257-0.097 0,0.574-1.557 2,-2.107 3.591 1,3.597-1.171-2,-0.911-2.132 0,-1.212 2.782-2,-0.735-1.380 3,1.910-1.461 0,-2.148 2.021-2,2.363-6.976 3,0.386-0.258-3,0.962 0.185 1,-2.457 5.902-1,-0.585 1.091 2,-7.104 4.621-1,-2.615 0.944 0,-0.088-1.164-1,-6.078-0.884 0,-3.162-5.044 0,-1.940-1.594 1,-0.228-1.989-1,0.353-1.397 1,-1.621-0.645-1,-1.610-0.169 3,1.078-1.023-2,4.661-7.088 0,2.057-2.177 1,-0.990-0.099-2,-0.414-0.679 1,3.407-0.412 0,0.450-0.653 1,0.402 0.947-3,-2.256 0.167 0,-1.106-0.553 4,0.396-0.208-1,0.901 0.870-3,0.715 0.847 1,0.240 0.131 1,-0.202-0.588 0,0.144 0.255 1,-1.885-3.791 0,0.327 0.933-2,-0.229 1.889 1,-0.083 0.177 1,0.437-0.287 2,-0.934 0.735-4,-0.716 1.165 1,-1.697-0.560 0,2.865 0.951 0,0.832 0.053 3,-3.447 2.753-4,0.201-1.043 0,1.072 0.144 1,-3.031 3.012 1,7.382-6.540-1,-4.221 0.747 0,0.194-2.568-2,2.201 2.961 1,-1.847-0.781 2,2.410-0.921 0,4.364-0.425-1,-8.773 4.078 1,-0.893 1.159-2,2.700-1.303 1,1.001-1.333-1,4.369-1.486 2,-9.620 6.884 1,1.303-5.681-3,1.722 1.109 0,-2.065 5.881 2,17.927 11.703 0,3.462-4.891-1,-3.089 5.417-1,-1.524 1.183 1,-1.461 2.773-1,1.528-0.670 0,2.157 3.161 0,-2.335-4.984-1,0.766 1.783-1,0.701 1.763 1,0.604 1.606 0,1.551 4.447 0,0.790 2.348 0,0.330 1.018 0,0.018 0.113 4,-0.177-0.454-2,-0.280-0.765-4,-0.496-1.012 1,-0.453-0.759-1,-0.441-0.668 1,-0.399-0.556 0,-0.340-0.441 4,-0.275-0.334-1,-0.212-0.240 0,-1.015 1.055 0,-0.126 1.662 1,-0.085 0.479-1,-0.052-0.337 16,-0.026-0.858-14,-0.008-1.148-6,0.506 1.184 1,-0.566-1.778 0,-0.666-1.705 0,-0.672-1.517 1,-0.618-1.274 4,-0.534-1.018-1,-0.753-2.618 1,1.985 9.532 0,-0.326-1.348 1,-0.303-0.354 1,-1.187-3.022-1,-0.949-2.738-1,0.216-1.975 0,2.429 3.220 0,1.608-5.193-2,5.338-8.414 4,-10.340-13.041-2,-1.058-1.015-3,-0.091-0.753-1,0.000 0.792 0,0.000-1.433-1,-0.069 2.556 6,-1.734-3.619 0,-0.616 1.725-5,-1.008-7.507-1,1.513 9.174 1,-0.134-0.284 4,-0.100 0.058-2,-0.907 0.550-1,-0.622 0.041-1,-0.338 0.019 0,-0.131 0.003 5,-0.148-1.196-1,0.563 0.091-4,0.686 0.143 0,0.697 0.161 0,-1.139-8.271 3,-0.001 1.173-1,0.952 8.853 1,-0.809-0.071-1,-0.877-0.128 1,-3.507-7.711-1,1.394 1.913 0,1.063 1.469 1,1.099 4.358 0,-1.397-0.450 2,-0.131-0.381 0,-0.352 2.169-4,-2.426-0.263-1,-1.596-1.420 2,2.950 2.125 4,0.911 0.225-6,-1.212-1.849 0,-0.293-0.043 3,2.562 0.380 0,-1.238-0.913-1,2.711 0.089-1,1.408-2.207 1,-2.811 2.667 1,0.551 0.241 0,3.911-1.253 0,0.806-2.411-1,-0.006 0.527-1,-2.019-2.533 1,-0.903 3.182-2,-0.137-0.451 0,0.844 1.321 1,0.602-0.866 1,1.056 2.043 3,-1.845-2.004-1,-2.026-2.482-3,1.066 1.433 0,1.825 3.323 0,-0.710-0.482 0,-5.425 0.302 2,0.309 2.696 0,1.630-1.752 0,3.513-2.361 0,-6.614 5.178 0,-0.413 14.578-1,4.182 2.985 0,4.973 2.582 1,0.143 1.054-2,-0.074-0.294 0,0.526-1.772 0,6.608-0.945 2,0.686-2.858-1,1.798 1.331-1,-1.885-0.083 1,-2.046 3.555 2,1.971 1.510-4,0.811-1.688 0,1.203-3.929 2,-0.340-0.267 3,-2.597 0.428-2,-0.051 2.346-3,-0.643-0.250 0,0.973 0.905 1,0.949-1.985 2,1.954 0.402 2,-2.050-2.433-4,-2.003 2.026 1,-16.653-13.199 4,1.289-6.163-6,0.750 0.585 1,1.958-0.065 0,-0.679-2.237 0,-2.520 1.828 1,1.092 0.727 1,0.913-3.921-2,1.313-0.077 1,-0.611 0.022 0,0.525 2.213-1,0.380-1.858 3,0.723 1.952-2,2.150-0.674 0,1.524-2.067 0,1.786-0.370 0,0.642 1.767 1,3.159 1.154-1,6.632 4.158 0,2.009 5.954 1,-2.061 5.076 0,-10.578 7.992-1,1.143-0.300-1,4.637-0.309 0,-0.322-0.822 1,-4.025-0.276 0,-1.352 0.217 2,0.280 0.035-2,0.023-0.042-1,2.166 0.543 1,4.995-1.404 0,0.334 0.581 0,-2.122-1.167 0,-3.656 1.341-2,4.052 2.163 2,1.414 3.819 1,-1.379-0.914-4,-0.141 0.910 0,-0.299 0.182 3,-0.173 0.708-1,0.100 1.792 0,-2.518-8.524 1,0.028 0.711-1,0.032 0.681 1,-0.112 0.122-1,0.037 0.845 0,0.041 0.851 0,0.039 0.797 0,0.230 3.621 1,-0.406 0.928-1,-0.482 0.670 0,-0.487 0.455 0,-0.563-3.036 0,-0.294-0.313 1,-0.250-0.375-1,-0.203-0.391 0,-0.152 2.413 1,-0.150-0.249 1,-0.099-0.234 0,-0.059-0.205 0,-0.028-0.436-1,-0.009-0.537 0,0.004-0.550-1,0.013-0.509 2,0.030-4.165-1,0.009-0.309 1,0.010-0.214-1,0.009-0.137 1,0.006 1.075-1,0.009-0.441 1,0.007-0.509 0,0.006-0.519 0,0.004 8.399 0,0.007-4.409 0,0.002-3.378 1,0.003 2.510 2,-0.004-0.771-3,-0.003 0.807-1,0.177-1.908 0,5.717-1.330 2,6.515-9.559-1,-7.354-13.620-1,-4.425-3.252-1,-0.428-7.600-2,-0.193 9.939 1,-0.032-0.791 0,-0.020-0.527 0,-0.009-0.320-1,-0.003-0.164 2,0.003-0.052 0,-0.156-0.229 0,-0.252-0.496 0,-0.297-0.250 0,-0.307-0.072 5,-0.291 0.049 2,-0.244-0.647-9,0.056 1.363 1,0.160 1.583 0,0.212 1.591 0,-0.340-4.769 4,0.595 4.350 2,-1.570 0.106 5,-5.976 20.191-7,7.459 7.695-2,0.498 8.257-4,0.394-8.876 2,0.068 1.218-1,0.045 0.896 1,-0.354 1.690 0,-0.576 2.332 0,-0.669 2.446-1,-0.674 2.322 1,-0.623 2.060-1,-0.434 10.754 0,-0.227 7.999-1,-0.096 5.804 2,-0.007 3.968 5,0.558-4.832-9,0.370-1.709-1,0.428-2.721-1,0.436-3.199 2,0.412-3.295-1,0.304 3.292 10,0.367-2.451 0,0.291-3.444 0,0.222-3.783 11,0.159-4.417 1,0.108-4.452-19,0.067-4.113 0,0.036-3.568 1,0.002-4.308 9,0.001-2.217 0,0.081 6.290 3,-0.045-4.620-3,-0.030-0.758 3,0.492-24.345-7,2.483-4.346-4,-0.275-1.737-2,-1.529 4.166 2,-0.158-3.525 0,-0.139-3.263 0,-0.199-1.027-1,-0.186-0.111 1,-0.163 0.484-1,-0.136 0.829 0,-0.117-1.403 2,-0.073-2.464 0,-0.057-1.917 0,-0.041-1.431 6,-0.028-1.018-2,0.306-1.829-8,0.507-0.085 0,0.603 0.240 0,0.626 0.438 1,0.597 0.536 2,0.804-6.689 1,0.202-0.573 1,0.019 0.956 0,-0.096 1.809 9,-0.158 2.175-3,-0.583 4.964-11,-0.420 2.764 2,-0.445 2.663-1,-0.428 2.403 1,-0.386 2.059 6,-0.344 2.675 1,-0.257 2.181 0,-0.033-6.330 1,-0.459 6.003 1,-1.359 0.420 1,-5.238 22.118-1,0.356 9.069-3,1.541-3.009-5,-0.788 3.670-1,-0.608 3.039-1,-0.447 2.410 0,-0.313 1.831 0,-1.385 8.396-2,-0.764 6.960-1,-0.731 7.108 0,-0.646 6.563 2,1.558-6.784 1,0.592-1.974 0,0.780-3.364 0,0.852-4.044 0,0.839-4.215 1,0.266-1.477 4,0.862-5.951 4,0.715-5.447-1,0.565-4.672 0,0.424-3.796 6,0.560-3.514-2,-0.903 3.666 5,1.161-2.291 5,2.310-29.318-17,-0.658 0.250-5,-0.330-2.889 0,-0.332-0.926 1,-0.310 0.399 0,-0.357 0.466 0,-0.478-0.836-1,-0.487-1.101 1,-0.460-1.200 1,-0.411-1.183 0,-0.188-0.603 1,-0.030-0.183 0,0.076 0.104-1,0.140 0.286 1,0.173 0.385 0,0.231-0.281 1,0.474 0.936 1,0.504 1.002-1,0.484 0.971 0,0.480 2.068 1,0.343 0.948 2,0.285 0.856-1,0.229 0.738-1,0.176 1.010 1,0.130 1.122-1,0.092 1.121 0,0.059 1.046 0,0.058-0.745 1,0.017 1.137 0,-0.003 0.972 0,0.080-7.385 0,-0.079 4.954-1,-0.343-0.635 1,-7.883 23.711 5,0.214 1.273-5,1.603 5.263-5,1.292-0.114 2,0.886 1.712-1,1.338 1.537-1,1.264 2.062 2,1.110-10.026 0,-1.501 10.641 0,-0.081-9.894 1,-0.762 0.664-1,0.039-1.299 1,0.002-0.343 0,-2.098 9.230-1,1.063-0.230 2,1.383 0.303 1,1.112 0.121-2,0.724 0.133 0,0.424-0.035-1,0.144-8.255 0,0.035 0.071 1,0.012 0.022-1,-0.003-0.009 1,0.048 6.679 1,-0.047-2.686-1,-0.043-2.309 2,-0.036-2.186 0,-0.022 2.500-1,-0.019-1.704 0,-0.002 1.282 3,0.002-2.009-5,0.002-0.640-1,0.000 4.925 2,0.003-3.876 1,0.001-1.045 0,0.000 5.120-2,-0.493-2.782 0,-0.989 1.422 0,-0.982 0.843 0,-0.247 0.104 0,0.484-0.238 0,0.719-0.687 1,0.624-0.577 1,0.442-0.111-1,0.295 4.038-1,0.185-0.181 4,0.050-3.059-2,0.002-1.258-3,-0.018-0.935 2,-0.022-0.593 1,-0.021-0.947 0,-0.012 4.554-1,-0.016-3.668 0,-0.003-0.126 0,-0.003 2.831 1,0.003-2.889 0,0.003-0.003 3,0.000-25.276-4,0.000 0.984-2,0.000-0.684 1,0.895-2.844 0,2.932-4.885 0,-1.188 6.941 0,1.060-6.982-2,0.224-3.469-1,0.054-2.880 0,-0.055-2.269 0,0.204-1.187 1,0.633-2.743 0,0.739-2.659-1,0.743-2.391 1,-0.565 3.982 1,0.240-1.645-1,0.167-1.650 1,0.107-1.555-1,0.543-4.533 1,-0.367 1.336 0,-0.482 2.209 1,-0.521 2.604 0,-0.863 5.724 0,-0.496 3.539 3,-0.458 3.524 1,-0.403 3.288-2,-0.340 2.920 1,-0.278 2.489 3,-0.030-0.569-1,-0.512 2.518 0,-0.486 2.424-1,0.289-5.613 16,0.313 3.738-21,3.806-0.612 7,1.972 2.610-5,0.034 3.818-2,-0.034 18.525 2,-11.952 5.625 2,-1.451 2.242-1,2.957-7.737-3,0.603-0.061 0,0.313 1.761 1,0.318 1.927-2,0.299 1.905 2,0.266 1.761-1,0.186 5.217 0,0.232 2.138-1,0.172 1.689 1,0.120 1.268 0,0.964-1.564 0,0.730 1.740 0,0.536 0.723 0,0.374-0.002 3,0.241-0.487 4,0.621 3.018-6,0.108-1.549-4,0.027-1.724 0,-0.027-1.693 1,0.104-1.205 6,-0.094-2.728 1,-0.103-2.629-1,-0.099-2.336 0,-0.596-3.695 2,-0.389-1.930-2,1.082 7.572 3,-1.478-4.670-2,-0.498-1.058 1,0.411-2.601 1,2.155 0.126-2,7.650-5.645-3,-2.110-11.936 1,-0.650-7.669-2,0.224-9.162-1,-2.626 4.085 1,1.196-4.691-1,0.686-4.178-2,-0.027-2.536-1,-0.390-1.626 0,-0.606-0.916 0,-0.715-0.383 0,0.751-7.424 1,-0.717 0.323 1,-0.987 2.227 0,-1.075 3.231 3,-1.562 9.245 8,-0.637 2.720-3,-0.570 2.608-8,-0.493 2.391 1,-0.315-0.414 0,-0.477 3.523 9,-0.342 3.119-1,-0.381-3.434 12,-3.506 29.471-12,0.646-1.866-7,0.232 0.159-2,0.552-2.052 0,-0.283 3.866 1,0.028 3.636 4,0.221 3.197-4,0.528-0.413-1,0.274 2.288-1,0.275 2.156 0,0.259 1.935 0,0.231 1.666 1,0.146 7.655 0,0.222 0.808-1,0.164 0.063 1,0.115-0.392 0,0.063-7.279 2,0.034-1.304 1,0.021-1.324 0,0.011-1.255 0,0.002-1.131 1,0.011 4.538 0,-0.010-2.073 1,-0.012-2.910 0,-0.013-3.156 4,-0.012-2.222 6,-0.011-2.529-15,-0.008-2.489 1,-0.007-2.243 13,-0.003 4.985-11,-0.010-2.292 3,9.116-27.441 3,-4.667-1.298-7,-0.781 3.399-1,1.310-3.629 0,1.171-3.690 1,1.001-3.480 0,0.821-3.106-3,0.512-4.494 0,0.426-5.584-2,0.287-5.763 0,0.176-5.498-1,-0.594 1.494 3,0.604-2.825-1,0.718-2.324 0,0.759-1.853 0,1.612-6.428-1,-0.209 1.391 3,-0.553 2.469 1,-0.744 3.014-1,-0.090 0.223 1,-1.412 6.611 5,-1.403 6.715 0,-1.283 6.234-1,-1.817 6.592 3,-1.025 3.270 7,-0.933 3.149-2,-0.812 2.867 4,-0.679 2.496-5,1.140-10.071-12,-0.515 10.475 2,0.299-0.082 6,0.186-0.018 0,0.098 0.023-8,-0.284 1.618 2,2.473-10.198-3,0.012 0.714 3,-0.019-0.000 2,-0.027-0.760 1,-2.444 10.161-2,0.177-1.374-1,-0.347 0.913 1,1.047-7.742 0,-1.461 4.633 1,-1.037 2.270 1,-0.704 0.090 7,-0.628 23.751-8,-0.589 2.244-3,-2.153 2.752 0,-2.032 5.219-1,2.438-9.853 2,-0.004 1.290-1,0.093 1.270 0,0.150 1.168 0,0.176 1.020 0,0.181 0.853 4,0.171 0.685-8,0.153 0.527 4,-0.225 15.978-1,0.719 3.119-1,0.325 4.682 17,0.295 2.833-19,0.251 1.456-1,0.203 0.486-1,0.158-1.132 1,0.112-0.833 0,0.078-1.040 0,0.052-1.084 2,0.029-3.216 9,0.015-4.281-1,0.003-4.595 0,-0.003-4.418 0,-0.006-3.593 2,-0.010-4.473 3,-0.012-3.836-2,-0.010-3.109-1,0.005 5.249 2,-0.022 0.462 0,-0.013-0.067 0,-0.003-4.646-7,-0.003 1.295-2,0.001-25.768 10,0.005-0.523-10,-0.412 1.165 0,-0.629-4.804 0,-0.707-5.078-1,-0.694-4.811-1,-0.627-4.234 0,-0.827-3.380 0,-0.961-4.860-2,-0.711-2.829 1,-0.500-1.298 2,-0.328-0.198 5,-0.192 0.544-5,-2.103-9.938-5,-0.053 0.749 0,0.479 2.607 0,0.760 3.497 20,1.613 7.750 1,1.030 3.672-18,1.018 3.415 0,0.934 2.999 1,0.813 2.511 7,0.320 1.838 1,-0.018 1.272-1,-0.232 0.816 1,-0.353 0.464-2,-0.404 0.204-1,0.063 1.641 1,0.152 1.151-1,0.273 1.279 0,0.336 1.276 0,0.352 1.188 0,-0.145-0.821 2,-0.146 0.919-1,-0.276 0.689 1,-0.328 0.489-3,-0.333 0.325 1,-0.304 0.197-1,-0.151-1.171 0,-1.251-7.300 0,1.490 3.043 10,0.544 5.885-11,-9.525 19.684 2,7.470 1.915 0,1.090 0.419 1,-0.575 6.984-3,-0.796 4.052 1,2.195-7.590-2,0.012 1.834 0,0.079 1.515-1,0.116 1.196 0,0.178 4.652-1,0.245 2.262 0,0.250 0.716 0,0.234-0.308 8,0.205-0.924 1,0.170-1.236-9,0.136-1.333 1,0.103-1.287 0,0.073-1.156 0,0.051-0.982 0,0.030-0.795 0,0.018-0.615 0,0.007-0.453 0,-0.001-0.315 1,-0.005-0.204-1,0.123 13.793-2,0.070 8.853 3,0.082 3.869 11,0.085 0.311 1,0.082-2.072-3,0.073-3.520-13,0.053-1.207 0,0.064-6.008 2,0.050-5.822 0,0.036-5.241 1,0.024-4.461 5,0.031 3.663 24,0.041-5.548-7,-6.514-23.819-17,-0.268 1.185-1,0.221-5.706-2,4.167 3.782 1,-0.047-2.158-2,-0.032-1.619 0,-0.563-1.758-1,-1.017-4.308 0,-0.973-3.942-1,-0.890-3.478 4,-1.403-4.830-1,-0.999-2.289-5,-0.899-1.568 0,-0.778-0.988 0,-0.876-1.723 0,0.105 1.520 4,0.382 2.156 0,0.538 2.432 0,-0.733-2.586 0,0.893 2.500 6,0.861 2.125-1,0.766 1.709 0,1.256 4.033-1,0.393 0.981-1,0.276 0.706 1,0.183 0.477-1,0.107 0.738 1,0.053 0.850-1,0.014 0.859 0,-0.013 0.802 1,0.439 2.173-1,0.388 1.825 0,0.453 1.921 0,0.463 1.851-1,0.438 1.678 1,-3.086-8.404 3,-0.071 1.345 1,1.435 3.501-1,0.105 3.972-2,-5.235 3.121 0,-0.689 12.491 1,4.673 4.840-3,1.759 5.210-1,1.819 5.166-1,1.979-7.923 1,0.290 0.770-1,0.227 0.426 2,0.171 0.527 1,0.121 0.553-4,0.081 0.529 1,0.049 0.475 0,0.025 0.405 1,0.008 0.861 0,-0.003 1.089 1,-0.011 1.155-1,-0.015 1.112 0,-0.016 1.003-1,-0.019-0.807 1,-0.013 0.970 0,-0.011 0.972 0,-0.009 0.913-1,-0.008 0.816 1,-0.006 3.610 0,-0.005-0.630 0,-0.004-1.114 0,-0.003-1.324 0,0.162-3.793 1,0.259-1.861 2,0.303-1.842-1,0.313-1.705 1,0.298-1.500-1,0.598 0.561 2,0.340-1.079-1,0.270-0.762 1,0.205-0.502-2,1.804 7.664 1,-1.200-2.888 0,-0.896-4.229 1,0.462-0.904-1,1.036 0.540-1,0.876-1.575 0,-2.718-21.813 4,0.976-1.203-7,0.172-10.612-1,-1.928 7.938 1,-0.332-0.072 0,-0.209-1.221 0,-0.191-0.987 0,-0.166-0.765-1,-0.138-0.567 2,-0.116 1.460 0,-0.073 0.153 0,-0.055 0.271-1,-0.040 0.333 1,-0.027 0.354 1,0.199-0.598 0,0.337 1.087 1,0.398 1.186-1,0.408 1.162 0,0.598 0.220 2,0.378 1.569 0,3.092-7.410 2,-0.642 7.716-1,2.058 20.750 4,-6.716 4.682-4,-0.321 3.291-6,0.158-5.622 1,0.008 3.431 1,0.010 2.972 0,0.011 2.469-2,0.010 1.970-1,0.362 5.268 0,0.550 1.289-1,0.609 0.664 1,0.593 0.228 0,0.529-0.056 2,0.443-0.223 0,-0.337-3.594 1,0.037 0.346-1,-0.023-0.069 1,-0.063-0.339 4,-0.084-0.498 15,-0.093-0.570-22,0.200 4.416 0,-0.075-0.247-1,-0.064-1.344 1,-0.052-1.924 8,-0.041-2.133 8,-0.201-1.613-15,-0.323-1.497 0,-0.358-1.161 0,-0.351-0.858 3,-0.317-0.843 2,-0.271-0.765 1,-0.221-0.655-1,-0.170-0.533 0,0.036-2.085-1,0.182-0.760-1,0.250-0.740 1,0.278-0.676 0,0.277-0.588-1,0.157-0.186 1,1.221 9.128 0,-0.666-1.995 0,-0.726 0.470 0,-0.867-7.427 0,-0.131 0.943 1,-0.103 0.773 1,-0.076 0.606-5,-0.053-0.351 0,-0.031 0.263 0,-0.020-0.119 0,-0.012-0.362 0,-0.004-1.136 9,-0.041 8.935-8,0.015-3.862-2,0.019-2.461 5,0.021-3.138 0,0.013 2.078-1,0.015 0.865 0,0.004 2.267-1,-0.001 0.547 1,-0.001-0.885-2,0.000-0.692-2,-0.002-2.676 8,0.000 1.453-6,0.000-1.564 0,0.000-0.942 7,0.000 1.906-5,0.000-27.179 0,0.000 1.542-3,0.000-1.338 0,0.000 1.284 0,0.000-1.356 0,-1.051 1.747 5,-2.070-5.792-1,-2.001-4.854-5,2.081 8.916 0,-0.118-2.070 1,-0.020-2.128-1,0.046-2.008 1,0.082-1.783 0,0.330 1.035 0,0.077-0.230 0,0.066 0.083 0,0.056 0.288 0,0.045 0.407 1,-0.230-1.169 1,0.104 1.822 0,0.112 2.023 0,0.108 1.990 0,0.099 1.814 1,0.084 1.560 1,0.114-0.204 0,0.341 0.871 0,-0.682-8.198 12,1.264 5.982-15,0.530-1.196 7,-0.523 26.082-5,-1.478-0.496-3,0.001 2.566 0,0.467 0.949 0,0.374 3.265 0,0.816-1.456 2,0.566-0.793 0,0.320 0.664 0,0.151 1.354-1,0.045 1.163 1,-0.013 0.431-1,-0.031-1.389 0,-0.027-1.836 0,-0.021-4.778 3,0.149 3.101 1,1.872-3.153 0,5.392-0.949-3,5.545-12.888 2,-4.530-8.814-2,-0.143 0.982-2,-0.135 3.029 2,3.334 0.151 0,2.759-0.177 0,-0.763 0.851-2,1.819-0.833 1,-4.254 2.070 2,2.403-1.217-2,-0.912 0.315 0,-0.142-0.458 3,-1.022-0.068-1,0.697-0.728-3,-1.809 3.563 2,0.941 2.432 1,2.534 1.505 1,1.833 0.465-2,-1.529-0.155-1,-1.292-0.123 1,0.270-0.067 1,0.182-0.034-1,0.528-0.469 0,-5.616-7.875 2,-6.344-3.188-2,2.922 0.774-2,-0.626-1.846 4,-0.741-0.449-2,0.226-2.324-3,-0.703-1.620 0,-1.020-2.052 2,-1.262 6.888 0,-0.183-2.182 1,-0.146-2.140-2,-0.111-0.858 0,-0.078-0.602 0,-0.054-0.182 1,-0.034 0.096-1,-0.020 0.264 0,-0.009 0.349 1,-0.001 0.376 0,0.008-0.981 0,0.006-1.313 0,0.006-0.401-1,0.007 0.231 6,0.006 0.635 1,0.006 0.863-3,0.005 0.767-5,0.004 1.913 1,0.004 2.000 0,0.003 1.917 0,0.002-6.479 3,0.003 4.900 4,0.004-1.038-1,-0.002 1.447 1</inkml:trace>
</inkml:ink>
</file>

<file path=ppt/ink/ink2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3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10378.318 3062.000 767,'0.000'21.508'0,"0.000"7.983"0,0.000 2.476 0,0.000-1.420 0,0.000-3.629 0,0.000-4.625 0,0.000-4.801 0,0.000-4.471-12,0.000-0.077-6</inkml:trace>
</inkml:ink>
</file>

<file path=ppt/ink/ink2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3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10378.318 3270.000 767,'0.000'-20.186'0,"0.000"6.065"0,0.000-0.104 0,0.000 0.982 0,0.000 1.577 0,0.000-6.202-14,0.000 6.627 12,0.840-0.964 1,3.527-2.333 3,-0.844 3.192 0,-0.485-0.077 0,0.244 0.009 0,2.479 1.309 0,4.874 6.200 0,0.796 5.057-2</inkml:trace>
</inkml:ink>
</file>

<file path=ppt/ink/ink2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3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10346.318 3958.000 767,'11.286'0.000'0,"-6.569"-13.709"-3,-2.517 0.769 2,3.522 0.870-1,-0.668 0.723 2,-2.192-2.121 0,-2.229 2.219 1,0.438-0.588-1,2.551 1.270-1,0.311-0.105 1,0.650-0.147-1,0.989 1.038-1,1.766-2.838 4,-3.263 1.487-1,-2.376 0.026-1,-1.336-0.781 0,-0.588-1.312 0,-0.065 1.699 3,0.072 23.748-2,-3.954-0.081-3,-5.621-2.707 1,-3.179-1.912 1,1.074 0.969-1,4.925 0.737 1,3.884 3.613 0,3.130-0.593 1,0.600-0.981-1</inkml:trace>
</inkml:ink>
</file>

<file path=ppt/ink/ink2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3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10138.318 3926.000 767</inkml:trace>
</inkml:ink>
</file>

<file path=ppt/ink/ink2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3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10138.318 3926.000 767</inkml:trace>
</inkml:ink>
</file>

<file path=ppt/ink/ink2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3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10090.318 3862.000 767</inkml:trace>
</inkml:ink>
</file>

<file path=ppt/ink/ink2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3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10090.318 3862.000 767,'11.211'0.000'0,"2.325"7.838"-4,-3.151-3.841 3,0.456-1.382 0,1.907-0.908 1,-1.505-1.366 0,0.513-0.722 1,-0.271 2.083-1,-6.435 8.920 1,6.524-7.088-1,-9.406-14.372 1,-2.169-0.994-1,0.000 0.599-1,0.000-0.223-1,0.000-1.023 3,0.000-0.667-1,0.000 1.546-1,0.000-2.223 1,0.000 2.079-1,0.000 0.050 0,0.000-0.898 0,0.000 1.553 2,0.000-1.730 0,0.000 0.172 0,0.000 0.494 0,0.000-2.911-1,0.000 3.302 1,0.000 0.035-3</inkml:trace>
</inkml:ink>
</file>

<file path=ppt/ink/ink2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4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9994.318 3958.000 767</inkml:trace>
</inkml:ink>
</file>

<file path=ppt/ink/ink2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4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9978.318 3910.000 767</inkml:trace>
</inkml:ink>
</file>

<file path=ppt/ink/ink3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4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9978.318 3910.000 767</inkml:trace>
</inkml:ink>
</file>

<file path=ppt/ink/ink3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4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9978.318 3910.000 767,'-11.239'0.000'0,"-0.874"0.000"-3,-1.881 0.000 1,2.907 0.000 1,-0.478-0.192 1,17.259-9.313 2,3.489 3.401-1,3.332 5.845-2,-1.219 0.279 1,1.396 0.010-1</inkml:trace>
</inkml:ink>
</file>

<file path=ppt/ink/ink3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4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9786.318 3894.000 767</inkml:trace>
</inkml:ink>
</file>

<file path=ppt/ink/ink3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4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9786.318 3894.000 767</inkml:trace>
</inkml:ink>
</file>

<file path=ppt/ink/ink3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4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9786.318 3894.000 767</inkml:trace>
</inkml:ink>
</file>

<file path=ppt/ink/ink3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4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9562.318 4102.000 767</inkml:trace>
</inkml:ink>
</file>

<file path=ppt/ink/ink3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4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9562.318 4102.000 767,'0.000'-11.284'0,"0.000"-1.380"-3,-0.138-0.766 2,-1.667 2.577-1,-9.380 11.087 3,-0.435-0.237 0,4.282 9.273 0,7.161 1.883-2,0.356 0.843 0,-0.095-0.758 1,-0.094 0.482 1,0.008 0.167-1,0.000-0.552 0,0.000 0.514 0,0.000-22.925 2,0.357-0.751-4,10.057 8.038 2</inkml:trace>
</inkml:ink>
</file>

<file path=ppt/ink/ink3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5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9370.318 4326.000 767,'0.000'-11.091'0,"0.000"-1.597"-3</inkml:trace>
</inkml:ink>
</file>

<file path=ppt/ink/ink3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5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9338.318 4486.000 767,'0.000'-11.114'0,"-5.645"0.642"-3,-1.732 2.116 2,4.147-2.273 1,3.490-1.826 0,-1.541-0.429 0,-4.319 2.641-1,-4.675 5.640 1,-1.115 5.383 1</inkml:trace>
</inkml:ink>
</file>

<file path=ppt/ink/ink3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5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9194.318 4486.000 767</inkml:trace>
</inkml:ink>
</file>

<file path=ppt/ink/ink3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5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10474.318 3990.000 767,'-11.016'0.000'0,"-1.755"1.150"-3,4.332 9.670 2,1.746-0.361 0,-0.677-1.226 0,5.143 2.152 2,-8.302-5.768 0,5.445 4.163-1</inkml:trace>
</inkml:ink>
</file>

<file path=ppt/ink/ink3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0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10618.318 4038.000 767,'0.000'11.196'0,"0.000"0.282"-3,0.000-0.153 2,0.000 1.654-1,0.000-0.757 3,0.000-0.008-1</inkml:trace>
</inkml:ink>
</file>

<file path=ppt/ink/ink3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0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10762.318 4358.000 767,'-11.166'0.000'0,"0.094"6.590"-3,3.751 5.077 1,3.351-0.567 1,-2.121-1.286 1,-3.805-2.132 0,-1.800-5.045 1,8.597 8.285 0</inkml:trace>
</inkml:ink>
</file>

<file path=ppt/ink/ink3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0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10842.318 4422.000 767,'0.000'11.224'0,"-11.329"-5.942"-3,6.153 5.552 2,-0.351 0.112 0,-2.375-3.169 0,-0.025 0.018 1,-0.258 0.395 0,6.231 2.824 2</inkml:trace>
</inkml:ink>
</file>

<file path=ppt/ink/ink3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0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10922.318 4534.000 767,'0.000'11.098'0,"0.000"0.503"-3,-4.027 0.232 2,-4.320-3.068 0,-3.726-2.127 1,4.621 3.027 0,1.532-0.207 0,-1.737 0.010-1,4.643 1.367 2,-5.754-3.825 0,1.670 2.265 0,-1.900-2.680-1</inkml:trace>
</inkml:ink>
</file>

<file path=ppt/ink/ink3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0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9498.318 4006.000 767</inkml:trace>
</inkml:ink>
</file>

<file path=ppt/ink/ink3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0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9498.318 4006.000 767</inkml:trace>
</inkml:ink>
</file>

<file path=ppt/ink/ink3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1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10490.318 3910.000 767</inkml:trace>
</inkml:ink>
</file>

<file path=ppt/ink/ink3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1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10490.318 3910.000 767</inkml:trace>
</inkml:ink>
</file>

<file path=ppt/ink/ink3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1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10634.318 3974.000 767</inkml:trace>
</inkml:ink>
</file>

<file path=ppt/ink/ink3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1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10634.318 3974.000 767</inkml:trace>
</inkml:ink>
</file>

<file path=ppt/ink/ink3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1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10634.318 4086.000 767</inkml:trace>
</inkml:ink>
</file>

<file path=ppt/ink/ink3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2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12634.318 3046.000 767</inkml:trace>
</inkml:ink>
</file>

<file path=ppt/ink/ink3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2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12730.318 3110.000 767,'-11.244'0.000'0,"-0.691"0.000"-3,-0.188 0.000 2,0.965 0.000 1,-0.021 0.000 0,4.748-9.713 0,6.482-3.323 1,7.711 4.838-1,4.742 5.890-1,-0.262-2.295-1,1.826-1.010 1,-1.313 0.163 1,1.674-1.416 0,-3.252 3.168 1,-0.369 1.083-1,3.385 0.593-2,-2.867 1.497 2,1.643 0.687 2,-1.197 0.133-2,2.773-0.136 0,1.609-0.125 3,-4.344-0.039-6,-23.023-0.011 6,-1.080 0.015-4,-0.318 0.000 0,1.617 1.651 1,0.506 4.992 1</inkml:trace>
</inkml:ink>
</file>

<file path=ppt/ink/ink3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2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12458.318 3046.000 767,'0.000'11.091'0,"-11.316"-6.151"-3,-0.518-4.968 2,2.705 7.071 1,15.533 1.902 1,5.020-8.937-1,-0.408-0.009-1,0.957 0.000 1,-0.428 0.000 1,-0.391 0.000-2</inkml:trace>
</inkml:ink>
</file>

<file path=ppt/ink/ink3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2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12170.318 3046.000 767,'11.117'0.000'0,"-0.948"5.311"-3,-1.981 4.166 2,-5.232 2.070 0,-3.344-0.454 2,4.540-0.670-1,7.065-11.004 1,-10.628-10.838-1</inkml:trace>
</inkml:ink>
</file>

<file path=ppt/ink/ink3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3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12314.318 3078.000 767</inkml:trace>
</inkml:ink>
</file>

<file path=ppt/ink/ink3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3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12314.318 3078.000 767</inkml:trace>
</inkml:ink>
</file>

<file path=ppt/ink/ink3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3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12922.318 3094.000 767,'11.139'0.000'0,"3.480"0.000"-3,-2.623 0.000 2,0.447 0.000-1,1.453 0.000 0,1.086 0.000 1,4.219 0.000-1,-0.051 0.000 3,-2.137 0.000 0,-3.430 0.000-3,-1.213 0.000 0</inkml:trace>
</inkml:ink>
</file>

<file path=ppt/ink/ink3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3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11818.318 2758.000 767</inkml:trace>
</inkml:ink>
</file>

<file path=ppt/ink/ink3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3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11802.318 2838.000 767</inkml:trace>
</inkml:ink>
</file>

<file path=ppt/ink/ink3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3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11802.318 2838.000 767</inkml:trace>
</inkml:ink>
</file>

<file path=ppt/ink/ink3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3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11802.318 2918.000 767</inkml:trace>
</inkml:ink>
</file>

<file path=ppt/ink/ink3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3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11914.318 2918.000 767</inkml:trace>
</inkml:ink>
</file>

<file path=ppt/ink/ink3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3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11914.318 2918.000 767,'0.000'11.047'0,"0.000"0.983"-3,0.000 1.572 2,0.000 0.057 1,0.000-1.965-2,0.000-0.272 2</inkml:trace>
</inkml:ink>
</file>

<file path=ppt/ink/ink3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4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11914.318 2998.000 767</inkml:trace>
</inkml:ink>
</file>

<file path=ppt/ink/ink3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4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12010.318 3078.000 767</inkml:trace>
</inkml:ink>
</file>

<file path=ppt/ink/ink3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4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11674.318 2790.000 767,'0.000'-11.004'0,"10.043"6.008"-3,-4.078-4.597 3,3.883 1.184 0,-4.197-1.288-1</inkml:trace>
</inkml:ink>
</file>

<file path=ppt/ink/ink3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4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11514.318 2630.000 767,'0.000'-11.121'0,"0.000"-0.902"-3,0.000-0.903 2,5.809 2.322 1</inkml:trace>
</inkml:ink>
</file>

<file path=ppt/ink/ink3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5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11402.318 2518.000 767</inkml:trace>
</inkml:ink>
</file>

<file path=ppt/ink/ink3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5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11402.318 2518.000 767</inkml:trace>
</inkml:ink>
</file>

<file path=ppt/ink/ink3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5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11402.318 2518.000 767</inkml:trace>
</inkml:ink>
</file>

<file path=ppt/ink/ink3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5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11386.318 2550.000 767,'11.194'0.000'0,"-6.390"-10.048"-3,5.691 4.019 3</inkml:trace>
</inkml:ink>
</file>

<file path=ppt/ink/ink3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5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11338.318 2454.000 767,'0.000'-11.053'0,"0.000"-2.205"-3,-0.525 0.658 2,-5.176 2.433 0,-5.235 8.621 1,-0.562 2.172 1,8.160 9.908 0,6.249-21.146 0,8.275 10.683-2</inkml:trace>
</inkml:ink>
</file>

<file path=ppt/ink/ink3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5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11066.318 2310.000 767,'8.017'-8.017'0,"0.024"-0.723"-4,-1.959-2.836 3,-0.286-2.026-1,-2.464 1.428 2,1.831 1.873 1,5.923 11.007 0,-10.603 10.366 0,10.576-4.561 0,-5.117 3.209-2,4.909-3.688 1,-6.313 4.756 0,-4.930 0.912-1</inkml:trace>
</inkml:ink>
</file>

<file path=ppt/ink/ink3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5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10954.318 2182.000 767,'-7.878'-7.878'0,"-0.259"0.062"-1,-2.924 7.512-2</inkml:trace>
</inkml:ink>
</file>

<file path=ppt/ink/ink3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5:0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10826.318 2150.000 767,'-7.878'-7.877'0,"-0.069"0.073"0,-3.221 7.486-4,6.132-11.051 5</inkml:trace>
</inkml:ink>
</file>

<file path=ppt/ink/ink3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5:0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10650.318 2102.000 767,'-11.054'0.000'0,"-0.569"0.000"-3,0.038 0.000 2,0.357-0.589 1,8.727-10.251 0</inkml:trace>
</inkml:ink>
</file>

<file path=ppt/ink/ink3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5:0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10458.318 2086.000 767,'-11.071'0.000'0,"-0.246"0.000"-3</inkml:trace>
</inkml:ink>
</file>

<file path=ppt/ink/ink3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5:0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10298.318 2054.000 767,'-11.156'0.000'0,"-0.138"0.000"0</inkml:trace>
</inkml:ink>
</file>

<file path=ppt/ink/ink3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5:1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10122.318 2054.000 767,'11.011'0.000'0</inkml:trace>
</inkml:ink>
</file>

<file path=ppt/ink/ink3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5:1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10138.318 2054.000 767,'-11.293'0.000'0,"-0.206"0.000"0,-0.608 0.000-5,-2.399 0.000 4,3.104 0.000 1,-0.804 0.000-1,0.870 0.000 1,-2.229 0.000 1,1.598 0.000 0</inkml:trace>
</inkml:ink>
</file>

<file path=ppt/ink/ink3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5:1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10026.318 2054.000 767,'11.128'0.000'0,"0.928"0.000"-3</inkml:trace>
</inkml:ink>
</file>

<file path=ppt/ink/ink3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5:1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9850.318 2086.000 767</inkml:trace>
</inkml:ink>
</file>

<file path=ppt/ink/ink3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0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7514.318 4598.000 767,'11.192'0.000'0,"0.275"0.000"0,-0.316 0.000-5,2.942 0.000 6,-2.798 0.000-2,1.166-0.790-1,-1.405-3.179 2,-1.265-1.951 0,3.689 1.281 1,-2.025 3.546 0,0.103 1.231-2,0.063 0.051 2,-0.238-0.326-1,-3.338-9.004 0,-7.692-2.576 0,-0.787 0.587 0,0.182-0.396 0,-10.042 17.614 2,1.170 0.956-2,-0.914-1.577-2,-4.308 2.494 1,2.646-0.928-1,-1.153 1.060 1,-2.823 3.259-1,6.697-4.030 7,-0.724 1.078-12,-0.448 0.744 6,0.557-0.250 1,0.834-0.587-1,-5.165 5.229 0,3.910-3.561 3,-0.944 1.158 0,1.521-1.478 0,-0.163 0.065 0,0.444-0.529 0,-0.607 0.587-3,1.334-0.390 0,0.069 4.129-1,5.506-2.345 5,13.997-9.638-1,-4.157-11.332 0,0.563 0.598-3,-1.779-3.810 0,1.097 3.352 0,3.158-3.282-1,-2.019-1.334-1,-1.027 1.361 5,2.716-0.107-8,2.339 0.472 10,-1.266 1.478-5,-2.650 1.493 1,2.113-2.428 1,2.101 1.581 1,-3.576 2.658-2,-0.376-1.425 0,1.050-1.544-1,-0.588 2.974 0,2.638-0.181 5,-1.346-0.374-3,-3.507-1.885-1,0.195-1.963 0,-0.146 2.620-1,-9.229 20.786 6,-11.226-1.629-7,3.505 1.549-1,1.487-0.830 1,-0.879-0.472 1,-2.305 0.304 1,-2.670 1.856 0,-1.587 2.100 0,7.387-6.043-2,0.184-0.009 1,0.492-0.336 2,-4.942 5.676-1,2.454-0.590 2,1.706-0.215-5,-0.567 0.537 4,-1.684 1.330-1,1.343-0.441 0,3.318-2.179 0,3.401-1.125 2,13.948-7.513 2,-5.426-14.736-2,0.774 1.459-2,2.940 2.897-2,0.390 0.398 2,-1.256-1.606-1,3.938-2.842 1,1.774-0.432-2,-0.678 0.685 1,-2.040 1.432 0,-1.296 0.718 2,-0.140 0.651 0,2.267 1.218 0,3.089-0.436 1,-4.506 2.804-1,0.819-2.022-3,-0.435-3.671 3,1.294 1.147 0,-0.869 1.903-3,2.017 3.036 3,0.317 2.497-1,-2.289-3.193 3,-2.149-0.958-6,-17.926 13.909 6,-2.127-3.813-2,1.971 2.629-2,-1.103 0.528 0,-0.582-0.085 0,0.223 1.193 0,0.268 0.772 1,-1.021 1.445 0,1.611-2.110-1,5.154-20.029 4,6.717-0.066-3,3.128 0.651-1,-1.112 0.372 0,-0.418-0.161 1,3.227-1.404 0,1.262 0.371-1,-1.519 1.010 0,0.901-2.533 1,0.398 1.749 1,0.271 3.827-1,1.835 0.423-1,1.885-1.858 0,-4.535-0.580 2,-1.775-0.519 0,2.425-4.332 1,-0.303 1.619-4,-0.270 3.226 0,0.094 1.555 2,1.933-3.791 3,1.964-2.042-4,-0.787 2.379-2,-2.149 4.096 1,2.072 1.245 4,-1.062 0.193 0,0.989-0.587 0,-0.030 0.228-4,4.334-5.697-1,2.466-0.614 6,-1.564 0.739-6,-1.343 1.818 2,-1.502 3.017 4,2.333 0.070-5,2.506-2.071 1,-2.952 1.219 1,-1.920 1.579-1,-2.071 1.786 2,-0.741 0.541 1,0.137-0.260-1,3.017-3.592-2,0.223-1.872 2,-1.577 0.312 0,-0.827 2.034-3,0.021 2.312 1,2.020 0.795 1,-1.104 0.096 0,-1.183-0.599 0,-0.885-0.688-1,-0.529-0.528 1,1.386 1.080-1,0.286 1.386 4,3.123 0.736 3,-23.206 10.514-4,-1.174-1.330-4,-5.401 2.247 0,3.044 0.996 1,-1.770 4.892-2,5.575-6.329 2,-0.934 0.215 1,-8.112 5.188 0,7.796-7.339-2,-0.542-0.382 1,-1.986 1.134 0,0.496 0.321 1,0.832 0.471-1,-5.954 4.329 2,1.120-2.801 0,-1.950-1.360 1,0.608-1.202-1,1.414-0.281-1,3.629-0.557 0,-1.780 2.224 2,1.651-2.842 0,-1.476 0.316-2,0.505 1.206-2,1.867 1.961 0,2.372 0.752 2,-1.253 1.218 1,-0.475-3.167 1,4.704 2.781 1,16.350-5.150-2,0.524-11.226-1,-0.960-3.768 0,-0.465 0.073-2,1.232-1.309 0,1.088-1.106 0,1.430-1.427 1,1.590-1.574 0,-0.156 0.352 0,-1.630 2.690 0,-1.455 2.708 1,-1.226 2.243 0,3.884-1.997 1,-1.108-0.613 3,-1.725 1.006-2,-0.334 2.088-5,-0.341 1.827 3,1.306-4.891 1,-3.954 1.668-1,0.944 1.120 3,4.836 0.066-3,0.799 3.599-1,-1.376 2.563 2,0.131 1.017-1,-2.112 0.054-1,0.949-0.237 2,-0.088-0.183 0,-1.866 3.522-1,-11.830 7.536 2,-9.585-5.827-2,3.710 5.278-1,-0.954 0.113 0,-1.404 0.398 0,-0.654-0.215 0,-1.030 0.519 0,3.305-3.460 1,-2.284 2.242 0,2.182-2.141 1,0.019 1.167-1,4.214 2.009 1,-4.912-3.393 0,1.700-16.643 0,15.902 1.401 0,2.130 6.300-2,2.160-7.853-1,-2.540-1.682 1,-0.553 2.812 1,-0.697-0.503 1,-0.553-3.585-3,-2.607-1.798 4,-1.738 0.996-4,6.687 7.322 5,-0.056 4.595-3,-2.031-8.308 1,1.278 3.840-1,1.407 4.952-1,0.177 0.653 1,0.420-0.125-1,-0.428-0.164 2,0.410-0.001 0,-1.316 0.004 0,1.646 0.000-2,2.686 0.000 0,-2.672 0.000 1,0.463 0.000-2,-0.512 0.000 0,0.907 0.000 1,0.958 0.000 0,1.471 0.000 1,-0.689 0.000 0,-1.938 0.000 0,-1.436 0.000 1,0.027 0.000-1,-0.071 0.000 0,3.190 0.000 0,-2.639 0.000 3,0.412 0.000-2,0.422 0.000 0,-0.688 0.000-2,-0.169 0.000 1,-0.541 0.000 1,-0.203 0.000-2,0.986 0.000-1,-0.446 0.000 0,0.088 0.601 6,-2.021 5.574-3,0.493 0.638-2,0.647-1.904 2,-0.357 2.244-1,0.039 1.972-1,-0.093-1.126 0,1.592-2.875 1,-0.545-4.226 0,-0.354 5.053 2,-3.385 4.114-1,-0.091 0.553-3,1.545-3.200 3,-1.741 1.941-1,0.893 1.981-2,1.570-3.573 2,-0.176-2.624 2,0.527 4.942-2,-2.021 2.854-1,0.191-1.230-1,-0.043-3.339 2,1.113 4.381 2,-2.031-3.775-3,3.397 0.048 0,-1.486 1.937 3,-1.204-0.416-3,0.047-0.138-1,0.206-1.505 2,2.923-1.282 2,-1.936 0.833-1,-1.720 1.324-2,0.131 0.708-1,-0.839-0.398 2,0.075 1.436 1,-0.310-0.773-2,0.172-1.998 1,2.748 1.935 0,-1.413 0.125 3,-0.107-3.170-3,1.657-1.026-1,0.038-2.096 0,2.217 0.506 2,1.252 5.060 0,-4.877 0.611-2,-1.080-1.629 0,0.222-1.418 0,4.328 2.638 1,-3.652-2.979 1,0.287 0.644-1,-0.372 0.020 0,-0.608-0.287 1,-0.468 0.328-2,1.853 4.443 0,-1.524 0.428 1,0.771-3.470 0,3.141-4.411 2,-0.444-4.324 2,-22.903-3.889-2,2.001-5.738-5,1.551 0.977 2,0.142 0.144 0,-1.271-1.250 0,-3.654-1.093 1,1.191 2.520 0,-0.773-2.139-1,0.064-2.418-1,0.968-1.044 1,1.800 1.431-1,1.518 1.864 9,0.665 1.108-14,-1.670-2.463 10,-2.242-3.984 0,-1.607-1.987-7,0.478 0.359 2,1.508 0.575 3,3.143 2.957-1,2.696 2.282 1,-0.265-5.413 2,-0.616 4.790-1,-1.856 0.843-4,-0.038-0.625 1,0.310 0.775 2,0.170 1.228-1,-3.270 0.272-3,-1.980 2.789 7,2.915-4.212-4,3.804-0.955 0,-0.387-0.077 0,-2.260 2.472 2,20.735 8.255 1,-0.483 2.325-5,-1.796 4.212 1,-1.151 2.477 0,0.717 1.504 1,1.212-3.520 0,-1.328-0.286 0,-6.222 7.377 0,0.032-2.020 1,5.713 2.847-1,-1.404-4.496-1,1.515 0.529-1,2.378 1.754 1,-3.391-3.733 2,0.288 0.210-1,0.753 0.732 0,-0.160-0.131 0,1.923 1.956-1,-2.329-2.240 1,0.913 0.933 2,-0.604-0.594-1,-0.803-1.369-3,4.131 1.705 1,0.861-1.510 1,0.925-0.581 0,-0.004-0.336-1,-3.145 0.782 1,-4.355 2.692 3,0.719 5.782-2,-1.801-5.461-2,1.752-1.096-1,4.371-5.826 2,4.627-0.394 1,0.705 12.759 1,-7.708-6.233-4,-0.351 0.293 0,-0.046 0.126 0,-0.640-0.947 0,-0.633-1.159 0,5.844 4.638 1,-2.405-4.146 3,1.747 0.670 0,-0.962 0.119 1,-0.325 1.069-1,-1.423-0.646-1,-1.406 0.256-2,-3.267 2.826 2,-3.031-1.899 0,-2.810 0.345-3,0.572 0.785 5,-9.603-5.398-1,-0.751-11.130-2,-2.816-3.480-1,-2.315 4.867 0,1.925 1.881-1,0.697-0.131 2,2.186-1.786-1,0.104-1.247 1,-3.501-3.567 0,2.261-0.299 0,1.596 2.936 0,-3.186 2.778 2,0.337 2.372-1,0.154 0.476-1,-1.161-0.158 0,0.074-0.173 2,26.206-0.081-1,-0.366 0.024-3,0.290 0.000 2,-0.402 0.184-1,-3.840 7.578 1,-0.313 0.742 1,0.514-1.020-1,-7.761 3.739 1,-0.431-0.033-3,-0.009 1.634 2,0.239-0.051 0,3.189 0.863-1,1.564-2.092 0,-0.314-1.406 0,-1.229 1.224 2,-1.468-0.247 1,5.919-2.632-2,-1.513 3.166 1,0.939 1.547-2,1.388-1.159-1,0.444-0.370 1,-3.381-0.424 2,2.811-2.696 0,4.263-6.219 0,-1.741-1.746-1,-10.148 10.423 1,10.222-7.342 0</inkml:trace>
</inkml:ink>
</file>

<file path=ppt/ink/ink3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1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9306.318 4838.000 767,'11.118'0.000'0,"-0.768"5.448"-3,-1.679 1.940 2,3.283-2.298 0,-4.127 4.911 2,3.818-4.479-1,-1.856 1.066-1,1.758 4.239 0,-3.186 0.191 0,-0.276 0.828 1,2.441-7.095 2,0.354-0.702-3,-3.373 7.042 2,-5.227 0.577-1,8.515-4.524 1,1.808-4.656-2,-0.454 5.797 1,-5.322 1.315-1,-3.564 2.211 1,2.026-0.532 0,5.896-2.508 1,-1.755 0.948-1,-3.637 1.278 0,-0.114-0.988 0,1.109-1.200-1,0.836-0.660 1,0.719 1.222 0,-4.404 0.979 0,4.071 2.948 2,-2.172 0.712-3,1.661 0.331-1,-0.916-1.453 1,-3.143-1.591 1,-0.671 4.029 2,0.942-0.389-3,0.902-1.514-1,-1.037 0.524 0,-1.979 0.275 3,-1.167-2.588 0,-0.504 0.142 0,-0.140 0.468 0,0.126 1.150 1,0.079-2.296-2,0.013 3.206 0,-0.002-1.553 0,-0.005-1.460-1,0.000-0.104 1</inkml:trace>
</inkml:ink>
</file>

<file path=ppt/ink/ink3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1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9498.318 5126.000 767,'0.000'11.016'0,"0.000"0.241"0,0.000 0.652-5,0.000 1.979 6,0.000-1.365-2,0.000-1.337 0,0.000 0.437 0,0.000-0.552 4,0.000-22.500 0,0.000-1.038-4,0.000 0.556-1,0.000-2.474 0,0.000 2.557 1,0.000-0.121 0,0.000-0.258 2,0.000 0.188 1,0.000-0.603-1,0.000-0.608-2,0.000 1.000 1,0.000-2.357 0,-0.127 2.643-1,-2.423-0.735 1,-3.955 3.607-1,0.873-0.562 2,4.157-2.871 1,0.724 0.390-2,-4.069 1.153-1,-2.803-2.038 0,-1.453 3.949 0,1.387-0.415 2,2.093-1.771 0,-2.863 0.434-1,1.887 1.661 0,0.715-1.634-1,1.734-0.243-1,-0.153-3.659 0,-0.841 3.091 3,-2.036 3.221 1,-0.570-0.490-1,-0.508-1.710-1,0.756-0.287-2,-1.394-1.033 0,-1.573 4.300 4,2.584-1.541 1,7.514-2.491-3,3.278 0.850 0,11.223 10.243 2,-2.067 0.609-4,1.788-0.022 1,-1.699-0.048 0,1.220-0.019 3,1.762 1.051-2,0.133 4.486-2,-3.384 2.159 2,-2.547 0.979-1,-2.257 1.861 1,-5.816 1.430 3,-1.458 0.331-3,-0.001-1.075 0,0.133 0.844-1,0.051-0.132 2,-0.012-0.014-1,0.000-0.186 0,0.000 0.848-1,0.000-1.008 2,0.000 2.140-1,0.000-2.695 0,-0.892 0.561-1,-3.746-1.350 1,-0.830 0.522-1</inkml:trace>
</inkml:ink>
</file>

<file path=ppt/ink/ink3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1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9546.318 5478.000 767,'0.000'11.036'0,"0.000"0.299"0,0.000 0.905-5,0.000-1.048 6,0.000 1.419 0,0.000-23.968 1,0.000-0.767-5,0.000 0.358 2,0.000-1.671 1,-0.147-1.033-1,-1.791 2.865 1,-2.202-0.332-2,-0.942 0.001 1,1.057-1.593 2,2.978 2.519 1,-0.591-2.040-1,-6.028 1.927-1,-2.718 4.862-1,-0.397 2.174 2,4.905-8.369 0,-5.688 4.596-2,-1.148 2.048-1,-0.253 1.392 2,4.699-5.603 2,0.847-1.499-3,2.755-0.417 4</inkml:trace>
</inkml:ink>
</file>

<file path=ppt/ink/ink3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1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9418.318 4950.000 767</inkml:trace>
</inkml:ink>
</file>

<file path=ppt/ink/ink3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1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9418.318 4950.000 767,'0.000'11.200'0,"0.000"3.697"-4,0.000-3.049 3,0.649 7.316-1,1.001-5.567 0,1.138 1.785-1,1.131 1.486 1,0.752 0.560 0,0.846 1.356 0,0.725 1.252 0,0.593 1.093 0,0.023-0.120 0,-0.343-0.887 1,-0.552-1.313 0,-0.645-1.489 0,-0.657-1.492 0,-0.616-1.384 1,-0.545-1.213 0,-0.460-1.014 0,-0.218 1.265 0,0.097 1.080 0,0.229 0.620 2,0.300 0.277 6,0.325 0.034-2,0.319-0.126-9,0.125-0.302 1,0.113 0.038 0,0.054 0.084-1,0.009 0.110 1,-0.028-0.586 2,-0.128-1.270 1,-0.153-1.526 0,-0.161-1.590 0,4.052 7.179 2,0.204-2.415 1,-0.176-1.095-3,-0.065 0.158 1,-0.579-0.530-2,-0.900-1.304 0,-0.428-0.546 0,-0.351-0.503 0,-0.373-0.642-1,-0.329-0.617 1,1.986 5.329 1,-3.448-3.261-1,-0.592 3.254 3,-1.921-1.553-4,-1.294-1.140 3,0.032-0.585 0,0.197 1.184-2,-1.813-1.128 1,-4.663-1.836-2,0.230 2.293 0,4.816 0.018 1,-1.104-1.073 0,-3.931 0.363-1,0.729-1.345 1,-4.184 0.604 1,-1.795-2.353-1,3.846 1.510-1,2.942 1.132 1,-2.040-0.357 2,-2.118-0.401-3,1.529-0.053 0,0.169 0.095 1,-2.176-2.106 1,4.163 1.677 1,5.616-22.299 1,-0.165 0.002-6,0.008-3.423 1,0.001 1.236 1,0.000 1.843 0,0.000-0.679 1,0.000-0.483 2,0.000-3.000-1,0.000 5.348-3,0.000-4.072 0,0.000 2.781 3</inkml:trace>
</inkml:ink>
</file>

<file path=ppt/ink/ink3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2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9546.318 5830.000 767,'0.000'11.228'0,"0.000"1.486"-3,0.000 0.342 2,0.000 1.670-1,0.000-1.125 3,0.000-0.215-3,0.000 0.218 4,0.000-0.638-2,0.000-0.309-1,0.000-0.886 1,0.000 2.327-1,0.000-0.903 0,0.000-0.388 1,0.000-0.923 1,0.000 2.118 0,0.000-1.292-1,0.000-0.764-1,0.000-0.185 1,0.000-0.157 1,0.000 0.614 1,0.000 1.884-4,0.000-1.393 2,0.000-0.772 1</inkml:trace>
</inkml:ink>
</file>

<file path=ppt/ink/ink3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4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10842.318 5686.000 767,'0.000'-11.422'0,"0.000"-3.307"-4,1.051 3.473 3,2.070-4.674-1,1.119-3.093 0,-0.663 0.565 0,-0.408 1.063 1,2.979 0.640 1,2.486 1.822 0,-0.043 0.627 0,-0.137-1.312-1,-0.468 0.265 0,-0.130 1.422 1,-0.566 0.279 1,-2.000-0.050 2,-0.673-0.847-3,0.366 1.868 0,0.799 1.078 1,0.093 0.874 0,-0.117 0.336-1,2.406-3.567-1,-0.423-1.925 2,-1.330 1.247-1,1.558 1.568-2,0.580 0.228 4,1.696-1.507-4,-0.155 1.612 0,-0.694 1.898 4,-0.910 1.714-1,-0.705 1.149-1,0.751-0.068 0,1.184 1.525 0,-0.109 0.304 1,-0.401-2.438 0,1.249-1.171-2,3.883-0.186 0,2.875-1.061 0,-7.439 4.272 0,0.641-0.933 0,0.261-0.632 0,-0.006-0.392 0,-0.182-0.208 0,-0.284-0.072 0,-0.067-0.245 0,0.079-0.342 1,0.172-0.383 0,0.220-0.385 0,1.490-1.171-1,-0.005 0.586 1,-0.121 0.833-1,-0.257 0.505 1,-0.021 0.024 1,0.013-0.179 1,0.031-0.291-2,0.173-0.163-1,-0.298 0.407 0,-0.354 0.544 1,-0.358 0.581-1,-0.331 0.554 1,-0.319 0.667 1,-0.081 0.530-1,-0.008 0.463 0,4.877-3.458 2,-3.980 1.024 0,-1.707 0.447 2,0.669 2.353 0,-2.388 16.637-2,-7.661 4.794-3,-2.234-4.247 0,-2.134-0.513-1,-1.855 0.294 2,-1.457 0.836-1,-0.937 0.813-1,-4.399 7.050 0,5.389-8.378 2,-0.346 0.107 3,-0.137-0.255-3,0.007-0.469-2,0.099-0.571 0,-0.955 0.659-1,-0.912 0.833 1,-0.647 0.672 0,-0.430 0.521 9,-0.259 0.387-6,-0.129 0.272-3,-0.036 0.180-1,0.027 0.106 0,0.066 0.051 1,0.088 0.012-1,0.096-0.015 2,0.095-0.031 1,-1.069 1.134 0,-0.797 0.889 0,-0.515 0.606 0,-0.295 0.380 6,-0.132 0.207-1,1.138-1.221-8,0.465-0.330 0,0.567-0.418 0,0.603-0.453 0,-0.997 1.924 1,1.212-0.933 5,1.209-0.971-1,2.520-3.652-1,0.343-0.648 1,0.173-0.563 0,0.046-0.474 0,-0.197 0.101-1,-5.832 8.166 0,0.822 0.311 0,2.820-0.855 0,2.258-4.107 1,-5.161-1.345 3,0.482-2.621-2,20.156-20.696-1,-0.202-1.467-5,-1.015 2.209 1,2.623-1.807-6,3.949-4.406 11,-4.730 4.960-5,0.849-1.380 1,0.494-0.806 1,0.231-0.379 0,0.814-1.243-3,-0.509 0.547 0,-0.674 0.774 1,-0.716 0.845-1,-0.678 0.815 2,-0.598 0.725 1,-0.495 0.607-1,-0.390 0.482 1,-0.292 0.365-1,3.151-3.886 1,1.982-1.655-1,1.146-0.228 21,0.538 0.654-23,-2.247 3.016 0,-1.053 1.328 0,-1.287 1.372 1,-1.352 1.305 1,4.556-5.866 0,-2.234 1.501 5,0.821-0.588 1,-1.262 2.131 1,-1.772 2.607-8,2.356-1.897 2,-2.651 2.496 2,-0.402-0.827-1,0.266-3.702-1,-7.299 2.169 0,-15.694 14.539 3,2.565 4.348-4,-1.104 0.785-1,-3.169 2.196-1,7.252-4.353 1,-0.629 0.799 2,-0.539 0.814-1,-0.448 0.781-1,-2.451 2.530 1,-0.208 0.689 0,-0.006 0.446-1,0.123 0.256 1,0.330-0.025 0,0.986-0.728 1,1.108-0.915-1,1.101-0.962 0,1.010-0.918 1,0.874-0.818 0,-6.182 6.333 1,5.896-6.005-1,-0.834 0.821 0,-0.534 0.517 5,-0.306 0.286 3,-0.139 0.121-10,1.652-1.672 0,0.382-0.392 0,0.440-0.449 1,-5.078 5.078-2,1.710-1.725 8,-0.449-0.960-2,1.293-3.582 5,0.561-1.443-10,20.667-12.120 4,-4.407-2.285-3,3.557-6.370-2,-3.930 6.021 2,0.595-0.435-1,0.813-0.503 1,0.765-0.325-1,0.671-0.188 1,0.558-0.088-1,0.440-0.019 1,1.257-0.633 0,0.813-0.145-1,0.316 0.346 1,-0.020 0.626 5,-0.229 0.751 0,-0.341-1.525-7,-0.384-0.278 1,-0.381 0.524 0,-0.348 0.984 5,-0.300 1.193-1,-0.787 1.326-2,0.227 0.289-1,0.353 0.056-1,0.413-0.100 1,0.424-0.195 1,-0.771 0.798 0,0.646-0.122 0,0.723-0.127 0,0.738-0.123 0,2.066-1.021-1,0.251-0.062 1,-0.009-0.005 0,-0.179 0.034 0,1.903-0.913-1,-0.611 0.744 1,-0.701 0.867 0,-0.692 0.864 0,-1.546 1.355 1,-0.944 1.101-1,-0.899 1.050 1,7.828-1.231 1,-2.599-0.855 1,-0.039-2.721-2,-0.847 0.173-1,-4.055 3.018 1,3.118 0.707 2,-1.814 2.792-1,-1.327 2.310-2,-4.923 8.984 2,-7.327 3.063-1,-2.915 1.154-2,-1.811-2.471-1,-4.660 3.519 0,3.432-5.374 1,-1.081 1.293-1,-0.959 0.956 1,-0.823 0.670 0,-1.465 1.194 1,-0.328-0.349-1,-0.092-0.669-1,0.073-0.841-1,0.178-0.904 1,-0.798 2.181 1,0.249 0.209 1,0.262-0.458 0,0.250-0.850 4,0.224-1.040 0,0.190-1.083-5,-1.043 0.338-2,0.057-0.241 1,0.044 0.030 0,0.032 0.190 2,1.945-1.512 1,0.801-0.557 0,0.890-0.654 0,-5.805 5.549 0,2.867-2.256 0,-2.136 2.234 1,4.336-4.595-1,-0.686 0.213 4,-0.064-0.436-4,0.689-0.843-3,-7.189 5.435-1,3.103-2.450 0,2.080-1.308 6,2.479-1.549 0,-1.037 1.215-1,10.937-20.036 4,7.001-0.354-7,-1.376-1.063-1,-1.127 2.810 1,1.957-1.131-1,1.815-0.691 2,2.940-2.017-1,-4.810 5.742 0,1.501-1.380 0,0.619-0.495-1,0.407-0.313 1,0.241-0.173 0,0.115-0.068-1,0.045-0.229 1,-0.763 0.436 1,-0.944 0.545-1,-0.998 0.580 0,6.775-7.749 3,-6.326 8.973-1,8.007-5.352 2,-1.369 2.330-1,-0.480-2.108 0,-0.301-1.144 0,-0.455-0.140-5,-0.275 0.142 0,0.995-0.966 3,-1.147 1.382-1,-1.093 1.311 2,3.038-0.547 0,-0.299-0.758 4,-2.518 0.905-5,-1.836 1.370-3,-1.397 2.257 5,1.456 1.905 0,0.313 5.163 0,0.254 2.803 1,-21.866 3.297-1,-1.400 5.423-5,1.014 1.819 1,1.918 0.103 1,-1.872 3.510-1,3.954-5.265 0,-1.338 1.692 1,-1.354 1.666-1,-2.242 2.177 0,-1.646 1.021 0,-1.502 0.664-1,-1.309 0.385 0,-2.098 1.697 1,0.636-0.625 1,1.204-0.895-1,1.461-0.991 1,-4.016 4.369 2,1.458-1.652 1,-1.198 1.118 1,-0.936 0.015 3,-0.697-0.692-10,-0.493-1.095 0,-0.892-0.218-1,1.277-1.521 5,1.635-1.440 0,3.370-2.851 1,1.091-1.070 1,0.897-0.925 0,0.710-0.767 0,0.457 0.137-1,0.120 0.568 0,0.351 0.484 0,0.485 0.398 2,-1.777 2.250 2,0.980-0.988-8,0.990-1.351 1,0.909-1.451 0,2.240-2.168 2,-5.146 5.031 2,3.774-2.244 0,2.750-1.207 0,-1.376-1.766-1,-6.255-0.555 7,3.518-6.471-9,16.333-11.126 3,0.638-2.871-2,4.446 0.413-2,1.729 3.372 1,-1.118 0.203 0,-2.667 0.484 0,0.583-1.162 1,1.302-1.438 1,1.436-1.198-2,0.617-0.158-2,1.772-1.390 2,0.171 0.170 0,-0.053 0.246 0,-0.576 0.868 0,1.434-0.082 1,2.948-1.022 4,-8.228 6.820-4,-0.307 0.189-2,-0.416 0.194 1,-0.456 0.183 0,0.062-1.276 0,-0.273-0.227 1,-0.194 0.226 0,-0.131 0.489 4,7.065-5.381-2,0.097 2.106-4,-2.802 2.075 3,-1.072-1.055-1,4.008-3.963 1,2.697 1.141-1,-0.336 1.599-1,0.066-0.934 0,-0.796-0.856 1,-1.296-0.286-1,0.102-0.692 1,-6.707 6.791 0,0.331 0.603 0,0.114 0.875 1,1.144-0.486 0,0.541-0.144-2,0.115 0.085 0,-0.166 0.226 3,-0.859 0.357 0,-0.532 0.029-4,7.993-5.832-1,-0.671-1.153 3,-7.194 5.421 0,0.709-0.088 1,0.564 0.166 0,1.694-0.689 0,0.264 0.034-3,0.078 0.010-1,-0.043-0.007 1,-2.995 1.698 3,-0.672 0.255-1,7.141-5.064 0,-2.167 1.051 1,-0.760 0.846 3,0.842 0.136-3,0.330 0.486 0,1.041-0.679-1,-3.850 1.128 0,-0.885-2.223 0,-3.667-1.669 0,-17.170 17.739 9,-2.958 1.162-12,3.213 7.775-3,-1.779-1.656 6,-3.492 1.470 2,6.723-7.035-4,-0.238 0.140 1,0.026-0.285 0,-0.505 0.104 1,-0.550 0.100-1,-0.542 0.091 1,-0.501 0.079-1,-0.441 0.065 1,-0.372 0.052-1,-0.303 0.040 1,0.888-0.523-1,1.011-0.445 1,-5.639 5.358-1,2.940-1.145 3,-2.009 0.711 6,-0.174 0.375-9,0.049 0.561-2,-0.592 0.948 1,0.505-1.156 2,1.114-2.168-1,-0.069-1.771 2,-2.821 0.567-1,-1.685 1.944 5,1.422 0.213-8,3.430-1.380 1,2.082-1.252 3,-1.364 0.677-1,-1.887 0.788 0,0.927-1.640 0,2.563-2.793 0,-1.082-0.219 2,0.742 4.095 3,2.661-2.617-5,-2.476 1.685-2,22.690-17.545 4,-0.840-5.271-5,-3.493 5.480 5,1.085-0.829-4,0.847-0.617 0,0.571-0.373 0,0.613-0.460 1,0.497-0.379 1,0.385-0.298-1,-0.434 0.306 0,-1.035 0.785 0,-1.275 0.969 0,-1.317 1.003 0,3.831-5.755 2,-2.439 1.957 0,2.733-2.113 3,2.737-1.969 0,-6.322 7.677-6,0.239-0.044 1,0.141 0.024-1,0.023 0.106 1,-0.603 0.712 0,5.492-5.416 1,-3.039 2.982 2,-2.392 1.256 0,1.340-4.584-1,-1.745 2.237 0,2.749-1.792-1,-0.698 2.801 0,-0.294 2.492 0,3.684-0.943 1,-4.687 1.080 0,-1.145-1.616-1,-0.104-4.833-1,-1.322 4.077 2,5.652 0.847 1,1.556-0.835-3,-1.601 2.524 0,1.980 1.898 0,-1.510 1.643 1,-0.623-0.428 0,-0.622-1.339 1,0.985-2.560-1,2.070-1.589-1,1.167 1.417 0,1.665 0.601 0,2.275-1.306 1,0.382-0.196-2,-1.976 1.767 1,-6.282 2.492 0,0.640-1.193 3,-0.032-1.079 0,0.274-0.853-2,-0.471 0.052 0,-0.544 0.379-2,-0.547 0.551 1,-0.502 0.289 0,-0.436 0.102 1,-0.357-0.021 0,-0.281-0.098 0,8.191-6.803 1,-7.653 6.674-1,0.532-0.173 0,1.277-0.159 0,0.748 0.051 0,-0.071 0.513-1,-0.612 0.787 1,-0.931 0.919 0,9.201-4.513 1,-8.609 3.820-2,0.067-0.341 3,-0.036-0.222 2,-0.097-0.130-6,-0.054 0.417 0,0.401-0.222 0,0.078-0.249 0,-0.139-0.251 3,1.328-1.055 4,-0.582 0.381-7,-0.661 0.553 1,-0.650 0.607-1,-0.586 0.586 2,8.194-4.397 2,-1.710 2.129-1,0.788 1.219 0,0.651-0.035 2,-1.406-0.220-6,-1.949-0.297 1,-1.205 0.004 3,-0.640 0.257 0,2.565 0.029-1,0.423 2.495 1,-1.033 0.217 0,0.518-2.832-1,-1.785-1.165 0,-1.645-0.305-1,-0.596 0.388 1,2.730 0.329 2,2.504-0.417-1,0.561-0.861-4,-1.539 1.277 2,-0.102 2.105 1,2.939 1.034 1,-0.666-0.162 0,-2.197-0.083 0,0.490-0.455-3,2.535-1.045 1,1.572-1.122 1,-0.746 0.171-1,0.531 0.546 1,-0.980 0.232 3,-0.262-0.059-6,-1.109 0.554 1,-0.688 0.477 3,3.838-0.468-1,-8.955 2.684 2,-0.152-0.224 2,8.223-3.945-6,-4.635 0.289 0,-2.576 1.400 3,-0.619 0.086 2,-0.281-0.208-1,1.162 1.110-4,0.996 1.901 1,-0.111 1.584 1,1.254 0.945 0,-0.340 0.776 2,-2.342 0.260-1,-0.225 0.040-1,-22.736-0.329 5,-3.699 0.934-7,3.031 1.825 1,-4.027 2.099-2,5.129-0.763 1,-2.404 1.401 0,-2.338 1.373 0,-1.533 0.841 0,-0.906 0.440 0,-0.438 0.150-1,-0.107-0.047 1,0.113-0.169 0,-1.295 0.277 1,-0.588-0.112 0,-0.670-0.093 0,-0.670-0.073 1,3.100-1.147-1,0.840-0.130 1,1.063-0.115 0,1.146-0.097 0,1.129-0.079 0,-0.182 0.319 2,0.863-0.371-1,0.672-0.421 0,0.498-0.423 1,0.941-0.637-1,0.178-0.300 0,0.072-0.245 1,-0.002-0.193-1,0.215-0.145 0,0.346-0.104-1,0.406-0.071 0,-10.154 4.308 1,1.580-0.063 0,2.730-0.709 0,-0.582-0.559-2,1.723-0.353 5,2.799 0.534-2,2.631-0.145-4,-1.872-0.127 5,1.276-1.497-1,22.745-10.620-2,-0.259-4.671-1,-2.121 3.081 0,1.509-3.562 1,-1.662-0.583-1,-0.636-0.008 0,3.920-2.875 1,2.795-0.313 0,0.252 2.495-1,2.289 1.235-2,-6.727 4.571 2,0.451-0.148 1,0.248-0.251 0,0.104-0.293-1,-0.604 0.634 0,-0.008 0.644 1,-0.016 0.804-1,-0.018 0.847 1,-1.465 0.547 0,9.617-3.854 1,-1.318-1.646 0,-1.689 0.601-1,-1.758 1.948 1,3.217 1.207-1,0.889 0.621 4,-0.484-0.002-3,-6.846 0.429-3,0.479-0.863-1,-0.527-0.400 4,-1.096-0.083 3,7.064-3.975-7,-0.953 1.172 1,0.545 0.195 7,0.121 1.478-8,-0.932 1.936 1,-1.332 0.563 3,-1.049-0.313-1,-1.553 0.111 0,-2.049 0.866 0,3.539 0.292 4,1.838 1.780-3,-0.740 0.921-1,-2.166 0.661 0,-3.828 5.092 1,-14.096 5.697 1,-5.410-3.570-3,0.748-1.362 0,-3.744 1.870-1,-4.996 2.462 1,2.150-1.148 2,4.180-2.143-3,1.010 0.262 0,0.719-1.978 2,-4.607 2.399 7,-2.594 1.410-9,-1.113 0.673-1,-0.084 0.151 0,-0.781 0.877 0,1.221-0.109-1,1.449-0.196 1,1.461-0.232 0,1.348-0.235 4,1.953-1.491 0,1.119-1.278-1,0.965-1.398 1,-7.273 2.302 1,1.887-4.250-1,0.912-2.760 1,-5.557 2.053-1,7.822-0.961 2,-0.645 0.324 0,-0.307 0.189-1,-0.063 0.089-3,-0.611 0.247-1,0.012 0.373 0,0.477 0.415-1,0.746 0.414 1,0.875 0.385 8,0.391 0.406-5,0.756 0.013-2,-8.277 5.138-2,2.643-1.826 5,2.898-2.832 0,1.889-0.195 1,1.732 2.411-1,0.461 0.765-2,-0.285-2.116 1,-5.021-1.406 0,12.167-17.063 1,9.915 3.816-1,2.384-2.588-2,-1.451 1.396 0,0.367-0.142 0,0.820 0.649 0,1.709 0.059 0,2.568-1.053-1,4.672-2.787 0,-7.953 5.106 1,0.174-0.131 0,-0.018-0.019 0,-0.139 0.054 0,-1.701 1.285 0,0.117 0.242 0,0.209 0.259 0,0.262 0.258 0,0.283 0.243 2,0.283 0.220 0,0.268 0.192 0,0.244 0.162-1,2.623-1.020 1,-0.844 0.067-1,-1.158 0.042 0,5.969-2.134 0,0.213 1.857 3,1.453 0.886-3,-0.459-0.081 0,-8.279 1.679 0,9.475-3.728 0,-3.309 0.313 0,-2.383 1.616 1,1.084 1.093-1,0.123 1.366 0,-1.652 1.275 1,-2.416 0.793 1,2.422 0.418 0,-2.490 0.145-2,0.361 0.009 0,0.961-0.030 1,1.838-0.054-3,-1.666-0.057 3,1.594-0.040-3,-1.416-0.024 4,1.168-0.013-2,-0.189 0.063 0,-15.230 11.184 3,-7.295-2.949-2,-0.412 0.475-2,-2.268 0.868 0,-1.410-3.548 0,-3.652 0.119 0,-3.357 0.036-2,2.385-1.902 0,3.924-1.352 3,-1.631 0.677 3,-5.160 2.885-4,1.900 1.444 0,0.959 0.074 2,-0.354-0.260-2,1.559-1.816 0,-0.066-1.659-1,0.820-0.926 3,-0.174 0.497 1,-2.572 1.481-1,0.957 0.178-1,1.143-0.161-1,1.158-0.429 0,1.896-1.242 0,1.887-1.389 1,-2.877-0.815 2,2.631-1.278-1,-3.668-0.495 3,1.479 0.007-2,0.420 1.058-3,1.615 6.395 2,1.068-2.102-1,-2.316-2.676 0,0.512-1.732 0,0.629 0.917-1,-3.066 3.231 0,3.209-0.013 1,-0.879 0.872-1,-0.879 0.393-1,2.240-1.592 1,-0.994-0.916 2,-1.332 1.238 2,-3.246 2.023-2,0.117 0.418-3,1.854-0.523 0,-0.115 0.285-1,0.621 0.215 4,1.952-0.125 0,-1.003 0.956 0,-1.279 0.232 1,0.938-0.953-2,1.188-2.096-1,1.178-2.136 0,-5.031-0.133 1,3.621 0.520 0,0.419 0.971 1,-1.498 2.231-1,2.970 1.003 1,-3.169-2.055-1,-3.046-0.971 1,0.006 0.291-2,2.341-1.063-1,1.863-0.986 1,0.089 0.603 3,-0.116 1.087-2,2.488 0.350-1,0.997 2.331 2,-2.377 2.162 1,-0.250-4.479-1,0.522 0.124-2,-2.752 2.000-1,3.690-1.793 2,-2.355 0.569 0,0.995-1.763 0,-2.994 0.320 2,-0.203 0.991-2,1.621 2.946-1,5.238 0.895 2,-4.465-2.745 1,1.385-2.019-2,0.037 1.959 0,1.521 1.386-1,1.525 1.003 2,-2.966-1.149 0,-0.232 0.964-2,0.161 1.548 0,2.969 1.056 0,1.072-1.973 1,-2.611-2.733 1,5.411 4.207 0,3.923 0.305 0,0.016 0.785-1,-4.504-0.907 0,-5.209-4.849 0,0.759 0.488-1,-0.662 1.610 0,-0.163 1.939-1,-0.465 2.287 0,-0.897 1.297 1,-1.644 0.199-1,0.456 0.007 4,-2.438 0.912-3,-2.654-2.124-1,2.393-1.520 2,2.591 2.175 0,2.249-1.382 3,1.617-3.379-1,-0.989 0.280-2,-1.813 1.172 2,-0.691-1.192-4,1.047-2.244 1,0.522 2.462 2,0.188 2.562-1,1.102-0.839 0,1.224-2.906 0,-3.084 0.632 1,3.229-0.477 0,0.704 1.482 0,-3.204 0.087-2,-0.400-4.644 2,-0.713-1.932 0,1.553 3.552-1,17.293 1.593 1,4.591-8.607 0,-3.143-6.899-2,3.630-2.799-1,-1.517 1.648 1,-0.216-0.483-1,-2.480-0.090 1,-0.461-2.743 2,2.124 1.420 0,-0.181 3.819-1,5.093 0.559 0,-0.699 1.586 1,-0.313-0.733-2,-3.148-1.798-1,-3.331-1.313 4,4.239 2.532 0,1.886 2.905-2,0.461 1.878-1,-1.658 1.012 1,-1.438-5.464 2,-2.496-1.878-1,2.561-0.726-3,0.427-1.454 1,-0.683 0.392 0,-0.646 3.187 1,4.030 2.675 2,-1.110 0.140-1,-0.937-3.813-1,-0.454-2.638-1,-0.540 1.813 0,-0.188 3.685 1,0.178 2.316 0,-1.257-5.201 2,0.248 0.356-2,-2.631-2.566 0,-7.781-2.193 0,0.354-0.281 1,-10.841 9.889-1,-2.412 1.670 1,0.363 1.380-2,-1.137 4.884-1,-0.391 3.905 1,1.593-1.064 0,-4.151 3.235-1,7.554-4.884 1,0.643-0.604 0,-0.251-0.156 1,-0.197-0.341-1,-0.148-0.438 1,-0.105-0.473-1,-9.095 4.637 0,8.823-4.763 1,-0.370 0.320-1,-2.729 1.771 1,-0.771 0.717 0,-0.666 0.653 0,3.000-1.788 0,0.234-0.160-1,0.330-0.263 1,0.379-0.320 0,-0.174 0.223-1,0.453-0.009 1,0.436 0.084 1,0.397 0.143 0,-7.475 5.515-1,2.754-2.881 1,1.744-2.038 1,-0.757 0.667 2,0.533 1.267-2,2.023-2.332-2,-2.344-1.125 0,13.925-18.911 4,7.668 0.308-6,-1.956 0.907 0,2.144 0.325 0,-0.315 1.036 3,-1.325 1.237-2,5.656-7.008-2,-3.604 6.761 2,0.965-0.101 1,0.090 0.777-1,-0.451 1.245 1,-0.742 1.421 0,7.791-3.578-3,-0.089 0.148 7,-1.967 1.327 0,-2.262 1.483-6,5.583-3.155-1,-8.546 4.337 4,6.959-4.689 2,-3.108 1.806-4,-1.359 1.087 0,0.960 0.279 0,1.671-0.838 1,-2.184-0.836 5,-1.627-0.639-7,0.651-0.440 1,-1.264-0.417 5,0.393-1.023-7,5.236-2.919 2,-7.235 6.643 3,0.090-0.083-3,0.758 0.036-1,0.058 0.111 1,-0.404 0.153-1,-0.680 0.169 0,8.239-7.161 8,-7.020 7.071-8,0.669-0.058 2,0.538-0.081 3,1.542-0.825-5,0.781-0.398 0,0.700-0.409-1,0.146-0.382 2,-0.209-0.333 1,-0.410-0.275 0,-3.010 2.270 0,-0.096 0.355 0,0.013 0.432 0,0.088 0.461 0,-0.077 0.246 1,-0.188 0.082-1,-0.255-0.035 0,-0.287-0.115 0,0.483-0.323 0,0.040 0.200 0,0.128 0.286 1,0.179 0.328-1,2.664-1.170 0,0.067 0.007 0,-0.079-0.077 0,-0.162-0.122 0,-1.766 0.931-1,0.035-0.000 1,0.119-0.004 0,0.166-0.005-1,0.186-0.006 1,-0.388-0.418 0,0.510-0.386-1,0.584-0.072 1,0.600 0.145 1,-0.218 0.434 5,0.518-0.043-8,0.495-0.099 0,0.452-0.132-1,-0.027 0.064 2,-0.358 0.198 0,-0.568 0.279 1,-0.686 0.322-1,1.047-0.708 1,-1.396 0.340 0,-1.416 0.299 2,-1.322 0.251-1,6.365-5.334 0,1.564-1.955 1,-6.648 5.366-2,1.717-0.875-1,-1.752 1.335 1,0.518-0.256-1,0.389-0.198 1,0.279-0.148-1,1.393-0.801 1,-0.387 0.405 0,-0.594 0.556-1,-0.693 0.619 1,-1.813 1.250 0,8.586-4.649 2,-1.639 1.313-1,-2.234 0.857 1,-1.639 0.301 0,-1.648 1.509-1,1.781 0.734 6,-22.693 14.493-4,-2.693-3.219-14,-0.068 2.092 9,-0.789 2.771 9,-3.943 0.835-9,-0.908-1.517 1,-1.221-0.964-1,-0.510-0.865-4,-1.385 0.100 10,9.762-3.686-4,-0.459 0.191-1,-0.412 0.189 0,-0.959 0.639 0,0.227 0.323 0,0.416 0.306-1,0.506 0.271 1,0.529 0.230 1,0.502 0.187 0,0.449 0.145 0,-0.910-0.201 0,-0.531-0.408 0,-0.254-0.510 0,-0.055-0.538 9,0.076-0.516-6,0.154-0.464-5,-0.545 0.041 0,0.970-0.223 0,1.077-0.121 0,-7.413 3.623 1,3.124 0.105 2,-1.537 0.134 0,4.046-3.270 1,-1.607 0.607 6,-0.895 0.616-10,1.171-0.326-1,-0.110 0.082 0,0.023-0.021 1,0.114-0.090 0,-1.295 0.414 0,0.341-0.221 3,0.400-0.242-1,0.409-0.238 1,0.876-0.120-1,1.109-0.035 1,1.179 0.022-1,-7.213 4.943 1,2.147-0.524 0,-5.369-0.826 1,8.463-4.212 0,-1.936 0.454-1,-0.907 0.346-3,-0.653 0.416-1,-0.443 0.439 0,-1.574 0.878 1,0.896-0.046 1,1.243-0.223 1,1.374-0.319-1,-1.295 0.820 1,-0.551 0.312 2,-0.034-0.037 1,0.299-0.258-1,-0.144-0.045 0,-1.171 0.266-5,-0.710-0.007 0,-0.355-0.192 3,-0.333-0.066 3,-0.299 0.022-4,-0.257 0.081-2,-0.214 0.116-1,-1.010 0.515 3,0.718-0.054 0,0.946-0.114 1,1.033-0.145 0,1.020-0.156 0,0.083-0.103 0,0.558-0.539 0,0.371-0.587 1,0.225-0.576-1,0.114-0.525 1,-4.397 1.708 0,2.000-0.242-1,-0.627 0.602 1,-0.246 0.470 3,-0.176 0.112-1,0.213-0.266-6,0.324-0.445 0,0.375-0.532 0,0.382-0.553 2,-3.168 0.559 1,0.426-0.002 0,1.003 0.157 0,1.263 0.239 8,3.834-0.705-6,-0.288 0.452-4,-0.276 0.188 0,-0.253-0.005 2,-0.662-0.009 6,0.616-0.657-8,0.842-0.794 0,0.945-0.840 0,0.326-0.414 0,1.036-0.416 3,0.948-0.235 0,-8.438 2.709 3,3.845-1.403-3,2.920-1.559 1,1.662-2.318 1,10.216-13.445 2,9.305 2.406-5,1.605-0.566-1,-1.020 2.443-1,5.889-4.245 0,-5.122 4.670 0,2.238-1.307 1,0.883 0.016-1,0.495 0.409 1,0.212 0.630-1,-1.201 0.808 1,-0.902 0.228 1,-1.096 0.106 0,-1.148 0.019 0,-0.444-0.129 1,7.097-6.056 1,-0.729 1.979 0,0.083 3.404 0,-0.752 3.261-2,-1.697 0.487 1,-1.309-0.972-1,-1.094-1.287-1,2.506-1.569 1,4.038-0.843 0,-0.124-0.044 0,-1.437 0.160 0,-2.188 1.831 0,-2.553 2.544 0,1.338 1.396 3,0.604 2.538-1,0.384 1.146-1,0.125-0.177 0,-25.950 3.125 2,0.106 1.872-5,-2.337-0.409-1,-3.492 2.223 2,-1.425 1.349-1,9.461-3.897 0,-0.040 0.119 1,-0.319 0.677-1,-0.495 1.027 1,-0.592 1.217 1,-0.626 1.283 0,-4.622 3.396-2,-1.223 0.077 1,-0.997-0.554-1,4.158-3.069 1,0.535-0.705 4,0.729-0.711-7,0.824-0.679 4,-1.022 0.557-1,0.225 0.149 3,0.013 0.397 0,-0.129 0.534-1,-0.741 0.448-2,0.148-0.416 1,0.232-0.654-1,0.269-0.758 1,0.272-0.769 0,2.311-1.207 0,0.135-0.028 0,0.064 0.138 0,0.012 0.245 0,-0.025 0.520 0,-0.050 0.683 1,-0.064 0.759 0,-0.070 0.772 0,-2.509 2.076-1,0.629-0.735-1,0.834-1.229 1,0.895-1.437-1,1.456-1.404 2,-7.784 3.077 1,2.630-1.906 0,1.789-0.688 0,0.151 1.946 0,-0.443 2.465 1,4.636-3.045-5,2.653-16.092 7,9.300-3.265-4,1.190 1.447-2,7.856-3.556-1,-3.127 5.535 1,1.132-0.678 0,0.732-0.462 1,0.521-0.071-3,0.861-0.279 1,0.840-0.220 0,0.771-0.166-1,0.677-0.120 1,0.571-0.081 1,0.624-0.069-1,-0.411 0.672 1,-0.667 0.823 0,-0.787 0.863 0,-0.812 0.830 0,-0.769 0.750 2,-0.689 0.646-1,-0.262-0.223 1,-0.475-0.495 0,-0.365-0.750 0,-0.268-0.857 0,-0.187-0.863-1,-0.238 0.140 1,-0.254 0.771 0,-0.246 1.118 0,7.177-3.461 2,-2.686 2.919-1,0.052-0.546 1,-0.526-0.838 4,-2.146 0.994-9,-19.699 16.226 4,-8.849-3.461-2,-1.336 2.871-12,9.045-2.662 11,-0.646 0.779 9,-0.507 0.686-10,-0.380 0.576 0,-0.972 1.198 1,0.041 0.693 1,0.183 0.599-1,2.274-1.486 0,0.355-0.254 1,0.345-0.379 1,0.316-0.440-1,-0.666 0.471 0,0.349-0.106 1,0.326 0.004-1,0.287 0.076 1,-7.317 6.736-1,0.405 0.635 0,7.032-6.146 0,0.651-0.476 0,-5.767 5.916 0,3.262-3.883 2,0.127-1.666-1,-0.477-0.677 0,-0.628 1.993-1,-0.557 2.981-1,0.377 0.413 0,1.322-2.665 0,1.400-3.090 2,0.024-0.459 2,-0.864 1.110-3,-0.563 1.514-1,1.422 0.167 1,1.714-0.268-1,0.859 0.538 1,-1.800 2.261 0,-0.402 0.682 3,0.963-0.889-4,1.271-1.295 0,-4.335 1.832-1,-0.830 0.850 8,2.373-0.612-9,1.412-0.520 2,-2.102 0.760 2,-0.519 0.984 0,0.296-0.812-3,1.063-2.140 1,1.141-2.032 2,-2.560 1.878 0,-0.906-3.207 0,10.623-19.647 1,9.661 3.248-2,-1.753-0.284 0,-3.211-1.077 1,0.717 0.052-1,2.107-2.463-2,0.992-1.418 0,-0.471-0.087 0,-0.961 0.453 1,-0.949 0.579 0,2.310 0.168 1,-0.458 1.713 3,1.332-1.956 0,-0.993 3.294-3,1.267-2.431 0,-1.464 1.935 0,2.490 0.662-1,0.471 0.722 2,-0.161-0.258-3,-1.591-0.180 1,-1.459-0.371 1,-0.287-0.579 0,0.025 0.670 1,-0.069 1.121 0,3.219-2.600 0,-1.897 2.856-1,0.671-0.276 0,-0.173-0.440 1,-2.321-1.532-2,-0.590-0.026 1,4.287 0.962 0,-0.406 3.711 2,-3.866-5.579-1,3.295-0.402-2,-1.820 3.288 0,-0.011-0.535-1,-0.876 0.015 1,2.042-4.272 0,-0.895 5.026 1,1.877 0.556 0,2.245-2.793 0,-0.977-1.678 2,-1.499-0.650 0,-0.660-0.574-4,0.025 0.152 0,0.873-1.195 0,-3.016 3.929 3,-1.322-1.337 1,7.112 1.219 3,5.336 1.076-7,-1.980 0.490-1,-1.998 0.166 1,-2.129 0.320 2,-1.680 0.308 1,0.911-0.540 1,1.467 0.365-2,0.970 1.808-1,1.312 2.303 1,-1.272 1.367 0,0.857-0.660 0,0.104-1.026-1,-1.998-0.507 1,-2.296-0.224 0,3.195-1.385 1,2.240 2.815 0,-2.923 2.821-1,0.530 0.849 0,-1.270 0.421-1,0.311 0.162 0,0.867 0.054 1,0.692-0.013 1,-0.084-0.049-1,2.019-0.049-1,-0.537-0.038 2,-0.256-0.024 1,2.936-0.013-4,-0.803-0.005 3,-2.944 0.000-3,-2.318 0.001 0,0.378 0.001 4,0.574 0.001-1,2.463 0.001 0,0.362 0.001-1,-2.164 0.000 1,-1.708 0.000-3,3.369 0.000 4,-2.048 0.000-2,-0.822 0.000-1,0.716 0.000 1,-1.255 0.000 1,0.189 0.000 0,2.694 0.000-1,-1.051 0.000-1,-0.431 0.000 2,-0.112 0.000 0,1.437 0.000-2,0.014 0.000 0,-2.963 0.000 1,0.272 3.024 1,1.955 3.303 0,-2.193-1.927-2,1.686-2.332-1,3.473-1.363 2,-1.500-0.669 0,-3.533 0.842 1,-10.106 10.503 1,-1.120-0.218-1,-4.190 2.523 0,-3.646-4.928-3,-1.899-0.043 2,-2.955 0.156-1,0.746-2.647-1,-6.444-1.160 0,0.057-2.219 1,-0.629-1.183 0,7.548-0.858 0,0.142 0.183 1,0.228 0.302 0,-10.239 2.334 0,0.730 0.146-1,-1.289-0.854 0,10.349-1.867 1,-9.495 0.241 0,-0.317-0.628-1,-0.150-0.415 1,-0.380-0.239-1,0.661-0.108 1,-0.257-0.032 1,1.370 0.016 0,2.942 0.040 0,1.655 0.038-1,0.729 0.020 3,1.386 0.013 1,-2.071 0.009-6,3.221 0.003 4,-0.646-0.001 0,0.778-0.004-3,-0.400-0.001 0,-3.313-1.742 1,1.175-3.251 2,3.308-2.042-4,2.911-0.380 2,-1.940-0.291 1,-0.864 0.394 0,-2.442-2.312-3,0.408 0.826 0,2.672 2.983 0,-0.688 2.022 3,-0.062 2.854 0,-3.278 1.182 0,0.565 0.242 0,0.233-0.125-1,2.064-0.243 0,-0.661-0.124 1,1.306-0.019 0,-0.232 0.638-2,1.406 4.417 2,-0.943 2.840-1,-3.670-1.859 1,4.418-0.752-3,-1.830 4.543 1,1.228-1.800 1,-1.253-3.365-1,-0.255 2.664 1,2.202-0.152 2,-3.540-2.581-2,2.686 0.440 1,1.960 2.240-2,0.106 1.781 0,-0.451-3.027 2,-4.225-2.932 0,2.078-2.600-1,-0.206 1.202-1,7.692 9.193 2,-8.914-6.511 0,3.083 1.696-2,0.933 0.845 0,-2.807-5.559 2,-1.928 2.455-1,2.808 5.444 0,-1.082-0.136-2,0.910-1.392 0,1.842-0.683 2,-1.020 2.065 2,2.138-1.181-1,-1.411 1.576-1,-0.950 0.211 0,-0.354-3.934 0,-1.070 2.020 1,2.466-0.005-1,0.276 1.244-1,1.736 0.180-1,-2.520 0.985 2,-0.864-2.778 2,1.088 0.206-2,0.909 4.007 0,-1.954-2.310 1,0.195-1.151-3,1.871-0.803 1,19.659-5.896 6,0.111-1.454-5,0.810-5.818-1,-3.175-1.972 1,-0.218-0.769-1,1.489-1.804 0,-0.422 0.454 1</inkml:trace>
</inkml:ink>
</file>

<file path=ppt/ink/ink3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4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10586.318 5254.000 767,'0.000'11.577'0,"0.000"-0.408"0,0.000 0.042-5,-0.447 5.481 4,-2.590 4.231 0,-0.450-0.237-1,1.780-9.452 0,0.133 0.420 0,-0.079 2.657 0,0.293-0.406 1,0.291-0.719 1,0.267-0.859 0,0.231-0.880-1,-0.047 9.077 1,0.469-4.608 0,0.222-4.463 2,0.122 0.181 3,-0.025 0.145-1,-0.114 1.285-3,-0.052-1.965-1,-0.010 2.214-1,0.001-0.795 1,0.003 2.223 1,0.003-3.019-2,0.000 0.875 0,8.821-20.351 6,-2.408-6.734-8,-1.165 3.426 2,-0.961-0.081 0,-0.185-3.484-1,1.439-4.235 1,1.043 3.014 0,2.666 1.681 0,1.045 2.570 1,0.309 1.493 1,0.823-0.800-1,-0.899-0.928 1,-0.555-1.746-1,-1.735 0.404 0,-1.410 0.786-1,-0.955 0.809 1,-0.177-0.115 0,0.266-0.905 1,1.991-1.720-1,2.773-0.186 1,-0.715 1.800-2,-3.145 2.958-1,0.592-1.440 4,5.345 0.657-1,-2.917 1.385 0,-0.583-1.440-2,-0.786 1.812 0,0.178 1.901 1,4.401-2.438 2,-1.660 0.360-1,-1.863 0.444-1,3.763 0.574 1,0.449 0.061 0,-2.037-0.350-3,-1.074-1.043 2,0.531-1.745 0,0.358 2.000-1,0.644 2.721 3,-1.645-1.012-2,0.502-1.595-2,-0.654-0.230 1,-1.162 0.718 0,2.596-0.316 2,-0.797 3.449 0,-0.108-1.110 0,2.489-1.747 0,-0.678 1.177-3,-1.864 1.855 1,0.704 1.232 1,-0.604 2.931 2,0.222 1.589 0,0.721-0.598-2,-3.057-8.119 1,1.890-1.932-2,-0.426 2.733 0,1.607-0.028-1,4.734-3.088 0,-6.829 4.304 0,0.655-0.284 4,0.446-0.123-1,0.277-0.007-3,2.577-0.185 0,1.191 0.020-1,0.413 0.030 1,-0.123 0.035 2,-0.467 0.036 3,1.509-0.698-4,-0.780 0.446-1,-0.787 0.520-1,-0.721 0.518 2,-2.375 1.403 2,-0.281 0.696 0,-0.144 0.702 0,-0.044 0.659 0,0.898-0.790 0,-0.300-0.110 0,-0.362 0.187 0,-0.373 0.357 3,9.842-2.764-4,-0.220-2.916-1,-10.031 3.661 3,-0.582 0.126-3,8.911-4.330-2,-1.922 0.619 1,-2.276 0.938 3,-0.315 0.064 1,4.256-0.103-1,-1.475 2.233 1,-3.404 2.134 5,-1.845 1.313-13,-23.044 2.818 11,-0.997 3.588-5,-3.190 1.258-2,4.495-2.772 0,-1.535 0.879 3,-0.054 0.449-2,-0.900-0.986 0,-3.153-0.764 0,-0.526-0.895 0,1.457-0.835 0,-1.651-0.563 1,-4.982-0.348-1,10.033-0.167 1,0.588-0.037-1,-8.887-0.104-1,2.087 0.003 2,-0.085 0.040 1,2.001 0.047 6,2.209 0.037-10,1.738 0.024 1,1.118 0.013 1,-3.818-0.219-2,2.983-0.344 4,-1.139-0.387 8,-0.262-0.382-11,0.301-0.347 0,0.623-0.297 0,-7.525-2.048-1,4.219-0.260 1,3.562-0.045 3,-2.966-2.049 2,3.507 2.231 0,0.156 0.069 1,0.889 0.046-5,-0.340-1.224-1,0.129-2.181 1,-0.974-2.347 5,1.639-1.103-6,3.632 0.834 0,2.148-3.096 2,3.709 2.053 0,1.488-1.100 2,0.008-1.247 1,-0.476 1.259-3,-2.939-0.083-1,-8.801 2.161 4,1.422-2.754-5,2.136 3.520 1,-2.615 4.503 1,-0.572 5.751 1,-0.241-0.941 1,0.171 0.026-2,-0.106 0.000-1,-0.776 0.000 1,-0.916 0.000 1,1.709 1.253-1,7.464 10.928 0,4.188-1.062 0,-0.310 1.515-1,3.819 0.036 2,4.456-2.204-2</inkml:trace>
</inkml:ink>
</file>

<file path=ppt/ink/ink3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4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11706.318 4998.000 767</inkml:trace>
</inkml:ink>
</file>

<file path=ppt/ink/ink3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5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10538.318 5718.000 767,'0.000'11.133'0,"0.000"0.621"-3,0.000 0.442 2,0.000-1.073-1,0.000-0.108 3,0.000 0.922-1,0.000 3.494 0,0.000-2.968 0,0.000-0.408-1,0.000 0.413 1,0.000-0.798 1,0.000-0.310-2,0.000 0.815 2,0.000-0.210-1,0.000-0.629 0,0.000 2.640 1,0.000-1.063-2,0.000-0.713 1,0.000 2.007-1,-1.221 0.682 0,-2.358-3.914 0,-3.135-0.340 2,2.807 0.937 0,2.924 0.049 0,-1.731-0.736-1,-8.564-11.190 2,9.671-10.786-2,12.041 6.466 0</inkml:trace>
</inkml:ink>
</file>

<file path=ppt/ink/ink3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7:0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9466.318 5670.000 767,'0.000'6.072'0,"0.000"0.081"0,0.000 0.577-5,0.000 0.016 5,0.000 2.236-1,0.000-2.953 0,0.000 0.592 0,0.000 1.750 0,0.000-0.315 1,0.000-0.767 0,0.000-0.310 0,0.000 0.027 0,0.000-0.171 0,0.000-0.108 0,0.000 1.041-1,0.000 0.110 1,0.000 0.074 1,0.000 0.041-1,0.000-1.397 0,0.000 0.272 0,0.000 1.543 0,0.000 0.088 0,0.000-0.341 0,0.000-1.417 0,0.000 1.099 0,0.000-1.480 0,0.000-0.140 0,0.000 0.117 1,0.000 0.357 0,0.000-0.684-2,0.000 0.189 1,0.000 0.018 0,0.000 0.166 1,0.000 0.591 0,0.000-0.820-1,0.000 0.058 0,0.000 0.523-1,0.000-0.048 1,0.000-0.496 0,0.000 2.274 0,0.000-0.716 0,0.000-0.107-1,0.000-0.571 0,0.000-0.674 1,0.000 1.757 0,0.000-0.907 0,-0.840-1.120 1,-5.747-1.944 0,-0.103-3.354 0</inkml:trace>
</inkml:ink>
</file>

<file path=ppt/ink/ink3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7:2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-1717.682 2566.000 767</inkml:trace>
</inkml:ink>
</file>

<file path=ppt/ink/ink3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8:46"/>
    </inkml:context>
    <inkml:brush xml:id="br0">
      <inkml:brushProperty name="width" value="0.0529194456206428" units="cm"/>
      <inkml:brushProperty name="height" value="0.0529194456206428" units="cm"/>
      <inkml:brushProperty name="color" value="#ffe7cf"/>
      <inkml:brushProperty name="ignorePressure" value="0"/>
    </inkml:brush>
  </inkml:definitions>
  <inkml:trace contextRef="#ctx0" brushRef="#br0">9722.318 4518.000 767,'-6.119'0.000'0,"-0.141"0.000"0,0.283 2.601-5,0.717 2.395 4,-1.783 0.160 0,-0.822-2.433 1,-0.247 1.802-1,2.698 1.798 0,0.027 1.923 0,-0.207 0.256 0,-0.312-0.443 0,-0.195-1.490 0,0.178-2.421 1,0.229-2.036 1,-3.678-0.483 2,-0.386 0.712-2,0.812 1.114-2,1.241 3.167-2,1.332 0.002 3,0.103-1.087 2,0.283-1.866-3,7.306-10.699 2,2.058 0.777 0,-0.375 0.422 0,-0.151 0.129 0,1.458-0.385 0,0.758 0.536-3,1.804-1.586 0,-2.476 2.667 1,0.479-0.446 0,0.422-0.397-1,0.351-0.335 1,0.280-0.270 0,-0.491 0.336 0,-0.283 0.035 0,-0.384 0.090 0,-0.422 0.120 0,-0.418 0.131 1,-0.386 0.129 0,2.638-4.855 0,-3.239 4.669 0,0.047-0.370 0,0.099-0.401 0,1.381-1.540 1,0.648-0.421-1,0.233 0.122 1,-0.047 0.461 0,-0.225 0.645-1,-0.321 0.714 1,-0.050 0.545-2,-0.488 1.126-1,2.878-1.310-1,-1.365 3.102 7,1.369-2.109 5,-2.507-1.640-7,0.193-0.605-2,-0.588 0.677-2,-1.305 0.699 0,-9.384 3.976 5,-0.308 2.885 0,0.113 4.300-4,0.075 0.677-1,-1.864 2.074 0,2.510-2.397 0,-1.256 1.275 0,-1.185 1.195 0,-0.090-0.116-1,-0.338 0.014 1,-0.146-0.226-1,-0.015-0.358 1,0.068-0.415 0,0.116-0.416 1,-0.982 0.774 1,-0.415 0.265-1,-0.001-0.095 0,0.261-0.315 8,0.405-0.429-1,0.464-0.468-9,0.465-0.455 0,0.483-0.868 0,0.022-0.076 0,0.321 0.021 1,0.500 0.085 3,0.590 0.123 8,-0.971 1.349-4,0.148 0.057-8,0.479-0.470 1,0.657-0.771 3,0.723-0.909 1,0.710-0.929 0,-3.126 1.266-3,1.458-3.483 0,4.918-8.485 7,4.250-0.266 0,6.162-1.783-6,-2.577 3.507-2,0.833-0.340 0,0.604-0.178-1,-0.485 0.515 1,-0.354 0.323 0,-0.540 0.408-1,-0.622 0.435 2,-0.634 0.422-1,3.216-2.767 4,-2.831 1.786 0,0.933-1.069 0,0.389-0.501 1,0.003-0.092 0,-0.254 0.185-4,-0.407 0.358-1,1.149-0.892-1,0.230 0.207 0,-0.100 0.623 1,-0.305 0.843 4,0.281 0.385 1,-0.241 0.626-2,-0.199 0.467-2,-0.155 0.330 0,-0.117 0.217 1,-0.697-1.130 1,-0.868-0.584-1,-0.951-0.174 2,1.342-4.620 3,-1.387 1.405-5,1.343 2.600 0,0.636 1.696 2</inkml:trace>
</inkml:ink>
</file>

<file path=ppt/ink/ink3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8:48"/>
    </inkml:context>
    <inkml:brush xml:id="br0">
      <inkml:brushProperty name="width" value="0.0529194456206428" units="cm"/>
      <inkml:brushProperty name="height" value="0.0529194456206428" units="cm"/>
      <inkml:brushProperty name="color" value="#ffe7cf"/>
      <inkml:brushProperty name="ignorePressure" value="0"/>
    </inkml:brush>
  </inkml:definitions>
  <inkml:trace contextRef="#ctx0" brushRef="#br0">9690.318 4406.000 767,'0.000'6.542'0,"0.000"-0.210"0,0.000-0.050 0,0.000 0.003 0,0.000-0.267-5,0.000 1.384 2,0.000 0.529 4,-0.235-1.693-1,-2.866 0.781 0,-2.683-1.817 0,2.557 0.707-1,1.102 1.938 0,0.907 0.361 0,0.611-0.067 0,-0.102-0.256 1,-0.766-1.183-1,-0.894-1.109 1,-2.552 1.598 1,0.753-0.359 0,2.236-0.191-1,1.801 0.229 1,0.916-0.603 0,2.521-1.079 1,1.886-8.230-2,-0.574-2.864 1,-2.842-0.936-2,0.631-1.364 0,1.580-3.045-2,-1.890 5.111 2,-0.179 0.063 0,-0.256 0.193-1,2.065-5.069 1,1.662 0.327 1,-1.978 5.371-1,0.444 0.015 1,0.919-0.956-1,0.165-0.301 0,0.016-0.316 1,-0.075-0.297-1,-0.771 0.817 1,-0.159-0.065 1,-0.155-0.045-1,-0.143-0.029 0,-0.124-0.017-1,0.272-0.419 1,-0.021 0.348 0,0.005 0.421 0,0.021 0.433 0,0.028 0.404 1,0.030 0.354 0,0.030 0.294 0,3.974-3.973 1,0.075 0.513-1,-0.123 0.033-1,-1.887-0.079-1,-2.486 0.594 2,-8.818 10.706 3,2.585 2.374-3,-0.706 1.565 1,-3.896-1.265-2,2.375-0.913-8,0.504 1.604 7,-0.280 2.208 7,-0.610 2.074-8,2.366-4.600 1,-0.216 0.468 0,-0.195 0.397-1,-0.347 0.689 1,-0.130 0.232 0,-0.085 0.139 0,-0.051 0.070 0,0.117-0.265 1,0.091-0.204 0,0.110-0.241 0,0.114-0.243-1,0.105-0.223 1,0.340 0.492 0,0.049 0.565 0,0.025 0.236 1,0.010 0.008 3,-0.002-0.138-2,0.629-1.519-4,0.245-0.343 0,0.288-0.363 1,-1.205 5.800-3,1.194-0.797 10,1.061-1.223-4,0.669-0.847-1,0.332-0.876 8,0.208-1.022-14,-0.004-13.131 9,-0.333-0.152 0,0.521-1.610-7,2.985 2.153 1,3.519-0.563-1,1.559-3.543 1,-3.562 3.146 1,0.397-0.931 2,0.327-0.746-2,0.826-1.827-2,-0.220-0.414-1,-0.387-0.180 1,-0.462-0.018-1,-0.472 0.084 3,-0.924 1.746 0,-0.286 0.700 1,-0.229 0.784-1,-0.177 0.792 1,-0.132 0.747 0,0.705 0.472 4,0.224 0.257-1,-0.112 0.099 0,-0.329-0.014 0,-0.455-0.088-2,-0.312-0.133 1,-0.195-0.154-3,-0.105-0.159 0,-0.039-0.152 0,0.009-0.138 0,0.277-0.660 1,0.048-0.075 0,0.047-0.026 0,0.042 0.006-1,0.036 0.027 1,0.253-0.422 0,0.111-0.127 0,0.112-0.142-1,0.103-0.139 1,-0.596 1.078 0,-0.322 0.403 0,-0.393 0.483 0,1.155-4.049 0,-1.389-0.050 3,-1.531 3.665-1,-0.255-0.115 0,-0.188 0.099-1,-1.018-3.733-1,-1.819 4.199-1,-4.014 4.008 0,-1.749 4.715 2,2.582 0.285 0,1.344 1.556 0,1.268 1.335 0,-2.171 2.373-1,1.407-3.291-1,-0.312 0.042-1,-0.316 0.108 1,-0.166-0.035 0,-0.058-0.127-1,-0.247 0.087 1,-0.355 0.222 1,-0.404 0.296 0,-0.408 0.325 0,-0.166 0.575-1,0.578 0.113 0,0.801 0.025 0,0.884-0.034 0,0.873-0.069 1,0.506-0.263 0,0.235-0.368 1,0.043-0.408-1,-0.082-0.404 1,-2.441 3.580 2,-0.419-1.195-1,-0.193-1.265-1,-0.345-1.748-1,-0.780-1.189 1,0.671 0.176-1,1.540 0.978 2,1.138 1.173-1</inkml:trace>
</inkml:ink>
</file>

<file path=ppt/ink/ink3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8:51"/>
    </inkml:context>
    <inkml:brush xml:id="br0">
      <inkml:brushProperty name="width" value="0.0529194456206428" units="cm"/>
      <inkml:brushProperty name="height" value="0.0529194456206428" units="cm"/>
      <inkml:brushProperty name="color" value="#ffe7cf"/>
      <inkml:brushProperty name="ignorePressure" value="0"/>
    </inkml:brush>
  </inkml:definitions>
  <inkml:trace contextRef="#ctx0" brushRef="#br0">9706.318 4582.000 767,'0.000'6.227'0,"0.000"-0.183"0,0.000 1.080-5,0.000 0.690 4,0.700 1.696 0,1.381 0.968-2,1.334 0.441 1,-1.636-4.573 1,-0.083 0.917 0,-0.164 0.656-1,-0.207 0.441 4,-0.223 0.270 0,-0.219 0.139-4,0.072 2.328-1,0.240 1.223-1,0.344 0.518 1,0.390 0.019 4,0.129-0.310 0,-0.053-0.506-1,-0.168-0.601-3,-0.232-0.625 0,-0.130 0.351 2,-0.325-1.090 2,-0.297-1.069 1,0.192-0.519-1,0.478-0.137 4,0.613 0.109-1,-0.308-1.912-4,-0.010-0.271 0,-0.104-0.309-1,1.500 5.554 1,-1.400-5.594 1,0.233 0.160 0,0.274 0.222 0,0.495 1.298-2,-0.195-0.111 0,-0.341-0.250 0,0.587 3.495 0,-0.989-0.998 4,-0.705 1.639-1,-0.793-0.824-1,-0.381-0.479 0,-0.171-1.110 5,-0.306-16.820-3,0.484 1.674-5,-0.004-0.022 0,-0.002-2.297 1,-0.003 2.062 1,0.356-1.314-1,2.039-2.948-1,-0.310 4.446 1,-0.051 0.146 0,-0.061-0.410 0,-0.184-0.372 0,-0.250-0.320 0,-0.225-0.976 0,-0.294-0.693 1,-0.267-0.685-1,-0.227-0.624 0,-0.222 2.014 0,-0.100 0.273 0,-0.081 0.397 1,-0.063 0.461-1,-0.060-1.381 0,-0.048 0.690 2,-0.025 0.630 2,-0.009 0.538-2,0.001 0.434-1,-0.045-7.168 0,0.077 4.442 0,0.010-0.683 0,0.009-0.207 0,0.007 0.114 1,0.006 0.018-2,0.005 0.398-2,0.004 0.435 0,0.003 0.423 1,0.002 0.383 2,0.001 0.328 0,0.000 0.268 0,0.000-2.217 0,0.000-2.004 1,0.000-1.216 5,0.000-0.613-2,-0.001-0.172-8,0.000-1.170 0,0.000 1.059 0,0.000 1.323 1,0.000 1.385 0,-0.001 1.315 0,0.000 1.168 6,-0.168 1.252-1,-0.264 0.824-1,-1.353-4.596 2,-1.143 1.539 0,-0.856-0.464 0,1.672 3.823-1,-0.098-0.281 0,-0.068-0.044 1,-0.045 0.111-1,-0.025 0.202-4,-0.012 0.246 0,-0.191 0.057 1,-2.640-4.204-3,-0.084 2.039 5,0.147 1.812 2,-0.061 2.481-1,2.670 9.991 4,-1.824 5.604-3,0.899-3.646-5,-0.418 0.599-1,-0.198 0.158 1,0.834-1.728 0,0.299-0.350 0,0.377-0.410 0,0.406-0.426 0,-1.623 4.335 2,-0.441-1.129 4,1.338-3.392-2,0.241 0.209-2,0.380 0.297 1,0.430 0.322-1,-0.359 4.150-1,0.964-1.030 0,0.678-0.449 2,0.424 2.622 1,0.146-4.635-3,0.043 1.365-1,0.019-0.012 1,0.003-0.350 0,-0.006-0.529-1,-0.012-0.598 1,-0.014-0.590 1,-0.014-0.537 0,0.378 4.026 0,0.604 3.612 3,0.704 2.870 2,0.203 0.519-10,0.063 0.546 0,-0.093-0.019 0,-0.188-0.389 0,-0.066-1.694 1,0.156-0.982 2,0.236-1.059 1,0.275-1.046 1,0.588 1.677 1,-0.217-0.859 3,-0.371-0.637-1,-0.432-0.445-1,-0.352-2.159-1,0.041-0.644-1,0.136-0.626 1,0.189-0.574-1,0.212-0.500 1,-0.064-0.507 1,-0.136-0.145-1,-0.213-0.038 0,-0.252 0.037 0,-0.260 0.083-1,-0.250 0.108 0,0.211 0.751 0,0.278-1.046-1,0.396-1.253 1,2.470 2.120 5,-0.653-1.486-2,-0.974 0.557 0,-0.757 1.067-4,0.584 0.271 0,1.146-0.381 1,0.828-0.909 0,1.035-1.066 1,0.823-3.957 0,0.237-2.745 1,-3.051 6.154 0,-3.536 0.846-1,-0.044 3.082 0,0.031-1.613-2,0.011-0.401 0,0.625-1.096-1,1.264-0.447 0,1.281-0.278 3,0.888 0.936-1,-0.846 0.509 0,-1.160 0.485-1,-0.976 0.349-1,-0.649 0.206 1,-0.356 0.098-1,-0.149 0.030 1,-0.032-0.003-1,1.251 16.140-1,0.675 11.951 0,0.299 5.660-1,0.037 1.217-8,-0.133-1.715 0,-0.233-3.466 1,-0.279-4.332 1,-0.319-4.362 2,-0.256-3.570 1,-0.229-3.538 1,-0.197-3.272 13,-0.162-2.875 49,-0.128-2.417-60,-0.098-1.259 1,-0.069-1.375 0,-0.047-1.418 2,-0.030-1.350 16,-0.017-1.214-2,-0.012-0.517-14,-0.066 4.395-1,0.036-1.196 3,0.042-0.684 0,0.030-1.254 0,0.020-1.092 0,0.013 1.661 1,0.008-1.087-1,-0.001-0.392 0,-0.001 0.420 0</inkml:trace>
</inkml:ink>
</file>

<file path=ppt/ink/ink3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0:11"/>
    </inkml:context>
    <inkml:brush xml:id="br0">
      <inkml:brushProperty name="width" value="0.0529194456206428" units="cm"/>
      <inkml:brushProperty name="height" value="0.0529194456206428" units="cm"/>
      <inkml:brushProperty name="color" value="#f9fdd2"/>
      <inkml:brushProperty name="ignorePressure" value="0"/>
    </inkml:brush>
  </inkml:definitions>
  <inkml:trace contextRef="#ctx0" brushRef="#br0">8042.318 9302.000 767,'6.165'0.000'0,"-0.127"0.000"0,0.722 0.000 0,-0.026 0.000 0,-0.476-0.184-9,0.034-0.290 7,3.986-0.341 0,4.094-0.350-2,3.882-0.331 0,3.477-0.296-2,8.733-0.572-1,2.264-0.294-1,-0.328-0.226 0,-1.884-0.165 2,-2.674-0.114 11,-2.259 0.235-6,-2.653 0.367-5,-2.885 0.439 0,-2.787 0.449 19,-2.491 0.416 9,-2.103 0.362-26,-1.448 0.317 1,-1.011 0.210 0,-1.162 0.161 2,-1.175 0.118 15,-1.095 0.081-3,3.373 0.114-12,-2.220 0.059 0,-0.398 0.021 5</inkml:trace>
</inkml:ink>
</file>

<file path=ppt/ink/ink3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0:45"/>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9578.318 4566.000 767,'6.050'0.000'0,"0.125"0.000"0,0.158-5.563-6,-2.741-1.266 5,1.045-1.438-1,0.846-0.148 0,0.308 0.720 1,0.096 0.734 1,0.254 0.298-1,0.200-0.625 1,-1.936 0.662-1,-1.896 0.592 3,-0.646-0.173 0,0.649-1.254-2,0.961-1.296-1,0.637 3.008 0,0.329 0.889 1,0.227 0.088 0,-0.101 0.122 1,-0.289 0.132 0,3.123-4.156-4,-1.812 1.344 0,-0.511 2.235 2,0.820 1.304 2,-0.644 0.489 2,-0.689-1.790 1,-3.020-3.531-3,-1.406 2.101 2,-0.478 0.247-4,-0.028 12.750 2,-1.617 0.332 1,-3.396-0.466-4,1.933-0.843 0,0.670 1.097 1,-0.305 1.574 0,-0.833 1.694-1,1.341-4.064 1,-0.312 0.012 0,-0.281-0.125 0,-0.241-0.205 0,-0.713 0.334 0,-0.652 0.215 2,-0.668 0.293-1,-0.623 0.319 0,0.188-0.233-2,0.172-0.026 1,0.334-0.094 0,0.412-0.130 0,0.434-0.145 1,0.414-0.143 0,-1.203 1.340-1,-0.514 0.390 1,-0.171-0.050 1,0.056-0.320 13,0.934-0.302-22,0.245 0.165 6,0.262-0.133 0,0.256-0.324 2,0.237-0.430 2,-0.558 0.606 0,0.188-0.618-4,0.147-0.569 0,0.109-0.489 1,-2.879 2.942 4,-0.105-0.538-1,-1.250 0.029-1,-1.419-0.420-1,4.384-3.713 0,-0.180-0.139-1,-3.126 1.330 0,2.748-2.451 0,9.778-7.509 7,1.456 0.354-1,-2.620-2.090-3,-0.408 1.197-4,3.324-2.909 0,-0.496 2.401 0,0.694-0.008 0,0.379 0.327 0,0.156 0.500 0,0.007 0.560 1,-0.083 0.546-1,-1.245 0.639 2,-0.262-0.421-1,-0.271-0.616 0,-0.260-0.708 0,-0.235-0.725 1,0.154-0.529 0,0.313-0.196 0,0.438-0.023 1,0.491 0.094-1,0.495 0.166-1,0.467 0.202 0,0.669-1.092 0,-0.644-0.521 0,-0.915-0.634 0,-1.010-0.652 0,-0.517 0.780 2,0.105 0.851-1,0.361 1.122 1,0.498 1.213-1,0.151 0.548 4,-0.427 0.365-3,-0.633 0.085 0,1.836-4.907 2,-1.980 0.643-3,-0.885 2.639 1,1.254 1.633 2,2.090-0.157 1,-2.105-1.621-3,0.984-1.525-2,-0.574 0.082-2,-1.583 1.347 1,-0.996-0.924 2,-2.279 1.008 0,-5.832 4.331 3,0.033 2.302-1,-1.586 4.196-1,1.748 0.856-3,-1.167 1.458 0,0.831-2.280 1,-0.007-0.557-1,-0.249 0.070 2,0.073 0.035 2,0.328-0.004-2,0.147 0.177-2,0.143 0.196 0,0.128 0.191 0,0.109 0.173 2,0.087 0.146-1,0.116 1.347 0,-0.096 0.925 0,-0.133 0.509 2,-0.147 0.208 3,-0.144 0.004-3,-0.503-0.955-3,-0.507-0.375-1,-0.141-0.424 0,0.109-0.428 4,-1.449 0.379 4,-0.536-0.521-6,-0.599-0.463-2,-0.582-0.387 2,1.371-0.692 0,0.933-0.172 1,1.171-0.106-1,1.237-0.057 1,-2.641 3.402 4,2.269-0.622 1,1.030-0.547-4,-3.470 0.164 0,-0.962-0.531 2,0.063 0.140-4,2.352-1.188-1,1.913-0.314 1,11.305-4.290 5,-0.436-0.156-1,-1.508-4.078-3,1.978-3.379-1,0.401-1.774-2,-3.562 4.382 2,2.867-3.452-1,0.313 1.984-5,0.432 1.313 13,0.402 0.041-15,0.423-1.531 10,-2.267-0.644 10,-1.111 1.815-11,2.076 1.217 1,1.599 0.367-1,-0.994-0.516-1,0.187-2.247 2,-0.330-0.899-1,-0.433 0.205-1,-0.058 0.173 1,0.221-0.358-1,0.516-2.334 1,-3.459 3.976-1,-0.197 0.448 0,-0.022 0.513 0,3.384-2.720 0,-0.554 3.136 3,-0.603 2.213 0,2.521 1.181-1,-0.797-1.312 2,-4.079-3.959-2,-2.386-2.230 0,0.091 0.563-2,3.244 3.046 1,1.512 3.190 0,-2.467-5.224 1,-2.443-0.833-1,0.304-1.386-2,1.820 2.231 1,1.240-0.822 0,-0.750 0.272 1,-0.797 0.730 0,1.514 1.941 0,1.829-0.519 2,-1.722-2.224-1,-2.730 1.122-1,-0.828-0.376-1,-0.491-0.529 0,-0.296-0.783 1,-0.143-0.127 0,0.755 1.646-1,3.518-0.789 2,-0.366 2.816 0,-0.419-0.558-1,0.350-0.552 0,0.732-0.361-1,-0.037-0.211 0,-0.985-0.101 0,-1.120-0.302 2,-1.047-0.187-1,-0.769 0.169 1,-0.412 0.515-1,-0.170-0.396 0,0.231-0.011 0,1.190 0.275 1,4.238 3.418 0,0.696 3.686-1,-9.223 4.589 1,-1.341-1.031-1,0.033-0.005 0,2.235 2.265 1,0.012-0.025-1,-3.031-2.529-1,-0.239-0.458 1,1.956 2.525 0,0.379-0.490 0,-1.302 0.572-1,-0.859-1.044-1,-0.721-1.389 1,-0.494-0.391 1,0.252 2.056 1,0.118 1.414 1,0.842-1.674-2,1.321 0.210 0,0.284 2.834-2,-1.145-0.368 2,0.623-2.221 0,0.812-0.234 0,-0.653 2.562 0,-1.611-2.869 1,0.114-1.381-1,1.813 2.000 1,2.988 0.580 0,6.100-10.144 0,-1.337-0.442 0,0.135 0.049-1,0.038-0.036-1,0.315-0.317 0,0.979-0.979-1,0.566-0.568-1,-1.499 1.499 1,0.690-0.690 0,0.172-0.172 3,-0.157 0.157 0,-0.341 0.341 0,-0.422 0.422-2,2.661-2.661-2,-0.710 0.709 1,-0.218 0.326 5,-0.809 1.441-1,0.667 1.046-1,-0.307 2.710 0,0.185-1.914 1,-3.843-4.299 0,2.817 3.113 0,1.183 2.246-3,-2.802-3.747 1,-3.720-0.598 0,-5.174 3.276 0,-1.279 3.287 0,2.842 5.667 1,1.803-0.228-1,-2.963-2.329 0,-1.596 1.466-1,-0.483 2.360 0,0.000 0.835-1,2.402-3.889 1,-0.358 0.034 0,-0.153 0.009 1,-0.083 0.256 0,0.654-0.156-2,-2.205 3.722-1,1.055-0.005 5,-0.419-0.860 2,1.560-0.479-6,0.700-0.749 4,-0.160-0.210-3,-0.539 0.061 1,-0.724 0.249-1,-0.481 0.110 1,0.417-0.206 0,1.531-0.794 0,0.876 1.144 1,1.977 0.328 0,-4.342-2.528 1,0.187-0.350-1,2.654 1.838 0,1.029 1.576-1,0.375-0.186-1,-0.372-0.839 0,-1.775 1.167 0,-0.964-1.645 0,-1.095-0.218 1,-0.507 0.122 0,-0.129 0.361 0,1.921-0.720 1,-0.197 1.485-2,-0.159 1.203-1,-0.083 0.048 1,-0.282-0.510 0,-0.249-0.698 1,0.317-0.664 1,0.347 0.833 0,2.552-0.292 1,-1.164-0.784 0,-3.135-0.104-1,1.166 0.528-1,-0.579-2.088-1,-0.794-1.903 1,0.818 1.339 1,4.938 3.367-1,0.848 1.100 1,-0.232-1.147 1,-0.067-13.213 0,3.921-0.762-3,1.048 0.173-1,-2.145-0.866-1,-0.801 1.444 2,0.719-0.806 5,0.873-0.571-11,0.900-0.379 5,-0.309 1.391 1,0.586-0.173-1,0.576-0.181 1,0.540-0.176-1,2.196-2.042 1,-0.090 0.520 0,-0.411 0.737 0,-0.569 0.803 0,-1.418 1.342 1,-0.506 0.241 1,-0.460 0.105 0,-0.400 0.009 13,-0.333-0.054-26,0.390 0.347 12,0.102 0.203 1,-0.207 0.249-1,2.896-3.981 4,-1.201 0.642-2,-0.545 0.812-3,0.112 0.699 2,1.844 0.157 0,2.426-0.529-2,-4.850 3.241 0,3.360-3.957 0,-1.875 0.201 1,-0.326-0.184 1,0.234 0.713 0,0.447 1.692 0,0.408 0.766 0,-1.977 0.433-1,-1.140-2.376 2,-2.953-0.003-1,-1.341-1.319-1,2.403 1.765 0,4.802 4.017 1,-0.830 1.507 1,0.427 0.366-4,2.035 0.230 1,-2.033 0.041 0,0.215-0.125 1,-2.455-4.620 1,-4.565-1.776 0,5.688 1.726 1,1.130 4.150-2,-0.398 0.418 0,0.720 0.161-2,-0.832 0.960 1,-4.887 5.526 2,-1.555-0.262 0,-6.320-2.869 0,1.486 2.426-2,-0.203 1.110 0,0.149-0.202-1,0.264 3.968-2,2.730-4.382 5,0.134 0.229 2,0.115 0.028-3,0.095-0.096-2,0.073-0.163 0,0.055-0.190 0,0.038-0.189 0,-0.986 0.701 0,-0.467 0.485 0,-0.041 0.103 2,0.230-0.146 3,0.384-0.292 0,0.450-0.361-2,0.457-0.376-2,-0.410 4.429-2,1.048 0.136 1,0.445 1.253 4,0.008-5.400-1,-0.372 0.060 0,-0.405 0.023 0,-0.392-0.002-2,-1.417 1.149 0,-0.604 0.371 0,-0.063-0.104 0,0.280-0.391 3,0.602 0.327 0,0.498 0.150-3,0.506-0.207-1,0.476-0.419 4,0.444-0.832 1,0.333-0.653-3,-0.037 4.075-3,0.648-2.149 4,0.348 4.810 2,-0.033-4.525 0,-0.005-0.199-2,-0.008-0.094-4,-0.014-0.349 1,-0.017-0.485 0,-0.016-0.542 0,0.024 4.130 3,-0.051-2.887 0,-0.031 0.256 1,-0.019-1.973 0,-0.002 2.081 0,0.000 0.909 0,-0.001 0.102-4,0.001-0.410-1,0.066-0.888 1,0.103-1.369 0,0.511 2.208 0,5.792-8.665 6,-2.365-5.231 0,-0.666-2.250-1,-2.725 0.066-4,0.438-2.046 0,1.355-1.718-1,-0.701 5.128 1,0.496-0.590 0,0.395-0.319 0,0.349-0.283 0,0.293-0.239 0,-0.329 1.191 0,0.171 0.171 1,0.163 0.230-1,0.147 0.259 1,-0.083 0.052-1,-0.238-0.094 2,-0.335-0.191 0,-0.383-0.248-1,-0.045-1.642 1,-0.563-0.071-2,-0.498 0.066 1,-0.419 0.147 0,-0.336 0.187 0,-0.257 0.770-1,-0.175-3.094 10,-0.604 3.623-15,-0.034 12.704 12,0.432 1.277 0,-0.153 0.999-8,-1.230 3.151 0,0.158-4.682 0,-0.344 0.549 0,-0.298 0.353 0,-0.401 0.181-1,-0.268-0.567 1,-0.217-0.748 0,-0.167-0.793 0,-0.122-0.754 2,-2.001 3.352 3,1.431-1.063 1,1.450 0.648-1,1.116 2.034-1,0.833-2.717-3,0.153 0.698 0,0.102 0.019 0,0.063-0.394 1,0.014-1.609 1,0.012-0.193-2,0.002-0.125-1,-0.004-0.073 0,-0.007-0.033 2,-0.007 0.415 0,-0.012 0.169 0,-0.011 0.200 0,-0.011 0.206 0,-0.009 0.196 0,-0.007 0.175-1,-0.006 1.889 0,-0.005 0.590 0,-0.004 0.086 0,-0.003-0.236 4,-0.001-0.419 1,0.000-1.113-6,-0.001 0.403-1,0.000 0.244 1,0.001 0.120 2,-0.001 2.170 7,0.001-0.234-9,0.000-0.388-1,0.001-0.451 0,0.000-1.504 2,0.000-0.106 2,0.001-0.004-1,0.000 0.064 0,0.000 0.106 0,0.000 1.647-1,0.000 0.188 1,0.000 0.127 0,0.000-2.469 0,0.000-0.434 0,0.000-0.501 1,0.000-0.521 0,0.000 0.067-1,0.000-0.151 2,0.000-0.021 0,0.000 0.067-1,0.000 0.178-1,0.000-0.010 0,0.000-0.035 0,0.000-0.050 0,0.000-0.057-1,0.000 0.264 1,0.000 0.097 0,0.000 0.125-1,0.000 0.135 1,0.000 0.133 0,0.000 0.123 0,0.000 0.107 0,0.000 0.091 1,0.000-0.477-2,0.000-0.411 1,0.000-0.506 0,0.000 4.799 0,0.000-5.083 1,0.000 0.007 0,0.000 0.172 1,0.000 0.256-2,0.000 0.640 0,0.000 0.815 0,0.000 0.848 0,0.000 0.793-2,0.000-1.301 1,0.000-0.397 0,0.000-0.582 0,0.000-0.664 0,0.000-0.672 1,0.000 0.979 1,0.000 0.421 1,0.000 0.194 1,0.000 0.033-1,0.000-0.071-1,0.000 0.042-3,0.000-0.702 0,0.000-0.790 0,0.000 3.880 1,0.000-0.468 4,0.000-3.141-1,0.000 0.285-2,0.000-0.144 0,0.000-0.412 0,0.000 4.413 0,0.238-0.368-3,0.386-3.024 2,0.462 0.956 5,0.486 0.640-1,0.388 0.729-6,0.042-0.417 0,-0.110-0.712 1,-0.202-0.856 0,-0.249-0.891 0,0.691 5.735 3,-1.422-5.367 1,-0.208 0.208 1,-0.169 0.075 1,-0.134-0.015-4,-0.100 0.221-2,-0.080-0.585 0,-0.051-0.674 0,-0.100 4.255 1,0.011-2.397 5,0.022 0.609-2,0.026 1.562-2,0.029 0.289 0,0.023-1.170 0,0.015-0.976 0,0.006 0.863 0,0.002 1.813 0,-0.002-4.599 0,0.000 0.409 0,0.000 0.347-1,0.000 0.650 0,-0.001 0.198 0,0.000 0.115 0,0.000 0.054 0,-0.001 0.013 0,0.000-0.013 1,0.000-0.856-1,0.000-0.587 0,0.000-0.652 1,0.000 4.262 0,0.000-1.090 6,0.000 0.457-4,0.000 0.947-2,0.000 0.900 0,0.000-5.540 0,0.000 0.129-1,0.000-0.149 0,0.000 0.083 0,0.000 0.074 1,0.000 0.062-1,0.000 0.049 1,0.000 0.156 0,0.000 0.212 1,0.000 0.233-1,0.000 0.229 0,0.000 0.130 0,0.000-0.422 0,0.000-0.555 0,0.000 4.539 0,0.000 0.827 2,0.000-5.297 0,0.000 0.111-1,0.000-0.006 1,0.000-0.083-4,0.000 0.956 0,0.000 0.103 0,0.000 0.111 0,0.000 0.107 1,0.000-0.461 2,0.000-0.091-1,0.000-0.114 0,0.000-0.119 0,0.000-0.112 0,0.000-0.297 0,0.000 0.558 0,0.000 0.697 0,0.000 0.743 0,0.000-0.035-1,0.000 0.252 0,0.000 0.129 1,0.000 0.039-1,0.000 0.260 0,0.000-0.701 1,0.000-0.853 0,0.000-0.893 0,0.000 4.178 1,0.000-3.191 1,0.000-0.810 1,0.000 0.444 0,0.000-0.375 0,0.000 1.505-3,0.000 3.171 0,0.000-0.369 0,0.000-2.307-3,0.000-1.635 1,0.000 1.325 4,0.000-0.129 0,0.065-2.210-1,0.760 0.560 0,4.420-3.463 0,1.416-3.917-1,0.029 0.553 1,0.295 0.012-1,-0.509-2.143 0,0.482-3.503-1,-1.543 2.115 1,0.541 0.969-1,0.205 0.089 0,0.604-1.217 0,0.209-1.917 1,-2.008-0.821 0,-2.064-0.308-1,-1.546-0.033 1,-0.946 0.082-1,1.373-0.023 0,1.199-2.079 0,0.815-1.186 2,0.510-0.541-1,-0.201-0.449-1,-0.389-0.896-3,-0.551-0.899 0,-0.635 0.048 2,-0.570 0.288 1,-0.514 0.538 1,-0.438 0.649-1,-0.369 1.492 2,-0.253 1.094-1,-0.190 1.101 0,-0.137 1.024 1,-0.174-3.973 3,-0.121 1.571 1,-0.001 0.199-5,0.048-0.674 0,0.063-0.780 0,0.059-0.309 0,0.039-0.227-1,0.022 0.815 1,0.009 1.336 1,-0.699 1.009 1,-1.382-0.582-1,-1.336-0.836-2,1.502 3.260 1,0.105-0.444 0,0.201 0.022 0,-0.853-5.010 1,0.969 2.153 0,-0.690-2.549-5,-0.150 1.870 7,-0.152-0.477-1,0.129 0.378-4,0.287 0.861-1,0.357 1.076 1,0.280 1.806 0,-1.751-3.968-1,-0.822 2.018 5,-0.127 1.301 2,0.873 0.875-1,0.343-3.699 0,2.078-0.407-2,0.586 0.129-1,0.067 1.095-2,-1.166 1.374 0,-1.428 1.229 1,-1.121 0.768 0,-0.695 0.386 1,-0.346 0.140-1,-0.122 0.011 1,1.021-0.290-1,1.271-1.253 1,1.189-1.197 2,-0.218-1.576-1,-2.167-2.375 1,1.873 5.626-2,-2.502-8.107-1,1.214 4.213-1,-0.853-1.068 3,-0.852-0.752-2,0.222 0.125-2,0.352-0.426 0,0.579-0.341-1,0.675-0.262 0,0.681-0.191 4,-0.155-1.519-1,-0.474-0.996 0,-0.715-1.033 0,-0.796-0.963 0,0.022 0.828 0,-0.007 0.102-1,0.155 0.292 1,0.244 0.388 0,0.282 0.418 0,0.282 0.404 0,0.583 1.538 0,0.112-0.427 1,0.065-0.633-1,0.029-0.732 0,0.003-0.752 1,0.241 0.322 0,0.280 0.428 0,0.334 0.707 0,0.350 0.852 0,0.174-1.013 0,0.414 1.284 4,0.351 1.217 0,0.282 1.077 0,0.229 2.336-2,0.129 0.996 0,0.096 0.935-1,0.123-4.200 3,0.153 2.505 9,0.298 14.501-8,-0.529 1.156-3,0.007-0.036-4,0.003 3.289-1,0.001-4.593 2,0.001 5.411-2,0.000-1.753 1,0.000-0.849 2,0.000 3.623 2,0.000-4.941-1,0.000 0.674-2,0.000 2.055-2,0.000 0.700 0,0.000 0.521 0,0.000 0.367 0,0.000-1.513 2,0.000 0.220 1,0.000 0.236-1,0.000 0.232 0,0.000 0.122 1,0.000-0.377 0,0.000-0.524-1,0.000-0.589 1,0.000-0.596 0,0.000-0.364 1,0.000-0.186 0,0.000-0.056-1,0.000 0.035 1,0.000 0.094-1,0.000-0.416 0,0.000 0.369 0,0.000 0.441 1,0.000 0.467-1,0.000 1.167 0,0.000 0.199-1,0.000 0.059 1,0.000-0.039 0,0.000-0.102-1,0.325 1.530 0,0.500-0.010 0,0.568-0.025 0,0.566-0.033 1,0.229 0.046 0,-0.062-0.221 0,-0.216-0.248 1,-0.293-0.244-1,-0.316-0.221-1,-0.304-0.188 0,-0.301 1.922 0,-0.203 1.893 0,-0.167 1.292 3,-0.131 0.812 4,0.167-0.184-5,0.358 0.649-6,0.453 0.595-1,0.486 0.519 1,0.319 1.166 3,0.002-0.157 1,-0.144-0.366 0,-0.229-0.473-1,-0.265-1.243 2,-0.269-1.644 1,-0.251-1.779-1,-0.222-1.735 1,-0.187-1.580-1,-0.150-1.363 2,-0.115-1.125-1,-0.086-0.889 1,-0.060 3.009 0,-0.039 1.748 2,-0.022 0.812 14,-0.010 0.153-19,-0.002-0.280-3,0.003-0.537 1,0.007-0.661-1,0.009-0.692 1,0.009-0.661 0,0.009-0.593 1,0.008-0.799 5,0.006-0.873 0,0.006-0.856-1,0.004-0.782 1,0.002 4.273 1,0.006-2.198 0,0.002-1.002-2,0.000 0.412 0,0.394-1.054-2,1.640-0.283 1,4.206-3.454 0,0.326-3.333 0,-0.014-0.102-1,-0.471 0.174 0,1.725 0.069 0,0.866 0.054-1,-0.273-0.130 0,-1.257-0.932 0,-1.217-1.104 0,1.263-2.669 1,-2.697-1.284 0,0.869-0.480 1,0.515-0.800 0,0.416-3.042-3,-3.062 4.007 1,-0.068-1.158-1,-0.363-0.792 1,-0.438-0.671-1,-0.454-0.545 0,-0.432-0.424 1,-0.385-0.315-1,-0.306-1.685 0,-0.288-0.232 0,-0.220 0.367 1,-0.159 0.710 3,-0.108 0.866 5,-0.068 0.893-8,-0.038 0.836-2,-0.016 0.733 1,-0.005-5.786-2,0.010-3.232 5,0.015-1.575 7,0.018-0.430-9,0.017 0.304-4,0.016 0.724 0,0.013 0.916 0,0.011 0.952 1,0.008 0.892-1,0.005-6.572-1,0.005-1.644 0,0.002-3.544 21,0.001-2.681-3,0.001-1.936-21,0.000-1.317 0,0.000-1.373-1,0.000 0.299 0,0.000 0.759 1,-0.001 1.008 0,0.000 1.103 4,0.000-1.516 8,-0.001 0.131 0,0.000 1.200-1,0.000 1.817 6,-0.001 2.098 11,-0.235 0.713-15,-0.369 1.493-11,-0.428 1.154 0,-0.434 0.852 3,-0.404 0.595 6,-0.206 0.030 1,0.083 1.096-1,0.211 1.113 0,0.273 1.035 0,0.292 0.904 1,0.114 0.310-1,-0.129-0.148 1,-0.218 0.483 0,-0.262 0.864 4,-0.271 1.054 2,0.085-0.094-8,0.088-0.500-5,0.167-0.079-1,0.211 0.211 9,0.055-4.125 5,0.313-0.328-13,0.281 0.188-2,0.293 3.788 11,0.145 0.678-1,0.118 0.697-8,0.094 0.669-1,0.070 1.571 3,0.048 0.795 3,0.033 0.780 0,0.022 0.728 0,0.021-0.453 0,0.008 0.750 2,0.000 0.658 0,-0.005 0.554-1,-0.010 0.890-1,-0.008 0.294 1,-0.008 0.204-1,-0.008 0.130 0,-0.260-0.980-1,-0.402 0.326 1,-0.456 0.363 0,-0.453 0.357-1,-0.416 0.325 0,-0.322 0.609 0,-2.295-2.783 0,0.491 5.111 0,-2.328 5.366 4,1.310 4.705 0,-0.844-1.753-1,-0.939-1.564-2,1.863 2.678 0,1.983 5.308-2,1.055-3.156 1,-0.391 0.786-1,0.030-0.234-1,0.185-0.520 0,0.298-0.761 0,-0.843 3.928-1,1.218-2.932 4,0.024 0.390 0,-0.064-0.910 0,-0.240 1.439-1,-0.073 0.979 1,-0.259 2.785-2,0.197 0.719-2,0.266 0.398-1,0.290 0.164 0,0.260 0.344 2,0.276-0.307 1,0.236-0.411 0,0.194-0.443 0,0.151-0.429 0,0.113-0.386 1,0.081 2.263-1,0.056 1.772 0,0.031 1.555 7,0.016 1.291 2,0.003 1.020-14,-0.004 0.768 1,-0.014 1.730-2,-0.008 2.485 0,-0.009 1.474 0,-0.008 0.711 12,-0.008 0.165 5,-0.007-0.422-18,-0.005-0.777 1,-0.005-0.957 0,-0.003-1.009 0,-0.003-0.975 5,-0.002 1.472 4,-0.001-0.444 0,0.000-0.268 0,0.000-0.136 1,0.000 0.999-1,0.000 1.015 0,0.000 1.170 0,0.001-5.741-1,0.000-0.699-2,0.000-0.923 1,0.000-1.030 0,0.000 0.841 0,0.001-1.335 2,0.000-1.263 1,0.000-1.131 0,0.000 1.680 0,0.000-0.229 0,0.000-0.916 0,0.000-1.287 1,0.000-1.431 0,0.000 3.648-4,0.000 2.526-6,0.000 2.167 13,0.000-4.250-3,0.000-0.407-8,0.000-0.755-1,0.000-0.957 1,0.000 3.339-2,0.000-0.090 6,0.000 0.188 4,0.000-4.272-3,0.000-0.679-1,0.000-0.772 0,0.000-0.796 1,0.000-0.771-1,0.000-0.711 1,0.000-0.633 1,0.000-0.544 0,0.000-0.193 0,0.000-0.818 0,0.000-0.817-1,0.000-0.768 0,0.000-0.387 1,0.000 4.560 3,0.000-1.802-2,0.000-1.042-1,0.103-0.382-1,0.593-1.768-1,2.616-0.692 1,2.682-4.900 1,0.030-2.682-1,0.431-2.956-2,-1.115-1.931 1,-2.423 0.662 0,1.991-0.834 0,2.726 0.015-2,0.267 0.279 0,-1.659-0.227 1,-2.239 0.305 2,-1.747 0.392 0,-1.244 0.438 0,0.079-3.828 0,-0.099 3.750-1,0.376-0.473 1,0.375-0.284-2,0.112-0.259-1,-0.065-0.224 0,-0.173-0.186 0,-0.229-0.147 0,-0.249-0.112 1,-0.243-0.081 0,-0.199-0.458 0,-0.209-0.004 0,-0.168 0.031 0,-0.131 0.051 1,-0.098-0.333 1,-0.071 0.099 0,-0.046 0.110 0,-0.024 0.107 0,-0.010 0.096-1,-0.001 0.081 0,0.006 0.064 0,0.008 0.048 0,0.015 0.047 0,0.007-1.149 1,0.006-0.995-1,0.006-0.831 3,0.005-0.668-3,0.003-2.182-4,0.004-0.332 0,0.003-0.098 0,0.002 0.055-1,0.001 0.147 4,-1.472-0.694 0,-1.129-0.882 1,-0.825-0.591-1,-0.570-0.361 11,0.136 0.927-9,0.215 0.308-6,0.383 0.425 1,0.469 0.475 0,0.353 1.188 2,0.045 0.364 3,-0.064 0.301 1,-0.136 0.239-1,0.200 1.064 0,0.166 0.437 0,0.234 0.456-1,0.269 0.445 1,-0.041-2.596 0,0.438 0.252 2,0.384 0.180-1,0.315 0.120-2,-0.195 0.544 0,-0.510 0.178 0,-0.649 0.162-1,-0.081 0.718 2,0.021-0.103 0,0.164-0.175 1,0.243-0.209-2,0.276-1.099-1,0.277-0.410 0,0.257 0.062 0,0.226 0.359 3,0.227 1.537 3,0.114 0.162-7,0.094 0.447-1,0.073 0.620 1,0.062-1.235 4,0.052 0.136 4,0.032-0.037-9,0.017-0.145 1,-1.062 0.607 2,-0.631 0.179-1,-0.307 0.232 1,-0.073 0.250 4,0.085 0.247-3,0.183 0.228 0,0.236 0.200-3,0.255 0.168 0,0.140-0.785 2,0.301 0.786 0,0.254 0.866 1,0.202 0.836-1,0.066-3.185 3,0.227-0.601 0,0.081 4.179-3,0.021-0.750 0,0.012-0.802 0,0.004-0.791 0,0.013-2.304-2,-0.008 0.385 0,-0.011 0.816 0,-0.011 1.004 1,-0.013 0.288 0,-0.009-0.173 3,-0.007 0.052 1,-0.006 0.193 0,-0.004 0.269-1,-0.003 1.099-4,-0.003 0.539 0,-0.002-4.792-1,-0.004-0.636 5,0.002 4.029 2,0.001-0.513-3,0.000-0.276 0,0.001-0.109-3,0.000 0.002-1,0.000 0.069 1,0.000 0.103 0,0.001 1.638 3,0.000-0.011-1,0.000-0.069 0,0.000-0.105 1,0.000-1.412-1,0.000 0.510 0,0.000 0.667 0,0.000 0.704 0,0.000-4.334 2,0.000 1.693 0,0.000 2.501 6,0.000 13.541-4,0.000 0.254-5,0.000 3.787-3,0.000-0.026 3,0.000-0.251 0,0.000-1.019-2,0.000 1.576 0,0.000-2.761 2,0.000 0.838 5,0.000 0.307-3,0.000-0.051-4,0.000-0.505 1,0.000 0.251-1,0.000 0.322 0,0.000 0.347 1,0.000 0.338 1,0.000 0.309 0,0.000 0.269 0,0.000-0.091-1,0.000 0.392 1,0.000 0.408 0,0.000 0.394-1,0.000 0.358 2,0.000 0.312-1,0.000 0.261 1,0.000 0.210-1,0.000 0.163 1,0.000 0.122-1,0.000 0.086 1,0.000 0.057-1,0.000 0.008 1,0.000 0.295-1,0.000 0.341 1,0.000 0.350-1,0.000 0.335 1,0.000 2.839 0,0.000-0.639 0,0.000-0.943 0,0.000-1.043 0,0.000-1.011 0,0.000-0.900 0,0.000 1.727 1,0.000 1.563-1,0.000 0.584 13,0.000-0.085-7,0.000-0.507-10,0.000-0.740-1,0.000-1.178 1,0.000-1.372 0,0.000-1.395 1,0.000-1.307 0,0.000-1.154 3,0.000-0.972 3,0.000-0.783-1,0.000-0.605 0,0.000 2.625 0,0.000 1.486 1,0.000 0.825 2,0.000 0.346 1,0.000 0.018-3,0.000-0.561-7,0.000-0.125 1,0.000-0.135 0,0.000-0.132 0,0.000-0.120 3,0.000-0.104-1,0.000 0.455 1,0.000 0.184-1,0.000-0.208 1,0.000-0.447 3,0.000-0.573 7,0.000-0.614-11,0.000-0.598-1,0.000 0.102-1,0.000-0.280 0,0.000-0.161 1,0.000-0.074 1,0.000-0.013 1,0.000 0.027 1,0.000 0.049-1,0.000 0.544 1,0.000 0.088-1,0.000 0.070 0,0.000 0.054 1,0.000 0.039 0,0.000-0.696 0,0.000-0.663-1,0.000-0.754 1,0.000-0.750-1,0.000 3.837 5,0.000-1.519 0,0.448-1.040-3,1.780-1.584 0,4.276-4.529 0,0.583-4.588-1,-2.117-1.201-1,0.819-1.391-1,0.931-1.262 0,-1.074-0.314 0,-1.355-1.219 0,-1.496-1.075 0,-0.668 2.731 0,0.367-0.816 1,0.052-0.380-1,-0.154-0.074 2,-0.275 0.128-1,-0.331 0.248-1,-0.238-1.551-1,-0.389 0.061-1,-0.338 0.586 1,-0.277 0.851 6,-0.216 0.935-1,-0.104-3.850-4,-0.298 2.674-1,-0.087 1.615 1,0.013-5.398-2,0.092-0.918 14,0.013-1.786-12,0.011-0.533-3,0.011 0.390 0,0.008 0.476 0,0.006 0.651 0,0.005 0.702 1,0.003 0.672 3,0.002 1.436 0,0.002 0.467 0,0.000 0.370 1,0.000 0.282-1,0.000 0.204-1,0.000 0.139 1,0.000 0.087-1,0.000 0.048 1,-0.001 0.019-1,0.000-5.704 1,0.000-4.018-1,0.000-2.452 5,-0.001-1.263 0,0.000-0.400-7,0.000 0.190-4,0.000-2.240 0,0.000-0.470 0,0.000-0.530 0,0.000-0.525 3,0.000 1.929 5,0.000 1.277-1,0.000 1.563 1,0.000 1.630-1,0.000 1.553 2,0.000 0.688 1,0.000 1.438-1,0.000 1.223 1,0.000 0.990 0,0.000 2.206 1,0.000 1.251 0,0.000 1.217-1,0.000 1.110 0,0.000 0.963-1,0.000 0.801-1,0.000-8.056 3,0.000 3.540-1,0.000-1.294-1,0.000-0.678 0,0.000-0.228-3,0.000-2.003-3,0.000 0.203-1,0.000 0.372 1,0.000 0.441 1,0.000 3.444 4,0.000 0.106 0,0.000-0.010 0,0.000-0.089 0,0.000-2.373 0,0.000 0.252 0,0.000 0.401-1,0.000 0.462 1,0.000 0.464-1,0.000 0.458 0,0.000 0.585-1,0.000 0.550 1,0.000 0.483 0,0.000 0.806 2,0.000 0.266 0,0.000 0.184 0,0.000 0.118 0,0.000-0.708-1,0.000 0.101-1,0.000 0.104 1,0.000 0.097-1,0.000 0.770 0,0.000 1.185 13,0.000-2.487-21,0.000 2.758 3,0.000 12.169 10,0.000-0.014 0,0.000-0.088-1,0.000 0.012-5,0.000 0.230 0,0.000 0.942 1,0.000-0.140 0,0.000-0.232 0,0.000-0.346-1,0.000 0.159 0,0.000-0.439 1,0.000 0.975 1,0.000-0.885-1,0.000-0.229 0,0.000 0.321-1,0.000-0.284 2,0.000 0.037-1,0.000 0.869 1,0.000-0.252-1,0.000 0.916 0,0.000-0.177-1,-1.561-1.528 0,-3.075 0.943 1,0.553-1.927 0,-0.071 0.623 0,2.165 0.714 0,2.369 0.103 0,-2.944 5.903 0,0.668-3.307 0,-0.088 0.652-2,0.064 0.034-1,0.110-0.038 1,0.234-0.609-1,0.260-0.736 1,0.258-0.771 0,0.182-0.113 0,0.253-0.842 5,-0.043 4.510 2,0.482-3.079-3,0.206-1.076 1,0.103 0.068-2,0.026 0.522 0,-0.036 0.091-1,-0.046 0.139 0,-0.036-0.583 0,-0.021-0.744-1,-0.010-0.052 1,-0.006 0.723 0,-0.001 0.292 0,0.000 0.066 1,0.000 0.904-1,0.002 0.880-1,0.001 2.128-1,0.001-5.355 1,0.000 0.159 0,0.000 0.117 1,0.000 4.768-1,0.000-1.246 1,0.000-1.444 1,0.000-1.099 0,0.000-0.587 1,0.000 3.042-2,0.000-3.203 0,0.000 1.167-1,0.000-0.786 0,0.000 0.038 0,0.000-0.149 0,0.000-0.268 0,0.000 1.301 0,0.000 0.294 1,0.000 0.395 1,0.000-0.160-1,0.000 0.408 0,0.000 0.401 0,0.000-0.124-1,0.000-0.450 1,0.000-0.626-1,0.000-0.693 1,0.000-0.759-1,0.000-0.313 2,0.000-0.192 0,0.000 5.778 0,0.000-0.736-1,0.000-1.338 0,0.000-0.262 2,0.000 2.654 1,0.000-5.454-3,0.000 0.215 1,0.000 0.401-3,0.000-0.098 0,0.000-0.190 0,0.000-0.237 0,0.000-0.251 1,0.000-0.244 1,0.000 3.307 0,0.000 0.982 1,0.000 0.011 2,0.000-0.577 0,0.000-1.514-5,0.000 0.710-1,0.000 0.644 0,0.000 0.563 6,0.000 0.668 0,0.000-0.380-6,0.000-0.655 0,0.000-0.800 0,0.000-0.735 1,0.000-0.957 0,0.000-0.909 5,0.000 4.254 1,0.000-2.713-1,0.000 0.885 0,0.000 0.086-3,0.000-0.403 0,0.000 1.011 1,0.000 0.865-4,0.000 0.539 2,0.000-0.634 5,0.000-0.144-6,0.000-0.265-1,0.000-0.323 0,0.000 0.087 2,0.000-0.537 1,0.000-0.535 0,0.000-0.489 0,0.000-0.421 0,0.000-0.344-1,0.000-0.268 1,0.000 2.712 0,0.000 1.996-1,0.000 1.315 4,0.000 0.785 0,0.000 0.390-3,-0.237 0.770-5,-0.360-0.445 1,-0.401-0.635 0,-0.392-0.693 1,-0.350-0.667 2,-0.294-0.591 1,0.188 0.560 0,0.138 0.634 0,0.215-0.075 1,0.247-0.523 5,0.250-0.771-1,0.233-0.874-4,0.205-0.875-4,-0.035 1.200 0,-0.215 0.927 0,-0.303 0.417 2,-0.341 0.055 7,-0.341-0.186 0,-0.305 0.657-8,0.097-0.921-2,0.225-1.028 1,0.285-1.010 0,0.299-0.915 3,0.284-0.781 1,0.250-0.634 0,0.200 2.748 0,0.178 1.214 0,0.132 0.375 3,0.093-0.164 0,-0.266-1.313-1,-0.467-1.032-6,-0.550-1.119 1,-0.559-1.083 0,-0.235-1.563 3,-2.424 1.904 2,-1.870-4.699 1,0.970-6.111-2,0.563-2.396 1,0.691 0.377 0,-1.002-0.957-4,0.630 0.782 0,0.146 0.225 1</inkml:trace>
</inkml:ink>
</file>

<file path=ppt/ink/ink3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0:58"/>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9546.318 4614.000 767,'0.000'6.270'0,"0.000"-0.162"0,0.000-0.065-5,2.324 1.285 5,4.966 0.626-3,-1.205-2.156 1,0.188 0.306 0,-0.342 0.041 0,-0.656-0.132 1,-0.513-0.233-1,-0.385-0.280 0,-0.274-0.290 3,-0.183-0.274 0,-0.027-0.131 0,3.403 3.829 0,-0.489-1.075 0,-0.635-1.062 0,0.366 0.146-1,0.847 0.724 1,0.363 0.314 0,-3.298-2.284-2,-0.744-0.638 1,3.825 3.922 0,-0.049-1.490 4,-2.606-3.007-7,-10.867-2.777 7,-0.406-1.407-1,-1.803-1.414-4,3.103-4.205-1,-0.701-1.907 2,-0.430-0.515-3,-0.218 0.177 0,0.346 0.519 3,1.415-0.264 0,0.289-0.468 1,-0.857 0.708 0,-1.235 0.927-2,-1.073 0.569 0,0.067-0.458 0,0.763-0.816 0,0.822-0.806 0,1.136 0.006 1,1.717 1.415-1,1.027-0.508 3,1.755 0.818 1,2.829 0.411-1,3.797 5.943 0,1.366 0.116 1,-0.151 1.277-4,3.317 1.634-1,-5.170-0.999 0,4.382 3.284-1,-2.161 1.281 0,-1.022-0.716 5,-0.599-1.014 1,-0.036 0.909-2,0.681-0.385 0,0.646 0.291-2,0.287 0.578-1,0.143 0.617 2,0.306 0.732-1,-0.171 0.166 0,-0.661-0.453 1,-2.083 1.711 0,-1.691 1.567 2,-1.390-0.005 1,-1.385-4.099-5,-1.541-12.792 4,0.517-0.375 0,0.081 0.535 0,-0.007-1.003 0,-0.207-0.786-4,-1.223-0.819 0,-1.563-0.984 1,0.539 3.785-1,-0.452-0.368 0,-0.370-0.376 0,-0.290-0.351 1,-0.114 0.147 1,-0.056 0.335-1,0.008 0.467 0,0.046 0.512 1,0.066 0.500 0,-2.624-2.813 1,0.071 0.911-1,-0.339-0.046 2,1.146 0.108-1,2.126 0.674 0,1.351-1.731 0,1.592-0.126 0,0.510-0.437 0,0.073-0.865 4,-0.090 3.054-7,-0.132 13.083 5,-0.085-0.216-2,0.006 1.674-3,0.002-0.081-1,0.000-0.480 2,0.000-1.727 0,0.000 0.341 1,0.000-0.038 0,0.000 0.123 0,0.000 2.662 0,0.000-3.035-1,0.000 4.998 0,0.000 0.041 0,0.000-4.413 0,0.000 0.405 1,0.000 0.060 0,0.000-0.172 0,0.000 0.355 1,0.000-0.510-1,0.000-0.548-2,0.000 4.541 1,0.000-1.688 3,0.123-1.079-1,1.477-0.137-1,3.182-4.285 2,2.217-4.558 0,-4.204-5.682-1,-2.839-1.948 0,-0.050 0.651-2,0.020-3.331-2,0.047 4.906 2,0.007-0.041-1,0.005 0.146 1,-0.002-5.116-1,0.012 1.375 4,0.007 0.441-1,0.003 0.359-1,0.001-0.461 1,-0.003 3.574 0,0.000-0.428-1,0.000-0.515 1,0.000 0.431-1,0.000-4.579-4,-0.001 2.669 4,0.000 2.262 0,0.000-2.220 2,0.000-0.346 1,0.000 0.118-2,-1.834 0.807-1,-3.331 4.193 1,-1.359 2.694 0,-0.135 1.024-1,0.451 0.199-1,-0.344-0.084 1,-2.387-0.087-1,2.194-0.080 1,-0.914-0.021-1,-2.306-0.008 1,0.047-0.002 0,1.364 0.000-2,1.379 0.001 0,0.860 0.001 2,-2.321 0.000 2,0.562 0.002-1,0.214 0.658 0,0.003 2.815-1,2.493 0.320 0,0.396-0.223 0,-1.116-0.172-1,-0.323-1.907 2,12.468-1.870 4,0.700-3.187-5,-1.282-1.835-1,-1.175 0.027-1,0.261-1.487 0,0.113-1.141 0,-0.068 0.050 0,0.198 0.444 0,0.197 0.652 2,1.200-0.491 2,1.017-0.368-2,0.879-0.499-1,-3.806 3.939 0,2.955-3.537 0,-1.922 0.620 0,-2.003 0.677 2,-1.568 0.365 2,-1.045-2.316 0,0.761 2.416-2,3.729-0.216 1,1.247-0.997-2,0.028-0.861-3,-1.061 0.215 0,-1.796 1.362 1,-1.070-0.654 3,-2.059 0.575 1,1.522 0.373 0,2.488 0.450-1,-0.603-1.080 0,0.064-0.231-1,-0.160 1.646 0,1.513 0.910-1,1.118 2.313 0,-0.262-1.144 1,-0.876-1.580 1,-0.790-2.468 0,-0.990-0.232-1,0.888-0.741 0,-0.446 0.125-3,-1.063 0.469 1,0.594-0.856 3,1.168 0.262-1,-0.601 0.828 1,-0.945 0.334-1,-0.831-1.176 0,-1.183 0.182 0,-0.518 1.521 1,0.920-0.097 0,4.521 6.168 0,0.726 1.023 1,0.261-0.387-3,0.260 0.007 1,0.606 0.009 0,-0.745 0.001 0,-0.459 0.000-1,-0.494 0.000 1,-0.145 2.636 1,-5.093 5.587 0,-0.842-2.171 0,-0.112 0.705-3,-0.039 0.364 0,-0.002-0.081 0,0.014-0.487 1,0.015-0.424 0,-0.562 2.745 3,-1.123-2.128-1,-1.121 0.874-2,-2.856 2.738 0,0.594-2.842 0,-0.418 0.524 0,0.101 0.014 1,0.434-0.320 0,0.130 1.208-3,0.492-0.105-1,0.441-0.551 2,0.376-0.788 4,0.305-0.875 3,0.235-0.860-4,0.115-0.459-3,-2.760 4.822-1,-0.091 0.294 5,1.068 0.128-1,2.798-4.681 0,0.339 0.411 0,0.325 0.119-1,0.294-0.081 0,0.254-0.207 0,-0.402 5.474-1,-1.327-2.834 3,-1.402-3.186 0,0.288 0.659-1,0.650 3.036 0,0.996 1.693-2,1.007-1.572 0,0.511-1.553 1,0.253 0.544 0,0.160 0.494 0,0.059-0.014 1,-0.008-0.437-1,-0.039-0.834 0,-0.028 1.359 0,-0.042-0.268 1,-0.019 0.435 1,-0.004-2.327-3,0.000 0.491 0,0.436 0.798 1,0.852-2.181 0,3.496-0.536 1,2.505-6.001 0,-1.648-3.210-1,-0.230-0.747 0,0.212-0.673-1,0.033-0.308 0,1.012-0.369 0,1.717-0.191 0,1.949-0.521 0,-5.102 3.089 0,3.811-3.636 0,-2.080-0.008 0,-1.686 0.027 0,-0.707 0.735 0,0.875 0.458 0,0.512-1.625 6,-2.598 2.566-1,0.091-0.620-5,0.102-0.573-1,-0.254-0.047 1,-0.400 0.181 0,-0.480 0.346 0,0.966-4.499 0,-1.569 0.947 3,-1.158 0.932 1,-0.571 1.595-2,-0.212 0.325 1,-0.066-0.075-2,0.016-0.646 0,0.052-0.670 0,0.052-0.575-2,0.041 0.287 1,0.025 1.449 0,0.018-0.630 1,0.010 0.657 2,-0.008-0.277 0,-0.002-2.076 0,-0.002 0.298-2,-0.001 1.106-2,0.000 0.855 0,0.000-1.989 2,0.000 0.797 1,0.000 0.181 0,0.000 0.686-1,0.000 0.671 0,0.000 0.189 0,0.000-1.685 1,0.000 1.502 0,0.000-0.203-2,0.000-0.337 0,0.000-1.111 0,0.000-1.067 0,0.000-0.677 0,0.000 1.130 0,0.000 1.313 2,-0.719-1.633 0,-1.482-2.630 1,0.517 5.227-1,-0.326-0.595-3,0.033 0.256 0,0.166 0.425 0,0.240 0.502 0,-0.824-4.653 2,1.022 1.608 1,0.791 1.424 1,0.448-1.415 0,0.277 0.256-1,0.018-0.115 1,-0.080 2.328-3,-0.029-0.722 1,-0.292 0.062-1,-3.326-0.622 1,-2.972 3.790 2,0.531 5.006-1,6.394 5.022 0,-0.399 0.050 0,0.013 0.659-1,-1.741 1.160 0,-1.275-2.156-1,-1.249-0.282 0,-1.341-1.433-1,-0.870-1.243 2,-0.015 1.098 0,0.203 2.052-1,0.407 3.476-1,3.440-2.586 1,0.452 0.702 0,0.441 0.340 2,0.399 0.087 0,0.315 0.164-4,0.305-0.560 1,0.231-0.665 0,0.165-0.670 1,0.140 3.756 4,0.152-1.321 1,-1.542 0.156-2,-2.211-0.525-1,0.015-0.670-1,0.553 0.109 0,0.855-0.166-1,0.841-0.373 0,0.618 0.786 2,0.509-0.103-1,0.251 0.479 1,0.085 0.716 0,-0.003 0.664-1,-0.038-0.074-1,-0.037-0.430 0,-0.029-1.352 1,-0.018-1.185 1,-0.012 1.600-1,-0.004-0.661 1,0.001-0.752-2,0.002-0.231 1,0.003-0.004-1,0.000-0.047 1,0.000 0.647-1,0.000 1.227 1,0.000-2.408 0,0.000 0.349-1,0.000 0.533 1,0.000 0.197 1,0.000 0.594 1,0.000 1.005-2,0.000 0.831-2,0.000 0.571 1,0.000 0.335-1,0.000 0.400 1,0.000-0.649 1,0.000-1.409 0,0.835-1.810 2,3.295-1.566 1,1.239-0.774 0,-2.712 1.166-1,-0.856 0.743-2,-0.697 0.929-2,-0.646-0.219 0,-0.365-0.495 2,-0.156-0.104 1,-0.050 0.321-2,0.005 0.334 0,0.026 0.130 0,0.030-0.553 0,0.023-0.780 0,0.193 2.331 3,1.034-2.226 0,1.153 0.555-3,0.879 0.504 0,0.271 1.883 0,-1.697-2.405 0,0.146 0.858 2,0.144 0.415 1,0.132 0.094-3,0.115-0.125-1,-0.104-0.306-1,-0.188-0.216 1,-0.253-0.220 0,-0.281-0.209 0,-0.283-0.189 1,-0.139 1.634 3,-0.327 0.460-1,-0.266 0.537 1,-0.206 0.536-3,-0.156-2.444 1,-0.070-0.292 0,-0.052-0.385-1,-0.037-0.429 1,-0.025-0.224-1,-0.015-0.070 2,-0.007 0.041 2,-0.001 0.116-1,0.002-0.052-2,0.006-0.165 0,0.007-0.234 0,-0.038 6.707-1,0.057-6.305 2,-0.005 4.832 1,0.025 0.371-1,0.012 0.094 1,0.005-1.167-1,0.001 1.563-4,-0.002-4.838 1,0.000 0.375 1,0.000 0.035 0,-0.001-0.196 0,0.000-0.342 0,0.000 0.964 0,0.000-0.745 1,0.000-0.750 2,-0.001 4.125 1,0.000-2.646-1,0.000-1.517-1,0.406 1.310 0,3.744-3.010 0,2.382-4.885 1,1.812-0.350 0,0.173 0.220-2,-1.028 0.089-1,-1.249 0.040 0,1.131 0.011 1,-0.434-1.478 1,-1.007-4.559-1,0.960-2.713 0,-3.246 3.498-2,0.002-0.404 0,-0.034-0.313 0,-0.054-0.231 1,0.035-0.679-1,0.034-0.801 1,0.051-0.850-1,0.059-0.812 1,-0.544 0.794 1,-0.362 0.359-1,-0.430 0.572 1,-0.444 0.674-1,-0.423 0.694 1,0.401-4.684 2,-1.017 0.370 1,-0.646-0.647-2,-0.372-0.146 0,-0.137 0.651-1,0.000 0.633-1,0.077 0.399 0,0.049-3.063 0,0.072 5.472 1,0.010-0.143 0,0.008 0.081 0,0.007 0.233-1,0.006-0.052 1,0.004 0.434 0,0.004 0.455 1,0.006-6.104 0,0.000 5.830 1,0.000-0.105-1,0.000-0.177-1,-0.001 0.594-1,0.003-4.602 0,-0.003 2.483 0,-0.002 2.144 3,-0.002-0.645 0,0.000-0.536 0,-1.763-0.640 0,-1.591 1.221-1,-0.523-1.090-2,0.368-0.604 0,-0.219 0.246 0,-0.429 0.962 0,-0.187 0.860 1,0.877 0.075-1,0.912-0.111 2,-2.209-0.632 1,-1.289 0.327 0,2.928 0.231-1,1.059 0.038-1,0.914 0.577-1,-1.073-0.351-1,-2.939 2.831 3,-1.495 0.617 2,4.176-3.099-3,1.662-0.882-1,-4.373 0.274 0,0.344 2.765 1,-1.188 0.490 0,0.321-0.552-1,1.061-2.127 0,1.592-4.940 2,2.194 4.706-2,0.287-0.164 0,0.227 0.067 0,0.172 0.210 0,0.138-4.459 0,0.210 1.957 1,0.053 1.724 1,0.063-0.760 4,-0.111 14.613-1,-0.174-0.361-2,0.006-0.489-4,0.001 1.545 0,-0.666 4.071-1,-0.139-5.045 1,-0.325 0.071 3,-0.297-0.140-1,-0.254-0.259-2,-0.207-0.312 1,-1.284 3.531-2,0.678-1.531 1,0.821-1.253 3,-0.613 1.715 4,-1.685 2.245-4,1.884-4.844-2,0.109 0.938 1,0.215 0.976-1,0.268 0.928 0,0.204 1.087-1,0.313-0.258 1,0.276-0.597-1,0.229-0.750 1,0.181-0.779 0,0.135-0.729 1,0.096-0.635 0,-1.237 1.536 0,-0.665 1.756 3,-0.255 1.626 6,0.021 1.413-13,0.279 0.168 1,0.252 0.441-1,0.284 0.203 1,0.283 0.036-1,0.292-0.999 3,0.209-0.506 0,0.178-0.586 1,0.145-0.601-1,0.116-0.832 2,0.078-0.053 0,0.058 0.099 1,0.040 0.196 0,0.035 1.423-2,0.017 0.237 0,0.006 0.174-1,-0.002 0.121 1,-0.005-0.153 0,-0.010-0.878-1,-0.011-1.051 1,-0.011-1.077-1,-0.010-1.011 1,-0.008-0.889 1,-0.007-0.744 0,-0.005 0.714 0,-0.004 1.137 0,-0.002 1.068 5,-0.002 0.949 1,-0.001 0.807-10,-0.001 1.217 0,-0.001-0.078-1,0.000-0.363 1,0.000-0.514 0,0.001-0.569 1,0.000-0.558 2,0.001 1.677 0,0.000 0.532-1,0.000-0.260 4,0.001-0.738 7,0.000-0.982-11,0.000-1.059-1,0.000-1.025 0,0.000 2.540-1,0.000 2.434-1,0.000 1.793 7,0.000 1.252-1,0.000 2.251 0,0.000 0.003-7,0.000-0.445 0,0.000-0.690 0,0.000-0.789 2,0.000-1.723 3,0.000-0.213-1,0.000-0.042 0,0.000 0.074 1,0.000 0.144 1,0.000 1.606-1,0.000-1.362 1,0.000-1.648-1,0.000-1.670 0,0.000-1.532 1,0.000-1.311-1,0.000-1.059 0,0.000-0.812 1,0.000-0.589-1,0.000 5.295 0,0.000 2.075 1,0.000 5.369 0,0.000 2.914-1,0.000 1.128 1,0.000-1.511 0,0.000-1.139-2,0.000-1.579-5,0.000-1.764 1,0.000-1.351 1,0.000-2.311 5,0.000-2.177 4,0.000-1.931-1,0.000-2.259 1,0.000-1.079 2,0.000 3.688 2,0.657-2.416-5,2.816-1.704 1,2.575-4.088-4,3.027-1.903 1,-2.991-1.438-3,-0.710-3.146 0,-2.399-1.872 1,0.595 0.867 0,0.563-0.370-1,1.225-2.387 1,-1.729 1.662-2,-0.253-1.037 1,-0.438-0.853-1,-0.827 1.083 1,-0.374-0.221 0,-0.356-0.144 0,-0.324-0.083 0,-0.212-1.216 0,-0.302 0.300 1,-0.233 0.414-1,-0.170 0.453 1,-0.117 0.440 0,-0.066-0.308 0,-0.040-0.549 0,-0.020-0.303 0,-0.006-0.123 5,0.004 0.004-3,0.010 0.086-5,0.007-1.278 1,0.017-0.760-2,0.016-0.865 1,0.015-0.860 2,0.012-1.122 0,0.012-0.127 0,0.008 0.114 1,0.006 0.250-1,0.004 1.843 1,0.002-0.293 0,0.002-0.444 0,0.000-0.513 0,0.001-0.981-1,-0.001-0.024 1,0.000 0.146-1,0.000 0.244 1,-0.214 1.427 0,-0.350-0.426 0,-0.426-0.253 0,-0.455-0.120 0,-0.881-2.353 11,-0.524 0.241-15,-0.420 0.396 0,-0.323 0.466 0,-0.034 1.151 3,-0.166 0.368 1,-0.123 0.302 0,-0.087 0.239 0,0.021-0.156 1,0.440 0.650-1,0.543 0.700 1,0.568 0.682 0,0.610 0.817 0,0.442 0.038 1,0.383-0.132 0,0.317-0.236-1,0.246-0.551-1,0.211 0.172 0,0.151 0.285 0,0.102 0.336 0,0.040 0.861 1,0.027-0.370-1,0.014-0.190 1,0.003-0.054 0,-0.218 0.043 3,-0.357 0.107-3,-0.438 0.147-4,-0.469 0.167 1,-0.363-0.817-1,-0.089-0.559 4,0.048-0.710-1,0.138-0.771 0,-0.034-3.279-2,0.304-0.731 0,0.302-0.457 0,0.258-0.422 1,0.247 0.481 0,0.198 0.675 1,0.151 0.731 0,0.109 1.508 0,0.061 0.003 0,0.042 0.259-1,0.027 0.410 7,0.015 0.480 1,0.013-2.051-11,-0.001-0.375 0,-0.005-0.017 0,-0.009 0.208 14,-0.009 0.331-10,-0.009 0.380-4,-0.009 0.380 0,-0.007 0.349 2,-0.005-0.290 3,-0.005 0.318-1,-0.004 0.283 1,-0.002 0.236 0,-0.002 1.878-1,-0.001 0.963 1,0.000 1.032-1,0.000 1.000 0,0.000 1.497 1,0.000-4.365 6,0.000 1.627-3,0.000 0.913-1,0.002 0.057-2,0.000 0.146-1,0.000 0.550 0,0.000-0.741 3,0.000 14.246 1,0.000 0.518-2,0.000 0.607-4,0.000-0.215 0,0.000-0.910 0,-2.599 5.384 0,0.692-3.545 2,-0.085 1.022-17,0.066 0.710 32,-0.034 0.657-18,-0.101 0.580 0,-0.138 0.493 0,-0.155 0.404-1,-0.156 0.319 2,-0.157 1.594 1,0.235 0.487-1,0.330 0.428 0,0.365 0.359 0,0.362 0.289 1,0.265 2.531 0,0.342 1.125 0,0.275 1.112-1,0.210 1.005 1,0.150-0.191-1,0.097 0.720 1,0.063 0.627 0,0.036 0.518-1,0.006-0.831 1,0.004 1.163 0,-0.001 0.523 0,-0.006 0.064 2,-0.008-0.247 11,-0.009 0.087-16,-0.010-0.960-3,-0.009-1.080 1,-0.009-1.086 0,-0.008-1.997 5,-0.005-0.771 5,-0.004-0.629 0,-0.004-0.495 0,-0.003 2.790-1,-0.002-1.219-1,-0.001-1.293 0,-0.001-1.223 0,0.000-2.276-1,0.000 0.158 1,0.001 0.055 0,0.000-0.017 7,0.000-0.064-4,0.001 0.045-8,0.000 0.610-1,0.000 0.756-1,0.001 0.809 1,0.000 0.735 3,0.000 0.024 1,0.000-0.219-1,0.000-0.368 0,0.000-0.444 1,0.000 2.563-1,0.000 0.324 1,0.000 0.444-1,0.000-2.925 2,0.000 0.019 0,0.000 0.016 0,0.000 0.011 0,0.000-0.242 0,0.000 0.249-2,0.000-0.040 0,0.000-0.238 1,0.000 2.271 8,0.000-0.763-6,0.000-0.873-7,0.000-0.879 1,0.000-1.283 3,0.000-0.516 3,0.000-0.798-1,0.000-0.938 0,0.000-0.972 9,0.000 1.259-8,0.000 0.678-5,0.000 0.248 0,0.000-0.056 6,0.000-0.255 1,0.000-0.351-5,0.000-1.071-2,0.000-1.198 0,0.000-1.202 0,0.000-1.637 1,0.000-0.444 6,0.000-0.252 1,0.000-0.105-1,0.000 0.958-3,0.000-1.177 0,0.000 2.356 6,0.000-15.521-2,0.000-0.326-5,0.000-4.796-3,0.000 5.434 2,0.000 0.148-1,0.000-4.981-1,0.000 2.272 2,0.184 1.608 2,1.104-2.014 0,-0.124 3.389-2,0.331-0.918 0,0.296-0.852 0,0.137-1.466 0,-0.094-1.258-1,-0.195-1.206 0,-0.245-1.083 1,-0.260-0.925-1,-0.282-0.525-1,-0.205-0.380 1,-0.178 0.194 0,-0.148 0.559 0,-0.114-0.007 9,-0.100 0.784-4,-0.071 0.763-7,-0.048 0.694 1,-0.030 0.598 3,-0.005 0.403 1,-0.006-0.732-1,-0.001-0.326 1,0.002-0.027 1,-0.475-1.204 2,-0.766-0.764-2,-0.917-0.890-6,-0.966-0.921-1,-0.754-0.825 3,-0.411-0.098 0,-0.204 0.165 0,-0.053 0.329 0,0.052 0.418 0,-0.314-1.055 1,0.115 0.237 1,0.129 0.180-1,0.128 0.130 1,-0.153-0.633 1,0.250 1.010 0,0.255 1.141 0,0.236 1.123 0,0.204 1.016 1,0.544 1.845-1,0.083 0.153 0,0.046-0.062 0,0.018-0.198 0,-0.001-0.273-1,-0.036-0.131 1,-0.107-0.222-1,-0.127-0.192 1,-0.132-0.160-1,-0.410-1.066 0,-0.006 0.272 1,0.047 0.397-1,0.075 0.444 0,0.087 0.438 0,0.486 1.602 0,0.041 0.207 0,0.021 0.124 0,0.006 0.061 0,-0.005 0.014 0,0.072-0.418 1,0.337-0.014 0,0.401-0.009-1,0.415-0.005 1,0.397-0.003-1,-0.964-1.124 0,-0.750-0.889 0,-0.550-0.610 1,-0.381-0.386 4,-0.617-2.277-4,0.437 0.086-5,0.645 0.303 0,0.712 0.407 0,0.689 0.790 4,0.614 0.950 0,0.515 0.963 0,0.409 0.885 1,0.034 1.334 1,-0.206 1.213 0,-0.326 1.151 0,-0.373 1.014 1,-2.394-3.945 0,0.440-0.433 1,1.150-1.741-6,1.601 5.273 2,0.246-0.054-1,0.173-0.327 0,0.136-0.282 1,0.101-0.231-1,0.069 0.549 2,0.044 0.401-1,0.027 0.506 1,0.072-4.498-1,0.010 2.093 2,-0.005 2.182 0</inkml:trace>
</inkml:ink>
</file>

<file path=ppt/ink/ink3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1:02"/>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9706.318 5894.000 767</inkml:trace>
</inkml:ink>
</file>

<file path=ppt/ink/ink3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1:08"/>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9818.318 5942.000 767,'0.000'6.364'0,"0.000"-0.183"0,0.000 2.356-6,0.000 0.780 5,0.000 2.881-1,0.000-5.216 0,0.000 0.423 1,0.000 0.313-1,0.000 1.267 0,0.000 0.508-1,0.000-0.008 1,0.000-0.331 4,0.000-0.509 3,0.000-0.580-7,-0.295 0.572 0,-0.461 0.485-1,-0.534 0.229 2,-0.541 0.046 8,-0.439 0.851-6,0.048-0.254-4,0.227-0.332 1,0.314-0.348-1,0.371-0.367 4,0.307 0.092-1,0.272 0.193 1,0.278-1.670-1,0.137-0.366 1,0.112-0.438-1,0.088-0.460 1,0.071 1.094-1,0.062 0.230 2,0.036 0.397-1,0.012-0.583-1,0.006-0.305 0,-0.002-0.426 0,-0.006-0.472-1,0.028 3.903 2,-0.030-1.106 0,-0.864 0.762 1,-1.679 0.617-1,-1.208 0.146-2,0.272-0.941-1,0.752-0.879 1,0.484-0.797 2,-0.292-1.230 0,-3.677-4.753 2,-0.243-3.748-1,4.874-5.763 0,1.171-0.441-2,0.305-0.306-1,0.077 2.216-1,0.019-1.028 2,-0.003-0.110 0,-0.013 0.343 0,-0.013 0.126 0,-0.010-0.741-1,-0.007-1.489 1,-0.004-1.315-1,-0.003 3.692 0,-0.001-0.214 0,0.000-0.095 0,0.000-0.013 0,0.000 0.038 0,0.000 0.567 1,0.000 0.030 0,0.000 0.012-1,0.000-0.001 1,0.001-0.009 0,0.000 0.196 0,0.000-0.204 1,0.000-0.248-1,0.000-0.259 0,0.000-0.697 0,0.000 0.297 0,0.000 0.445 0,0.000 0.501 0,0.000-0.725 0,0.000-0.729 2,0.000-0.488-1,0.000-0.297 1,0.000 0.850-2,0.000 0.391-2,0.000 0.515 0,0.000 0.565 0,0.000-5.418 1,0.000 0.655 4,0.000 0.044-1,0.000-1.356-1,0.000 6.086-2,0.000-3.392 7,0.000 3.117-11,0.000 13.334 10,-1.271 0.770-2,-0.946-0.036-5,-0.887 2.164 0,-0.411 1.243-1,0.644-0.195 0,0.997-1.033 2,0.856-1.669 2,0.584-1.502 0,0.363 4.365 1,0.120-4.242-2,0.010 0.351 2,0.001-0.243-2,-0.004-0.580-2,0.030 4.060-1,-0.032 0.288 0,-0.040-3.665 5,-0.005 0.598 2,-0.003 0.179-3,-0.003-0.102-3,-0.002-0.274 0,-0.001-0.364 0,-0.001-0.396 0,-0.001-0.386 1,-0.002 7.838-3,0.002-4.794 1,0.000 0.311 9,0.001-0.194 2,0.000-0.497-11,0.000-0.649 1,0.001-0.694 0,-0.123-0.948 0,-0.723 3.801-1,-0.865-3.230 3,-2.112-0.357 5,-0.680 0.169-1,2.104 3.802 2,0.804 0.550-6,0.707-1.610-3,0.498-2.115 1,0.327-0.522 2,0.411-13.342 5,-0.352-0.613 1,0.004-2.402-8,0.000-1.198-1,0.000-0.404 0,0.000 1.388 3,0.000 1.103 0,0.000 1.199 0,0.000 0.785 1,0.000 0.211-1,0.000-2.526 0,0.000 0.380 1,0.000-0.591 0,0.000 2.814-1,0.000-0.656 0,0.000-0.460 0,0.000-0.375-1,0.000-0.246-1,0.000-0.889 1,0.000-1.575 1,0.000 3.701 2,0.000 0.324-1,0.000-4.713-4,0.000 2.217 2,0.000-1.678 1,0.000 0.633 3,0.000 0.995-2,0.000-2.912-4,0.000 5.642 3,0.000-5.250 3,0.000 1.664-5,0.000 0.584 0,0.000 0.224 1,0.000-0.841 1,0.000-1.645 0,0.000 1.017 2,0.000 1.917-2,0.000 0.620-2,0.000-2.390 3,0.000-0.814 3,0.000 0.078-7,0.000 0.153 0,0.000 1.960 1,0.000 1.771 2,0.000-1.385 0,0.000 1.149 1,1.994-1.133-1,1.210-0.162 4,0.609-1.348-1,0.170-0.481-5,-0.135 0.128-2,0.335-0.923 1,-0.183 0.646-1,-0.178 0.736 1,-0.161 0.734 1,-0.138 0.674 2,-0.245 0.622 1,-0.528 1.083 0,-0.561 1.045 0,0.660-3.034 2,-1.551 2.492 1,-0.877-0.422 0,-0.486-0.588-1,1.517 1.365-1,3.611 2.615-1,0.994 3.524-1,-3.050 5.542 1,-3.283 1.009-1,0.195 2.288 0,0.069-1.014-2,0.009 3.926 1,0.002-4.800 0,0.000 0.373 1,0.000 0.149 0,0.001 0.514-2,-0.001 0.057-1,0.000 0.009 1,0.000-0.021 0,0.000-0.002 2,0.000-0.625 0,0.000-0.706 1,-0.001-0.691-1,0.000 2.403 2,0.000-0.842 0,0.000 1.778 1,0.000 0.213-2,0.000 0.299 0,-1.400 1.019-2,-0.319-4.445 0,0.020-0.786 0,-0.074 0.051 0,0.043-0.070 1,-1.394 5.962-2,1.830-5.632 2,0.226 0.189 0,0.216 0.222 0,0.197-0.008 0,0.173-0.163-1,0.145-0.258 0,-0.006 5.416 0,0.284-5.481 2,0.048 0.610 1,0.034 0.702-1,0.044 2.703-3,0.017-0.244 0,0.003-0.675 1,-0.006-0.875-1,-0.024-1.601 1,-0.007 0.063 3,-0.008-0.107 0,-0.008-0.220 0,-0.007-0.073 1,-0.006 0.032-2,-0.005 0.104-2,-0.005 0.148-1,-0.004 0.654 1,-0.003 0.006 1,-0.002-0.057-1,-0.002-0.095 1,-0.001-0.116 0,-0.001 0.652-1,0.000-0.525 1,0.000-0.590-1,0.000-0.582 1,-0.001 3.243 3,0.002-1.402 0,0.000-0.630-2,0.002-0.739 1,0.000 1.592-2,0.000-1.279 0,0.000 0.069 1,0.000-0.109 0,-6.029-6.799 0,1.636-4.493 0,0.146-0.001-1,3.206-1.898 0,0.719-1.692 0,-1.097-1.815-2,-2.939-1.202 1,2.014 3.943 0,0.230-0.604-1,0.328-0.387 0,0.356-0.222 1,0.414 1.028 0,0.257 0.476 0,0.220 0.574 1,-0.037-4.528-1,0.438 1.705 4,0.218 1.523-1,0.067 0.799 0,-0.011 0.025 0,-0.044 0.205-2,-0.037 0.346 0,-0.024-0.078 0,-0.018-0.804 0,-0.010-0.335-1,-0.784 0.224 2,-1.571 0.153-1,-1.503-0.006 0,0.027 0.262-1,1.021 0.570 1,1.071-0.899 0,0.901-1.284 5,0.586 2.353-6,0.692 12.386 2,-0.449 0.229 0,0.007 0.950-2,0.000-0.900 0,0.000 0.436 0,0.000 0.026 0,0.000-0.564 1,0.000 2.162-1,0.000-0.553 1,0.000 0.019 0,0.000 0.631 0,0.000-2.631 0,0.000 0.336 0,0.000 0.961 0,0.000 1.080-1,0.000 1.227-1,0.000-0.819 1,0.000-2.298 0,0.000-0.329 1,0.000 0.415 1</inkml:trace>
</inkml:ink>
</file>

<file path=ppt/ink/ink3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1:43"/>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10394.318 4246.000 767,'0.000'6.193'0,"0.000"-0.188"0,0.000 1.642-5,0.000-1.336 5,0.000 2.676-2,0.997 1.312 0,2.511 0.568 0,-1.517-5.068 1,-0.066 0.192 2,0.121 0.211-2,0.103-0.236-1,0.139-0.342 1,2.744 4.454-2,-0.045-0.309 5,-1.272 0.416 0,-1.397 0.611-2,-1.119-0.296 0,-0.743-0.676 0,-0.395 0.760 1,-0.182 1.765-2,0.033-5.806 1,-0.001-0.036-1,0.006-0.109 0,0.010-0.148 1,0.012-0.162-1,0.697 4.984 0,1.518 0.216 0,-0.482-5.495 1,0.508 0.881 1,-0.055-0.376 0,-0.215-0.496-1,0.997 4.249 1,-1.337-2.835 1,-0.726-1.031-1,-0.444 2.003 1,-0.477-0.127 0,-0.132 0.391-2,-0.022-14.676 0,0.232-1.198-1,0.000-1.084 1,0.000-0.322 0,0.000-1.485 0,0.000-1.721-2,0.000 5.811 1,0.000-0.092 0,0.000 0.032 0,0.000-5.345 0,0.000 0.709 2,0.000 4.917 1,0.000-0.025 0,0.000-5.326-2,-0.774 1.836-2,-1.655-1.083 0,0.019 3.360 2,-0.391-0.068 0,-0.229 0.124 0,-0.111 0.231 0,-0.028 0.278-1,0.024 0.284 0,-0.736-0.625 0,-0.312-0.610 0,0.110-0.300 1,0.371-0.080 4,0.511 0.067-1,0.226-1.167-7,0.203-0.062 2,0.094 0.438 0,0.017 0.714 3,-0.032 0.831 2,-0.152 0.395-3,-0.172 0.191-1,-0.187 0.005-1,-0.181-0.111 2,0.113 0.448 1,0.378 0.930-1,-1.449-2.076 1,1.021 12.649 8,3.417 0.854-6,-0.093 3.321-5,-0.006-0.795 1,0.000-0.637-1,0.001-1.236 1,0.000 1.648 1,0.003-1.944 0,0.002 1.148 1,0.000 2.578 0,0.000 1.349-3,0.000-0.589 0,1.026-1.235 2,2.562-0.479 1,0.378 0.152 1,-0.782 0.885-4,-1.975-3.934 0,-0.209 0.698 0,-0.198 0.536 3,-0.079 2.773 1,-0.235 0.549-4,-0.186 0.320-1,0.217 0.274 0,0.437-0.356 3,0.534-0.493-1,0.546-0.532 1,-0.062-1.632 0,-0.066-0.786 0,-0.184-0.774 0,-0.244-0.709 0,-0.218-0.044 2,-0.285-0.070 1,-0.256 0.112 0,-0.218 0.216-3,-0.179-0.266 0,-0.040 4.912 0,-0.281-1.980 0,-0.175-1.774 1,-0.755-0.966 0,-5.370-4.818 1,0.233-1.878 0,3.121-5.295 0,-1.673-0.282-2,0.092-1.557 0,0.956-2.293-1,1.507 1.180 0,0.901 0.772-1,0.642 0.886 1,0.395-3.323 2,0.205-1.647 0,-0.013 5.915 0,0.073-5.570-5,-0.030 1.736 2,-0.038 1.963-1,-0.032 1.719 4,-0.021-1.337 3,-0.023-1.061-2,-0.003 2.457-1,0.001-0.727 0,0.000-1.319-1,0.002-0.222 0,0.002 0.959-1,0.000 0.338 1,0.000 0.184 0,0.000-1.475 0,0.000 1.146 0,0.000 0.708 0,0.000 0.364 0,0.000-0.063 1,0.000-1.128 0,0.000-0.441-1,0.000-0.190 0,0.000 1.841-1,0.000-0.153 0,0.000-0.894 1,0.000 0.437 1,0.000 0.561-1,0.000-0.640 0,0.000-1.018 0,0.395 0.038 0,1.590 1.751 1,3.902 2.808-1,0.812 3.380 0,-0.331 0.184 0,-0.198-0.247 0,0.900-0.086 0,1.069-0.004 1,-1.888 0.005-1,-0.001 0.001-1,-0.117 0.001 0,0.114 0.001 0,-0.255 0.658 1,-0.171 1.320 0,-0.182 1.308 0,-0.666 1.527 0,-1.524 1.341 0,-0.688 0.239 0,0.890 0.674 1,1.187 1.766-2,-1.068-0.464 0,-1.467-1.037 1,-1.114-1.155 0,-0.616 1.786 0,-0.599-1.502 0,-0.116 4.713 1,0.064-4.641 0,0.005 0.327-2,0.006 0.191-1,0.013-0.573 0,-0.020 4.205-1,0.039-2.895 3,0.022 0.017 2,0.018-0.733 0,0.003-0.540 0,-0.005 0.143 0,-0.003 0.109-2,0.000-0.708 1,0.000 0.822-1,0.000-0.048 0,0.000-0.474 0,0.000 0.116 0,-0.318-0.407 1,-5.222-3.637-1,-0.606-2.560 0,0.149-2.264 0,0.876-2.354 0,-0.277-2.109-1,2.510-0.442 0,0.699-0.492 1,-1.468 1.513 0,-0.471-0.482-1,0.833-0.605 1,1.319 0.764 0,0.823 0.264 0,0.604 0.323 0,-0.273-0.308 0,-2.398-2.008 0,-0.206 3.359 0,-2.338-1.486 0,1.203 1.886 0,-0.277-1.463-1,0.777-3.422 1,1.185-1.472 0,1.568 1.585-1,1.394 3.291-1,3.953 1.348 3,2.267 5.813 0,-0.129-0.949 1,1.009 1.067-1,-1.966 4.795 1,-3.485 0.090-2,-0.737 1.313-1,0.559 1.025-1,1.021 0.520 0,0.921 0.235 1,-0.166-0.392-1,-0.882-0.256 1,-0.452-0.818 4,0.631 0.653-1,0.844 0.761-3,-1.104-3.575 0,0.132 0.005 0,0.061-0.086 0,2.571 5.094 0,-0.126-0.585 0,-1.445 0.370 0,-0.982 1.107 3,0.771-0.181 3,-0.663-5.919-6,0.814-0.212-1,0.434-0.158 0,-0.006-0.297 2,3.032 3.869 0,-1.753-0.554 0,-0.483 0.330 2,0.850-0.008-1,-0.472 0.649-1,-0.188 0.313 0,0.401-0.625 1,-1.079-0.950-1,-0.775 0.628 0,-1.118-0.164-1,-1.139-1.210 1,-0.698 3.038 0,-0.593-0.267 1,-0.096 0.205 1,0.641-2.417-4,2.681-0.347 1,3.648-2.961 4,-0.272-0.418-1,-0.133 1.146-4,-1.767 0.509 2,-1.889 0.150 0,0.317 2.441 0,1.290-0.623 0,0.802-1.350 0,-0.920-1.646 0,0.412 0.300-1,0.090 0.009 1,-0.116-0.171-1,-0.234-0.268 0,2.876 3.632-2,-2.743-1.188 1,-2.250-0.836 5,0.151-0.162 0,3.930-2.448 1,1.315-2.958-3,-0.604-0.812-2,-0.646 1.283 0,-4.216 6.980 2,-0.823-1.800 0,1.420-0.456-2,1.684-1.225 0,0.041-0.008-1,-0.441 3.211 3,-0.020-2.708 0,2.024 0.064 1,-12.209-3.378 0,-0.944-1.517-1,0.524-0.012-3,-1.331 0.000 1,1.288 0.000 0,-1.893 0.000 1,-2.504 0.000 0,-0.532 0.000-2,0.652 0.000-1,0.530 0.000 0,0.011 0.000 1,0.111 0.532 2,0.521 3.221 0,1.018 3.059 1,0.807 0.005-1,-0.999-0.013 0,3.989-3.185 1,-4.454 3.560 0,1.808-0.948-1,0.529 0.001 0,-0.039 0.157 1,-0.048-1.258-1,0.328-1.998 1,1.191-0.621 0,0.804 2.909 1,3.226 0.641 0,1.633 0.970-1,0.398-0.926-2,-0.447 1.888 1,-0.568-0.455 0,-2.201 0.064 0,-1.969-0.606-1,-0.647-1.414 0,-0.036-2.593 0,-0.831-3.411 2,0.213-0.065 0,4.852-6.115 1,1.107-0.906-1,0.093-1.032-2,-0.017-0.732 0,-0.006-2.376-1,-0.015 5.107 1,-0.002 0.047-1,0.001-4.377 0,-0.005 1.378 2,-0.002 0.538 1,-0.001-1.483 1,-0.002-1.848-5,0.001 5.489 2,0.001-0.359-1,0.000-0.292 1,0.000-1.404-1,0.000-1.427 0,0.000-0.801 1,0.000-0.334 8,0.000-0.003-6,0.000 0.217-5,-0.356-3.296 0,-0.540-0.561 0,-0.603-0.066 0,-0.587 0.239 16,0.158 2.595-14,0.046 0.657-1,0.155 0.674 0,0.216 0.640 0,-0.055-0.015 3,-0.037 0.953 2,-0.107 0.917 0,-0.143 0.822 0,-0.153 0.698-1,-0.148 0.565 0,-0.053-1.580-1,0.248-0.708 1,0.325-0.369 3,0.342-0.130 2,0.383 0.972-8,0.237 0.221 0,0.201 0.257 0,0.163 0.262 0,0.128 0.245 2,0.096-0.049 0,0.074 0.671 0,0.109-4.527 0,-0.310 2.508 3,-4.102 1.441 2,-1.708 6.483-2,1.550 6.893-1,3.701 1.383-2,0.483 2.783-1,0.270 0.900-1,0.127 2.352-1,-0.037-4.665 0,-0.003 0.501 2,-0.009 0.172 4,-0.015-0.995-5,-0.009-0.207 0,-0.009-0.249 0,-0.008-0.257-1,-0.007-0.244 3,-0.005-0.217 0,-0.004-0.184-1,-0.004-0.937 1,-0.002 5.023 0,-0.004-1.766 0,-0.001-0.850 6,0.000-0.037-1,0.001 0.392-6,0.002-1.573 1,0.000-0.035 0,0.000 0.671 0,0.001 0.417 1,0.000 0.420-1,0.000 0.391-3,0.000 0.344 1,-0.325 0.263-1,-0.500-0.627 3,-0.568-0.827 0,-0.566-0.884 0,-0.229 0.699 1,0.062 0.102 0,0.216-0.200 1,0.335-0.815 1,0.296-0.726-2,0.287-0.775-3,-0.256 3.795 1,0.424-1.967 2,-1.347 0.875 0,-1.637 1.791-1,0.040 0.004-1,0.906-0.956 1,1.048-0.912 0,0.858-0.512 1,0.575-1.542 7,0.767-13.773-4,-0.344 0.159-6,-0.024-1.196-1,-0.013 0.557 1,-0.005 0.496-1,-0.003 0.632 3,0.000-1.030 1,0.001-0.899-1,0.001-0.923-1,0.001-1.807 0,0.001 4.776 0,0.000-0.236 2,0.000-0.068 1,0.000 0.047-3,0.000-0.734-1,0.000-0.179 0,0.000 0.201 0,0.000 0.439 1,0.000 0.571 3,0.000-6.982 0,0.000 5.386-5,0.000-0.123 5,0.000 0.076 1,0.000 0.190-4,0.000 0.519-1,0.000 0.219 0,0.000 0.197 0,0.000 0.167 0,0.000 0.136 3,0.000 0.230 0,0.000 0.203 0,0.000 0.197 0,0.000-5.514-1,-0.217-0.281 1,-0.345 4.854-1,-0.404-0.429 0,-0.417-0.214 2,-0.396-0.058-1,-0.410-1.974-3,0.082 0.047-1,0.233 0.662 1,0.305 0.980 2,0.321 1.088 3,-0.372-3.788-2,0.892 1.726-3,0.506-1.295 3,-0.651-1.411 1,-0.170 5.450 0,-0.440-0.154-2,-0.411-0.102 0,-1.571-4.398-2,0.531 1.148 1,0.716 0.525 2,0.875 0.675 1,0.765 1.098-1,-2.807-2.344 1,-1.052-0.979-2,0.654 0.528 0,1.236 1.117-2,1.177 1.208 1,0.809 1.090 2,0.489-1.576 0,0.272 0.107 1,-0.080 1.167 2,-0.015 0.474-5,-0.224 13.263 2,-1.825-0.673-1,-0.618-0.127-1,-0.749 1.107-1,-0.042 3.790-1,1.981-4.888 1,-0.628 5.255 5,-0.159-1.872-4,-2.027-1.253 0,-0.095 0.002 3,0.899 1.113-3,1.214 1.241-1,1.025-0.227 1,0.655-1.034 0,0.387-1.279 2,0.197 2.227 1,0.060-0.013 0,-0.014-1.493 0,-0.042-1.715-4,-0.042 6.135 1,-0.042-4.434 4,-0.006 0.710-4,-0.006-1.124-1,-0.002 0.176-1,-0.002 0.106 1,-0.002 0.053 0,-0.002 1.683-1,-0.001-0.688 3,0.000-0.871 0,0.000-0.913 0,0.001 0.157 1,0.000 0.861 1,0.000 0.787 1,0.001 0.687 1,0.000-0.822-6,0.000 0.100-1,0.000-0.006 0,0.001-0.081 1,0.000 1.958-1,0.000-0.761 3,0.000-0.906 0,0.000-0.918 1,0.000-0.849-1,0.000-0.736 0,0.000-0.670 1,0.000 0.154-1,0.000-0.052 0,0.000-0.188 4,0.000 0.317 1,0.000-0.507-3,0.000 4.568-5,0.170-1.888 3,0.984-2.833 1,4.297-1.499 2,0.871-5.144-1,-3.104-4.724-1,-3.324-0.958 0,2.786-0.728-1,1.374-2.936-1,-2.091 4.018 1,0.064-0.414-3,0.036 0.164 2,0.067 0.364-1,2.383-4.394-1,0.233 0.304 4,-2.657 3.925-1,-0.342-0.122 2,-0.354 0.095-1,-0.300-0.042 0,0.195-5.039-4,-0.820 0.096 4,-0.407 4.247 1,-0.065-0.464-2,-0.040-0.226 0,-0.022-0.059-1,-0.012 0.041-1,0.001 0.567 0,0.008 0.663 1,-0.038-4.286 0,0.047-1.688 6,0.042 5.006-3,0.006-0.483 0,0.005-0.667-3,0.004 0.157-2,0.003 0.335 1,0.002 0.956 0,0.001 0.511 2,0.003-4.919 2,-0.001 1.439 0,0.000 0.760-1,-0.002 0.302-2,-0.001-2.572 0,-0.001 3.146 1,0.000-0.369 0,0.000 0.199-1,0.000 0.539 1,0.000 0.348 0,0.000-0.510-2,0.000-0.343-1,0.000-0.210 7,0.000 0.593 0,0.000 0.293-6,0.000 0.399 0,0.000 0.452 0,0.000-0.196 0,0.000 0.424 2,0.000 0.364 2,0.000 0.055 0,0.000-4.581 0,0.000 1.896 0,0.000-1.625-1,0.000 0.920 0,0.000 2.302 0,0.000 0.391-2,0.000 0.180-1,0.000-0.940 3,0.719 0.463 2,5.335 3.028-1,2.689 2.968-2,-1.557 0.966-1,0.615 0.229-1,-0.048 0.437 2,-0.390 1.401 0,-4.026 3.289 1,-3.094 1.264 0,6.202-2.976 0,-0.973 2.851-1,-1.414-0.325-1,1.165 1.351-1,-0.563 0.320 1,-1.590-0.643 0,-1.199-0.807 1,0.549-0.354 0,1.240 0.078 0,0.904-0.165 1,1.247 0.627-1,0.632 0.250 0,0.719 0.529-1,-2.992-2.579 1,-0.449 0.223-1,1.971 4.364 0,-0.622-2.189 2,1.002-1.139 0,1.768 3.063-1,-4.018-4.026-1,0.124 0.232 1,0.084 0.081-1,0.055-0.024 0,0.466 0.429 0,-0.021-0.197 1,-0.057-0.234 0,-0.074-0.238 0,2.982 3.046 0,-0.393-0.703 1,-0.047-0.019-1,-1.410-0.231 1,-2.199-0.733-1,0.078-0.319 1,4.081 0.425 3,1.290 0.667-4,-0.671 1.750-4,-4.465-3.618 3,-0.290 0.455-1,-0.268 0.384 1,-0.232 0.308 0,0.075 0.220 0,0.141-0.140 0,0.216-0.243-1,0.243-0.285 2,0.238-0.286 0,0.215-0.261 0,0.183-0.224 0,-0.150 2.313 0,-0.050 1.501 1,-0.092 0.739 5,-0.111 0.204-3,-0.114-0.147-6,-0.058-1.286 0,0.232 0.103 0,-0.043-0.169 1,-0.230-0.349-1,-0.136-0.242 6,-0.063-0.155 0,-0.010-0.086-2,0.028-0.035-3,0.767 0.736 1,0.199-0.979 1,0.200-1.160 0,3.352 2.486 2,0.146-1.359 2,0.034 0.214-3,-2.113-0.150 0,-2.201 0.093 0,-1.764 0.177 1,-1.190 0.573-2,-0.730 0.057 1,-0.356-0.702 3,-0.333-1.192-7,0.347-12.976 6,0.297 0.043 1,-0.021-0.629-6,0.000-0.649-1,-0.435 1.751 1,-2.622-0.440 1,-3.265-0.084-1,-1.983-0.796 1,1.527-0.208-5,1.976 0.979 12,0.158 0.103-5,-0.402-0.266-1,-0.538-1.344 0,-0.363-1.518-1,2.340 3.377 0,-0.129-0.494-1,-0.101-0.398 1,-0.076-0.306 0,0.403 0.244 1,0.470 0.177-1,0.544 0.262 1,0.098 0.292 0,-0.187 0.287 2,-0.345 0.259-1,-0.413 0.220 1,-0.422 0.178-2,-0.392 0.137 0,0.354 0.434 0,0.340 0.039 0,-2.567-5.402 0,2.888 5.041 1,-0.246 0.002-1,-2.773-3.463-1,-0.616 0.324 0,0.021-0.181 1,1.618 0.278 0,1.577-1.128 2,1.506 0.636-1,-1.034 2.291 0,-0.810 1.456 0,-0.994-2.100 0,2.029-1.555-1,-0.038-0.856 0,-0.297 1.135-1,-0.319 1.614-1,0.327 0.810 1,0.946-0.162 1,0.645-2.273 3,1.098 0.169-2,1.019 0.925-1,3.851 2.769 0,1.631 5.321 1,0.198-0.484 0,1.025-0.125-1,-1.100 0.004 0,1.731 0.258-1,-1.211 3.042 1,-3.426 3.301 0,-2.308 0.717 0,-0.974-0.433-1,2.534 1.130 1,1.301-2.136 0,-0.406 0.118 0,-0.454 0.871-1,-0.018 0.017 1,0.192-0.758-1,0.289-0.798 0,0.288-0.417 1,0.457 1.836-1,-2.314-0.636 3,-1.385 0.020-1,-0.507 1.381 0,-0.036-1.152-1,0.021 0.792 1,0.038-0.101-2,0.030-0.416 1,0.021-0.500 0,0.013 1.558-1,0.008-0.863 2,-0.003-0.646-1,-0.004 0.966 1,0.000 0.988-1,0.000-1.681 1,0.000-0.159-2,1.472 0.179 0,5.033-3.713 4,-13.456-2.801-3,0.648 0.052 0,0.122-0.006 0,2.177-4.842 0,-0.706-3.504 0,-0.396 0.747-3,-0.043 1.835 1,0.254 2.112 1,-3.565-0.445 2,-1.055-2.400 1,4.654 2.795-3,-4.122-3.701-1,3.791 2.752 0,-0.054-0.109 0,0.436 0.429 1,-2.643-2.069 3,1.737 2.604 1,4.868 10.002-2,1.270 0.802 0,-0.420-0.879 0,-0.016 5.514 0,0.009-4.330-1,0.001 0.972-1,0.000 0.627-2,0.001 0.357 1,0.000 0.790-1,0.001-0.546 0,0.000-0.771 1,0.000-0.854 0,0.001-0.840 0,0.000-0.766 2,0.000 4.423 2,0.000-3.858-2,0.000 0.942 1,0.000 0.265 6,0.000-0.188-1,0.000-0.464-8,0.000-0.714 0,0.000-0.063 0,0.000 0.046 0,0.000 0.116 1,0.000 0.154 0,0.000 0.170 1,0.000 1.809-1,0.000 0.166 1,0.000-0.401-1,0.000-0.725 2,0.000-0.872 2,0.000-0.896 0,0.000 0.584-5,0.000 0.592 0,0.000 0.425 5,0.000 0.287 2,0.000 0.133-6,0.000-0.519-1,0.000-0.683 0,0.000-0.731 0,0.000 3.703 2,0.000-2.012 2,-0.155-0.171 0,-0.891-1.638-1,-3.860-0.928 2,-1.235-6.482-2,3.395-7.851-1,-0.718 0.238-1,-0.848-1.864 1,2.297 4.853 0,0.083-1.209-2,0.307-0.810 0,0.316-0.821 0,0.299-0.768 0,0.266-2.543 1,0.226-1.135-1,0.182-0.151 0,0.148 1.331 2,0.089-0.002 0,0.066-0.002 0,0.047-0.003-3,0.045-2.112 1,0.022 0.354 1,0.006 0.475 1,0.000 0.722-1,-0.010 1.448 3,-0.013 1.507-1,-0.013 1.408 0,-0.017-0.099 2,-0.009-0.515 1,-0.007-0.020-3,-0.006 0.307 0,-0.218 1.084 0,-0.353 0.100-1,-0.428 0.034-1,-0.457-0.015-1,-0.778-1.640 1,-0.047 0.699 1,0.166 0.860 0,0.282 0.886 0,-0.770-3.776 2,1.145 2.655-1,0.764 1.456 1,0.481-0.808 4,0.700 15.077-1,-0.483-0.273-5,-0.014 1.733-4,-0.005 2.383 0,-0.001-4.970 2,0.000 0.606 1,-0.001 1.169-1,0.001 0.271 0,0.000 0.098 1,0.000-0.020-1,0.000 1.170 2,0.001 0.827 0,0.000 0.920 0,0.001-2.508 0,0.000-0.339-1,0.000-0.511 1,0.000-0.602-1,0.000 0.422 1,0.000-0.378 0,0.000-0.255 2,0.000-0.158 0,0.000 1.063-2,0.000 0.233 1,0.000 0.285-1,0.000-1.638 0,0.000-0.345 0,0.000-0.429 0,0.000-0.460 0,0.000 0.115 0,0.000-0.060 1,0.000 0.064 0,0.000 0.140 0,0.000-0.057-1,0.000-0.435 0,0.000 4.471-1,0.000-2.262 2,0.000-1.794 6,0.000-13.977-2,0.000 0.324-5,0.000-0.987-3,0.000-0.026 0,0.000-2.310 0,0.000 3.910 2,0.000-0.849 0,0.000-0.777-1,0.000-2.369 0,0.000-0.868 0,0.000-0.655 0,0.000-0.469 0,0.000-0.315 0,0.000 0.543 1,0.000 0.118 0,0.000 0.189 0,0.000 0.218-1,0.000 0.220 2,0.000 0.203 0,0.000-1.083 0,0.000-0.411-1,0.000-0.003 1,0.000 0.252 10,0.000 0.392-6,0.198 0.391-7,0.302 1.187 0,0.340 1.244 0,0.332 1.170 1,0.299 1.024 3,0.253 0.846 0,2.349-5.562 2,-1.599 5.312-2,0.327 0.013 3,0.301 0.213 0,-0.348 0.863-1,2.006-4.655-6,-1.103 0.867 2,-0.333 2.282 4,1.955 1.549-1,0.729 3.918-1,0.957 1.608 0,1.061 1.280 0,-2.111 1.520-1,0.313 1.561-1,-0.038 0.909 1,-0.270 0.309-1,-0.171 1.535 0,-0.131 3.107 1,-0.159-0.292 1,-0.358 0.088-4,-3.051-3.887 2,-0.396 0.234 1,-0.385-0.023 2,-0.345-0.179-1,-0.290-0.257-3,1.290 6.268-1,0.182-5.332 1,0.190 0.016 3,-0.067-0.232 0,1.912 4.007 1,0.871-1.023-4,-1.729-4.425 2,3.095 4.288 2,-0.753-1.165-2,-0.831-0.789-1,-0.642-0.440 0,2.038 1.353 0,-2.166-3.556 2,0.369 0.210 1,0.148 0.183 0,-0.300-0.182-1,-0.472-0.284-3,2.085 3.915-1,-2.216-1.345 3,-1.695-0.601 2,-1.115 0.310 9,-0.935 0.189-16,-0.990-13.693 9,-1.898-1.575-2,-2.954-1.271-5,1.754 3.007 0,-0.582-0.263 1,-0.490 0.023 0,-0.398 0.213-1,-0.312 0.328 1,-0.798-0.762 0,-0.150-0.619 1,-0.058-0.807 0,0.007-0.869-1,0.046-0.844 1,0.303-0.151 0,-0.120-0.560-1,-0.162-0.472 1,-0.180-0.382-1,-0.551-1.220 2,0.596 0.500-1,0.760 0.734 1,0.801 0.820 0,0.759 0.805-1,0.671 0.729 2,0.561 0.623-1,-2.412-0.960 0,-1.389-0.933 6,-0.413-0.353 4,0.253 0.051-9,0.671 0.312-5,-1.946-2.092-2,-0.514 0.373 3,-0.199 0.930 0,0.009 1.184 10,2.281 1.652-4,0.810 0.160-6,0.926 0.346 1,0.948 0.451 0,0.330-0.188 11,0.539 0.640-7,0.315 0.611-4,0.149 0.548 2,-2.066-4.055 2,1.727 1.613-1,1.529 0.984 2,1.085 0.213-1,0.428 0.563-2,-2.436-0.363 1,-2.710 2.488 3,11.692 3.734-2,-1.511 8.215-2,1.764-0.050-3,1.812-0.413 0,-1.000-0.205 0,-1.810-0.177 2,-0.310-1.530 2,0.375-0.339 0,-0.947 2.784 2,-1.546 0.683-3,-0.354 0.014-2,0.847-0.696 0,0.486-1.183 3,-0.759-0.547-1,-0.417 0.483 1,0.883-0.942-1,0.920-1.673 1,1.103 2.301-1,-1.302 1.402 1,-0.062-0.641-1,0.431-0.915-1,1.086 0.113 0,-1.247-1.696 1,0.368 0.279 0,0.068 0.048 0,-0.072-0.062 0,-0.115-0.095 0,1.046 0.764-1,-2.987-10.808 5,-2.848-0.750-1,-0.016-0.490-3,-0.778 0.407-1,-3.349-1.763 0,-0.445 1.144-1,-1.007-1.893 1,-0.476-1.290-1,-0.192 0.184 0,-0.174 0.671 0,-0.262-0.055 1,0.318-0.175 1,0.366-0.379 0,0.486 1.193 0,0.163 2.165-1,0.076 2.277 3,-1.293-0.796 1,-0.550-3.079-2,0.911-0.413-2,0.568 0.507 1,0.609 1.077-1,0.488 1.074 1,0.865 0.910 0,8.816 0.358 1,2.044 4.828 1,-0.338-0.303-1,-0.080 0.575 0,-1.224 2.936-1,-0.996 0.327 0,0.454 0.809 0,0.265 0.465-1,0.004 0.306 0,-1.128 0.128 0,-1.516-0.069 1,-0.895 3.378 1,-1.507-2.148 0,1.442 0.141-1,3.009-1.831 2,0.644 2.917-2,0.185 1.061-1,-0.270-1.218 0,-1.032-0.091-1,-0.418 0.188 2,0.347-0.459 1,0.323-0.924-2,0.496-0.439 1,1.168 0.606 0,0.813 0.395-1,0.149-0.100 0,-0.053 0.962 0,-2.187-0.003 1,-1.640-1.180 2,-0.013-0.464 0,0.442-0.426-2,1.007 0.194 0,0.734-0.033-1,0.758-0.373 1,1.091-0.048 0,0.125 1.252 0,-0.427 1.409-1,-0.980 0.538-1,-0.726 0.277 1,1.686-0.666-1,-0.028-0.868 4,-1.542-0.884 1,-1.770-0.507-2,-1.646-0.520-2,-0.680 2.582 3,0.917-2.110 0,1.777 0.510-3,-0.106-0.740 0,-0.156 0.686 1,-2.095-0.726 0,-1.727 0.796 0,-0.069-0.702 1,0.236 0.391 0,-0.013 0.477 0,0.000-0.087 0,-2.491-0.732-1,-3.820-5.140 0,-0.319-1.036 1,-1.375 1.555-2,1.779 4.639 0,1.777-0.410 1,-1.626 1.024-2,-0.924-1.252 1,-2.996-0.544 0,0.514 0.379 2,4.960-1.139-1,0.104 0.415-1,-0.013-0.127 1,-2.512 3.118 1,1.984-0.504-2,0.979-0.495 1,-1.053-0.316 2,0.523-0.047-2,-3.624 3.247-1,3.211-4.805 0,-0.210-0.514 1,-4.193 2.658-1,0.221-0.223-1,4.349-2.675 2,-2.549 4.040 1,2.849-0.592 0,0.011-0.964 0,-1.464-0.374-1,-1.858 0.056-1,0.553-0.278-1,2.340-0.742 2,1.458 1.545 1,2.342-0.139 1,-0.263 0.150 0,-1.721 0.264 0,-2.903-2.966-3,0.738-0.690 0,-2.110 2.524 0,-1.290 1.997-1,1.382-0.060 0,2.398-1.083 1,2.166-1.189 1,1.117 0.726 1,-4.624-0.873 3,1.202 3.145-1,2.058 1.201-5,-0.099-0.592 0,-0.308-1.603 1,-0.298-1.527 1,-0.182 1.057-1,-0.809-0.223 4,-0.659-1.231-1,-0.734 1.385-3,-1.389 3.207-2,3.181-4.209 2,-0.063-0.049 0,-0.013-0.189 0,-2.989 3.417 0,0.308-0.994 1,0.162 0.587 1,1.499 0.733 0,2.113-2.813 4,1.890-12.772-3,1.363-0.815-2,-0.052-3.225 0,-0.004-1.212-2,0.002 4.467 0,0.001-0.710 1,0.000-0.591-1,0.000-0.475 0,0.001-0.368 0,0.000-2.820 1,0.001-0.625-1,0.000-0.015 0,0.000 0.366 3,0.001 2.411 4,0.000 0.795-8,0.000 0.838 1,0.000 0.818 0,0.000-0.529 0,0.000 0.432 6,0.000 0.227 1,0.000 0.082-5,0.000-0.122 1,0.000 0.309-1,0.000 0.335 0,0.000 0.320 0,0.000 0.283 0,0.000-4.570 0,0.000 1.125-1,0.000-0.137 1,0.000-0.413 1,0.000 0.766-1,0.000 1.571 0,0.000 1.386 1,0.000 0.165 1,0.000-1.499-1,0.000-1.908-1,0.000 1.283 5,0.000 1.938-8,0.000 12.659 6,0.000 0.343 1,0.000-0.179-6,0.000-0.147 0,0.000 1.050 1,0.000-0.255-1,0.000-0.996 1,0.000 1.379 1,0.000-0.981 1,0.000 0.466 0,0.000 2.521 1,0.000-0.488-3,0.000 0.143-1,0.000-0.219 1,0.000-0.044 0,0.000-0.617 2,0.000-1.270-1,0.000-1.004 0,0.000 0.404 0,0.000 1.243 0,0.000 1.006-1,0.000-0.449 1,0.000-1.157-1,0.000 1.396 2,0.000 0.421-1,0.000 1.260 3,0.000-0.770-2,0.000-1.393-4,0.000-1.125 2,0.000 0.542 2,0.000 3.890 0,0.000-4.796 0,0.000 0.305-1,0.000-0.602-2,0.000 5.415-1,0.000-1.434 0,0.000-4.110 4,0.000 0.789 1,0.000 0.595 0,0.000 0.429-1,0.000 0.541-1,0.000-0.146-2,0.000-0.309 0,0.000 0.001-1,0.000 0.201 3,0.000 0.313 2,0.000 0.530-2,0.000-0.329 0,0.000-0.482-1,0.000-0.090 1,0.000 0.160 1,0.000 0.300 0,0.000-1.092-1,0.000-0.333-1,0.000-0.428 1,0.000-0.461 0,0.000 4.664 0,0.000 0.582 2,0.000-3.920-2,0.000-0.057-1,0.000-0.217 1,0.000-0.511 0,0.000-0.474 0,0.000 4.899 1,0.000-1.049 1,0.000-4.029-2,0.000 0.873-1,0.000-0.023 0,0.000 0.096 0,0.000-0.098 0,0.000-0.226 0,0.000 0.771 0,0.000-0.528 1,0.000-0.559 1,0.000 4.898 0,0.000-0.146 2,0.000 1.064-4,0.000-5.832 0,0.000 0.099 1,0.000 0.056-1,0.000 0.025 0,0.000-0.472 1,0.000 5.128-1,0.000-1.529 0,0.000 0.937 5,0.000-4.612-2,0.000 0.604-2,0.000 0.604-1,0.000-0.771 0,0.000 0.301 0,0.000 0.273 0,0.000 0.239 0,0.000 1.958 0,0.000-0.270 1,0.000-0.473 0,0.000-1.463 0,0.000-0.553 1,0.000 4.964 1,0.000-5.326-1,0.000 0.284 0,0.000 0.025 1,0.000-0.146-1,0.000-0.249 0,0.000 5.141-3,0.000-1.102 0,0.000-1.700 3,0.000-1.845 0,0.000 0.895-1,0.000-0.295 1,0.000 2.042 1,0.000 1.582-1,0.000-4.696-3,0.000 0.431 1,0.000 1.505-1,0.000 0.657 1,0.000 0.572 0,0.000-1.386 0,0.000-0.367 0,0.000-0.513 1,0.000-0.579-1,0.000 5.093 1,0.000-0.614 2,0.000 0.051-2,0.000-0.556 0,0.000 1.305 0,0.000-4.777 0,0.000-0.078 0,0.000-0.238 0,0.000-0.329 0,0.000 4.854 1,0.000 0.683 0,0.000-4.725-2,0.000-0.332 1,0.000-0.512 0,0.000 4.449-1,0.000-2.285 2,0.000-1.157 0,0.000-0.082 1,0.000-0.443-1,0.000 1.866 0,0.000-2.293-1,0.000 2.424 1,0.000-0.381 0,0.000-1.360-2,0.000 2.310-1,0.000-1.772 8,0.000-0.246-8,0.000-13.644 4,1.651-1.122-2,1.248 1.288-1,1.104-1.999-1,0.699-1.262 0,0.460-0.847-1,0.188-0.791 1,-3.016 5.339 1,-0.403 0.033 0,0.731-5.579 0,-1.311 0.255 0,-0.855 0.205 0,-0.435 4.107 0,-0.062-1.254 0,-0.040-0.660 4,-0.024-0.224 4,-0.013 0.081-7,-0.003 0.277-2,-0.009-1.187-1,0.010 0.107 0,0.013 0.068 0,0.013 0.038 2,0.013 0.017 1,0.014 1.492 0,0.007 0.612 0,0.006 0.686 1,0.005 0.687-1,0.003-4.974 3,0.009 0.219 3,0.002-0.210-7,-0.001 1.046 1,-0.001 0.188 0,-0.002 0.217 0,-0.001-1.188 0,-0.001 3.986 0,0.000-0.352 0,0.000-0.096 2,0.000 0.076 0,0.000 0.180-4,-0.178-1.897-1,-0.271-0.474 1,-0.302 0.008 1,-0.293 0.299 5,-0.263 0.448-2,-0.220 0.498-5,-0.176 0.484 1,-0.133 0.432 0,0.175-3.396-1,0.179-2.294 2,0.229-1.178 14,0.243-0.386-17,0.232 0.140 0,0.222-0.383 0,0.163-0.402-1,0.134-0.034 1,0.104 0.205 9,0.078 1.764 1,0.047 0.253-10,0.034 0.222 1,0.021 0.188-1,0.015 0.432 3,0.007 1.023 2,0.001 1.169 0,-0.002 1.194-1,-0.005 1.137 1,-0.002-1.131 2,-0.008-0.019 2,-0.007 0.126 0,-0.008 0.208 0,-0.006 0.244-5,-0.004 0.247-2,-0.004 0.229-1,-0.003-2.438 1,-0.002-1.350-2,-0.002-0.583 8,0.000-0.056 2,-0.001 0.280-9,0.000 0.469-1,0.000 0.341 1,0.000 0.234 0,0.001 0.148 0,0.000 0.083 2,0.000 0.035 1,0.000 0.002 0,0.001-0.507 0,0.000-0.943 0,0.000-0.681 1,0.000-0.462 7,0.000-0.289-5,0.000-0.958-7,0.000-0.387 0,0.000-0.348 0,0.000-0.297 0,0.000-2.304 4,0.000-1.063 0,0.000-0.190-1,0.000 0.382 4,0.184 1.748 1,0.290 1.521-6,0.341 1.670-2,0.350 1.652 1,0.331 1.527 0,0.296 1.341 6,0.087-0.098-1,-0.085 0.204 1,-0.181 0.335 3,-0.230 0.397 3,-0.246 0.409-5,-0.239 0.388-6,-0.218 0.348 0,-0.189 0.297 0,-0.140-0.459 0,-0.147 0.229 0,-0.107 0.187 1,-0.074 0.146 1,-0.047 0.108 1,-0.095-4.113 16,-0.062 3.344-23,0.045 15.341 13,0.139-1.451-5,0.002 2.345-6,0.001 1.005 1,-0.001-0.577 1,-0.001 1.966 1,-0.001-4.786 1,-0.001 0.646-1,0.000 0.601 0,0.000-0.112 0,0.000 1.097 0,0.000 1.200 0,0.000 1.189 0,0.000 0.282-1,0.000 0.308 0,0.000 0.071 1,0.000-0.092-1,0.000-0.196 1,0.000 0.001 0,0.000-0.484 0,0.000-0.523 0,0.000-0.513 1,0.000 0.298 1,0.000-0.024 1,0.000 0.109 1,0.000 0.186-2,0.000 0.137-1,0.000-0.407-1,0.000-0.528 1,0.000-0.562 0,0.000-0.540 0,0.000-0.484-1,0.000-0.411 1,0.295 2.498 0,0.461 2.156-1,0.534 1.641 10,0.541 1.189-7,0.303 1.236-7,-0.027 0.094 0,-0.184-0.246 1,-0.269-0.439-1,-0.300-0.525 3,-0.445-3.217 2,-0.186-0.289-1,-0.167-0.196 0,-0.146-0.121 1,-0.104 1.287 1,-0.122-0.109 2,-0.092-0.123-1,-0.067-0.124 1,-0.052 0.601-3,-0.032-0.902 0,-0.016-1.028 0,-0.004-1.025 0,0.004-0.941 1,0.333 0.038 0,0.511 0.515 1,0.580 0.826-1,0.576 0.951-1,-0.127-1.190-1,-0.007 0.409 1,-0.111 0.350-1,-0.176 0.288 1,-0.091 1.140-1,-0.269-0.535 1,-0.257-0.757-1,-0.229-0.842 1,-0.195-0.835 0,-0.153-0.448 1,-0.133-0.738 0,-0.097-0.621 0,-0.067-0.498 0,-0.043-0.382 0,-0.015-0.326 1,-0.010 0.254-1,-0.004 0.003 1,0.002-0.167 0,0.007-0.187 1,0.005 0.421-2,0.006 0.564-3,0.006 0.633 0,0.006 0.221 1,0.006-0.076 0,0.005-0.278 0,0.004-0.404 0,0.003 0.303 0,0.004-0.643 0,0.003-0.637 3,0.003 5.790 1,0.001-5.845-1,0.000 0.336-1,0.000 0.428-2,0.000 0.452 0,0.000-0.169 0,0.000-0.461 0,-0.001-0.639 0,0.001 4.387-1,-0.001-0.668 6,-0.001-3.546-1,0.000 0.683-1,0.000 0.479 1,0.000-0.885-5,0.000 0.220 0,0.000 0.200 0,0.000 0.174-1,0.000 1.303 3,0.000-0.605 0,0.000-0.801 0,0.000-0.852 0,0.000 4.069 1,0.000-2.403 1,0.000-1.319 0,0.000 1.279 0,0.000-0.506-1,0.000-1.169 3,0.000-13.100-2,0.000 0.080 0,0.000-5.400-5,0.000 4.667 0,0.000-0.281 1,0.000-0.009 0,0.000 0.163 0,0.000 0.260 0,0.000 0.301 0,0.000-1.693 0,0.000-0.721-1,0.000 0.049 2,0.000 0.539 4,0.000 0.813-1,0.000 0.927 0,0.000-4.543-3,0.000 2.995-1,0.000 2.300 2,0.000-1.033 0,0.000 0.622 0,0.000-0.172 0,0.000-0.268 0,0.000-0.160 0,0.000-5.493 1,0.000-7.115 4,0.000-4.325-7,0.000-2.189-6,0.000-0.624 1,0.000 0.661-1,0.000 1.479 1,0.000 1.934 1,0.000 2.118 0,0.000 2.108 0,0.000 0.535 7,0.000 1.824 5,0.000 1.479-1,0.000 1.150 0,0.000 1.962 0,0.000 0.712-1,0.000 0.559 0,0.000 0.422 0,0.000 0.305-3,0.000-0.667-1,0.000 0.567 1,0.000 0.583 0,0.000 0.546 0,0.000 0.482-1,0.000 0.403 0,0.000 0.322 1,0.000 0.118-1,0.000-1.275 0,0.000-1.280 1,0.000-1.215 7,0.325-3.642-7,0.500-0.101-5,0.568 0.490 0,0.566 0.818 0,0.081 0.449 1,-0.039 0.366 3,-0.172 0.697 1,-0.244 0.858 3,-0.274 0.897 4,0.604 0.429-11,0.382-0.533 0,0.122-0.459 1,-0.063-0.382 7,-0.294 0.560-1,-0.223 0.097-7,-0.253 0.201 0,-0.259 0.264 0,-0.038 0.505 1,0.117 0.646 2,0.220 0.709 0,0.278 0.715 1,0.454 0.086 0,0.329 0.320 2,0.301 0.161-1,0.264 0.044 0,0.162-0.158-2,-0.238 0.349 0,-0.368 0.408-1,-0.429 0.419 1,-0.287-1.427 1,-0.505-0.238 1,-0.442 0.137 0,-0.368 0.360 0,-0.047-4.856-2,-0.584 5.755-2,-0.099-0.218 1,0.190-0.095 1,1.458-4.461-1,1.599 2.978 3,0.109 0.060 0,-0.263-1.929-1,-0.021 0.688-2,0.008 2.865 0,1.780 1.721 2,1.903 4.866 0,-5.096 5.615 1,-1.976 0.371 0,-5.672-2.339 0,-0.911 3.748-8,2.928-1.351 7,-0.033 0.859-1,0.000 0.522-3,0.064 0.201 1,0.099-0.013 2,0.110-0.142-3,0.364-0.759 2,0.068-0.164 0,0.046-0.142 1,0.029-0.117-1,0.017-0.093 2,-0.158 0.491-1,0.087 0.113 1,0.099 0.141-1,0.100 0.146 0,0.092 0.137-1,0.078 0.120 1,0.090-0.226-1,-0.023-0.106 1,-0.048-0.143-1,-0.059-0.155 1,-0.061-0.150 0,0.060-0.391 1,-0.057-0.089 0,-0.055-0.060 0,-0.049-0.037-1,-0.043-0.019 0,-0.066 0.411 0,0.430-0.377 1,0.502-0.438-1,0.156 0.537 0,-2.593 2.219 3,-0.183 0.542 1,0.515 1.150-4,0.027-1.361-2,-0.142-3.027 1,-1.697-0.875 3,1.553-1.030-1,-0.316 0.663-1,-0.007 0.458 1,0.185 0.294-2,0.286 0.169-1,0.634-0.238 1,0.631-0.237-1,-1.281 4.242-1,2.196-1.675 6,1.299-0.906 0,0.695 0.091-1,0.352 1.408-1,0.188 3.480-2,-0.098-4.708 0,-0.011 0.009 0,-0.031-0.973 0,0.066 4.987 0,-0.073-1.650 1,0.365-1.932 2,5.096-5.159-1,-0.052-8.242-1,-1.234 1.081 1,-0.036 0.240-1,-0.047 0.224 0,2.003-1.315 0,-1.101 2.301 0,1.644-0.500 0,1.096-0.606-1,-0.056-1.579 0,-0.604-1.747 0,-0.604-1.053 0,0.491 0.328 0,1.054 0.777 0,0.443 0.975 1,-1.487 0.579 0,-2.017 0.131 0,-0.366-0.621 3,0.685 0.621-1,1.237 0.613-2,0.636 0.810-1,-0.334 1.350 1,-0.360 1.204 0,-0.390 0.969 1,0.143 0.642 0,1.014 0.021 0,0.930-1.838 0,-0.472-2.038-2,-2.091-1.209 1,-2.169-0.745-1,0.027-1.038 2,1.121 3.032 0,1.841 1.034 1,1.080-1.524-2,-2.364-0.471-1,-1.658-1.311 0,-1.056 0.536 1,0.610-0.274 1,1.227-0.562-2,0.863 0.020 0,0.052 0.768 0,-0.163 0.673 1,-0.735 0.373-1,-0.680-1.634 1,-2.538 0.539 2,-1.192-1.484 0,-0.256 0.364-1,0.160 0.206-1,0.102-1.100 0,0.030 1.250 0,0.003-0.137 0,-0.003-0.094 0,-0.004 0.396 0,-0.001 0.437-1,0.000 0.011 1,0.000-0.819 1,0.000-1.008-1,0.000-1.040 0,0.000 2.595 0,0.000-0.046-1,0.000-1.686 0,0.000 1.096 1,0.000 0.450 0,0.000-1.759 1,0.000-0.270-1,0.000 2.511 0,0.000-1.534 0,0.000-1.058-1,0.000-0.884 0,-0.840 1.136-1,-1.657 2.366 1,-3.691 1.333 4,-0.855 3.405-1,0.183 1.508-2,-0.162 0.377 0,-1.194-0.070 0,2.063-0.220 1,-0.222-0.071-2,-0.971 1.205 0,-0.323 2.301 0,0.742 1.575 1,1.284 0.790 0,1.213 0.261-1,0.862-0.007 0,0.501-0.106 0,-2.221 3.004 0,-0.185-1.344 0,-0.929 0.492 1,-0.418-0.293 1,0.634-0.945-3,0.099-0.042 1,0.190 0.033-1,0.242 0.082-1,-0.022 0.516 2,0.305 0.107 1,0.291 0.089 1,0.264 0.072-1,0.614-0.495 0,0.572-0.425 0,0.608-0.518 0,0.596-0.548 0,-2.586 4.999 2,1.190-5.833 0,-0.442-0.385 4,-0.253-0.293-4,-2.942 3.090-4,1.854-0.194 0,2.006-0.090 3,2.800-0.852 1,7.322-4.125 1,-0.286-3.019-1,0.228-3.634-2,-1.979 0.150-1,0.520-1.998 0,0.287-1.879-1,0.345-1.231 0,0.985 0.539 0,1.009 1.364 1,0.781 1.286 0,0.667 1.455 0,-0.167 1.948 1,-2.661-0.135 3,-1.728-2.894 1,1.148-3.328-4,2.874 1.633-1,-0.591 2.668 0,0.519-0.144 1,1.158-0.339-1,-0.254 1.243 1,0.468 1.261 1,-0.657 1.404 0,-0.574-0.053-1,-0.904-1.320 1,-0.667-1.092-1,0.475 0.490 0,1.036 1.015-1,0.507 0.907 0,-1.800 0.179 0,-0.995-1.100 1,-3.989-4.194 2,2.825 1.325 2,0.728 0.807-3,-1.998-1.847-2,-3.081-0.433 0,-0.708 0.007 2,1.354-0.324-1,1.838 1.008-1,1.153 0.815 0,-0.750 0.222 0,-1.489-1.166 2,-4.071-1.033 1,-5.090 4.304-1,-0.235 2.112-1,-1.209 0.571-2,-0.378 0.285 0,0.670 0.102 0,0.893 0.008 1,1.125-0.250 2,0.203-2.708 1,0.784-3.280 0,-2.450 2.633-2,-2.398 1.279-1,-0.316 1.072 0,2.625 0.716 0,0.116 0.270 1,-0.018 0.151 0,-0.078 0.067 1,-2.094 0.040-1,-0.439-0.025 0,-0.286-0.038-2,2.341 0.827 1,2.084 1.776 0,1.744 3.313 5,1.962 1.873-2,-0.503-1.093-2,-1.519-1.488 0,-1.515 1.772-1,-0.522 3.439-1,3.664-3.557 1,0.358 0.675 0,0.397 0.359 0,0.396 0.128 1,0.277 0.772-1,0.393-0.375-2,0.320-0.497 1,0.037-1.468 0,-0.245-0.060 4,-0.354 0.051 1,-0.407 0.123-1,-0.623 1.365-2,0.034-0.425-1,0.216-0.576 1,0.305-0.616-1,0.332-0.467 2,-0.407 5.032 1,0.939-0.578-2,0.562-0.929 0,0.242-1.314 0,0.093-0.666 0,0.032-0.867 7,0.075-12.949-3,-0.207-0.711-3,0.000 0.915-3</inkml:trace>
</inkml:ink>
</file>

<file path=ppt/ink/ink3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1:48"/>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9674.318 4502.000 767,'0.000'6.174'0,"0.000"0.443"0,0.000-0.089 0,0.000 0.003 0,0.000 0.666-9,0.000-0.855 10,0.000-0.011 0,0.000 1.746-2,-0.168 1.103-1,-1.001-1.334 0,-2.805-0.662 2,-1.779-1.165 2,0.954 0.564 1,-1.112 1.345-4,-0.348 0.019-2,0.642-1.278 1,0.675-1.193 2,0.907-0.049-1,1.263 2.180 2,1.006 0.625 2,0.783 0.297-2,0.624-0.151-3,0.361-0.825 1,-1.021 0.295 2,-3.944-3.647 1,-2.400-3.760 1,1.300-0.754-3,-0.085-0.286-1,1.018-5.567 0,3.983-2.458-1,1.025 1.934 1,0.203-0.292 0,0.053-0.074 0,0.884-2.870 0,1.707-1.138 4,1.092-0.114-2,-2.051 4.302-3,-0.153-0.846 1,-0.203-0.683 1,-0.223-0.531 0,0.025-0.603-3,0.117 0.073 1,0.204 0.256-1,0.247 0.358 1,0.258 0.401 0,0.552-0.442 3,0.339 0.291-1,0.298 0.230 1,0.248 0.173 0,-0.404 1.132-1,-0.278 0.543 1,-0.372 0.582-1,1.202-4.292 2,-0.077 0.554 1,0.989 1.228 0,-0.311 1.589-2,-0.982 0.704 0,-1.169 0.483 0,0.879-0.804 0,3.979 2.815 1,-0.396 5.849-1,-5.481 4.059-1,-1.365 0.250 0,0.235 0.737 0,0.065 1.506-1,0.010 1.859 1,0.004 0.920-2,-0.001-4.390 0,0.000 0.454 1,0.000 0.190 2,-0.001 0.010-2,0.199-0.580-1,0.320 0.562 0,0.381 0.690-1,0.398 0.732 1,0.385 0.715 1,0.563 1.640 0,0.336 0.591 0,0.261 0.428-1,0.192 0.292 1,0.136 0.183 0,-0.197-0.792-1,0.142 0.808 1,0.149 0.961 0,0.145 1.007-1,0.106 1.408 1,-0.317-0.197 0,-0.425-0.579 0,-0.466-0.789 0,-0.462-0.873 0,1.285 0.466 2,0.762-0.725 0,0.483-0.591 11,0.270-0.460-3,-0.143 0.185-13,-0.511 0.253 0,-0.648 0.397 0,-0.712-0.421 3,-0.623-0.544 2,-0.551-0.707 0,-0.462-0.752-1,-0.393-1.876 1,-0.242-1.014 0,-0.184-1.002-1,-0.132-0.927 1,0.030 5.037 3,1.184 0.431 2,1.638-0.989-3,2.121-1.353-5,1.075-3.532 0,-0.032-3.012 4,-0.025-1.678 0,0.916-0.998 0,-0.110-1.241-2,-1.107-1.030 0,0.958-2.228-1,-1.485-0.767 0,-2.062-1.252 1,-1.718-2.763 2,0.585-2.816-1,-0.397 5.019-2,0.388-0.274-1,-0.224 0.968 0,-0.082 0.052 1,-0.163 0.087-1,-0.207 0.105 1,0.664-5.638 0,-1.255 4.980 1,-0.216-0.374 0,-0.177-0.441 1,-0.138-0.448-2,-0.103-0.417 1,-0.071-0.783-1,-0.045-0.331 1,-0.028 0.187-1,-0.016 0.505 1,-0.002 0.776 3,0.001 0.220-1,0.004 0.127-4,0.006 0.057 0,0.004-0.471 2,0.009 0.729 1,0.009 0.836-1,-0.005-4.026 1,0.019 2.534 1,0.011 1.037-1,0.004 0.095-1,0.001-0.269 1,-0.001-1.044-1,-0.001-2.340 0,0.000-0.243 2,-0.002-0.209-3,0.000-1.236-1,-0.356 5.161 1,-0.540 0.772 1,-2.688-3.098 0,-0.626 1.833 3,0.797-1.662-1,1.185-1.253-3,1.031 0.131 0,0.710 1.264 2,0.378 0.940-1,0.188 0.368 0,0.065-0.063 1,-0.017 0.046-1,-0.042-0.063 0,-0.040 0.472 0,-0.024 0.647 0,-0.014 0.119 0,-0.008-0.386 0,-0.003-0.307 0,0.000 0.042 1,0.000 0.455-1,0.002 0.516 0,0.000 0.057 0,0.002 0.055 0,-0.356 0.052 1,-4.125-0.176 0,-0.509-1.328-1,2.043-4.347-2,1.743 4.308 0,0.295 0.134 1,0.258 0.447 0,0.214 0.601 0,-0.687-4.593-1,0.145 5.000 1,-0.344-0.487 1,-0.347-0.520-1,0.018 0.397 1,0.013 0.044 0,0.096 0.167-1,0.148 0.244 1,0.116-0.282 0,0.211-0.039 0,0.206-0.117 2,0.191-0.163 0,0.134-0.625-3,0.173 0.389 1,0.138 0.528 0,0.059-4.741-1,0.198 2.656 3,0.072 0.797-1,0.019-0.074 2,-0.019 0.113-1,-0.024 0.345-2,-0.020 0.930 0,-0.068 12.462 0,0.009 0.458 0,0.001 1.034 0,0.000 0.964 2,0.000-1.063-3,0.000 0.973 0,0.000-2.160 0,0.000 1.187-1,0.000 0.447 2,0.000-0.066 2,0.000-0.396-3,0.000-0.583-1,0.000 0.657 0,0.000 0.545 0,0.000 0.357 1,0.000 0.210 5,0.000 0.100-2,0.000 0.020-4,0.000-0.034-1,0.000-0.067 1,0.000-0.084 1,0.000-0.090 1,0.000-0.087 0,0.000-0.081 0,0.000 0.703 0,0.000-0.497 0,0.000-0.568 1,-0.774 3.434 0,-1.655-1.411 2,0.242-2.836-2,-0.049 0.500 0,0.157 0.120 0,0.368-0.591 0,0.278-0.202-1,0.284-0.245-2,-0.244 3.904 0,0.613-0.939 4,0.435 0.033-1,0.270 1.140-1,0.144 0.696-1,0.058-0.286 0,-0.050-3.948 0,-0.005 0.606 2,-0.008 0.296-1,-0.010 0.074 1,-0.010-0.077 0,-0.010-0.456-3,-0.008-0.305 0,-0.007-0.335 0,-0.006-0.334 0,-0.005-0.312 1,-0.004-0.277 2,-0.003 5.568 0,-0.005-0.083-1,-0.003 0.253 1,0.000-1.271 0,0.002-2.178 0,0.002-1.920 0,0.001 0.618 0,0.001 4.095 2,0.000-5.057 0,0.000 0.096-4,0.000-0.025-1,0.000 4.031-1,0.000-0.756 1,0.000-0.841 4,0.000-1.171 1,0.000-0.982-3,0.000 1.318 1,0.000 3.129-2,0.000-4.241 0,0.000 1.182 0,0.000 0.078 0,0.000-0.190-1,0.000-0.334 1,0.000-0.392 1,0.000-0.392-1,0.000 4.805 1,0.000-1.860-1,0.000-1.369 2,0.000-0.823 0,0.000 3.482 0,0.000-1.411 2,0.000 0.882 1,0.000 0.030-7,0.000-0.952 0,0.000-0.694 1,0.000-0.796 0,0.000-0.802 0,0.000-0.747 0,0.000 4.563 3,0.000-0.657 0,0.000-4.022 0,0.000 0.963-1,0.000 1.003 0,0.000-0.370 0,0.000-0.179 0,0.000-0.402 0,0.000-0.511 0,0.000-0.541 1,0.000 4.780-1,1.086 0.499 0,0.637-3.576 0,0.300 0.762 4,0.059 0.340 0,-0.103 0.041-8,-0.201-0.158 3,-0.252-0.278-2,-0.270-0.336 1,-0.261-0.353-1,-0.238-0.339 3,-0.177 0.156 1,-0.202-0.660 0,-0.155-0.666 0,-0.082 4.023 2,-0.186-2.065 1,-0.075-0.454-2,-0.011-0.408-2,0.025-0.547 1,0.934-0.766-1,3.725-0.758 2,1.008-1.262 0,-2.031 2.278-1,-1.996 0.610-1,-1.165-0.288-1,-0.407 0.735 0,-0.073 2.762 1,-0.009 1.284-1,0.024 0.518-2,0.059-5.636 1,0.008 0.290 0,0.005 0.772 2,0.007 0.101-1,0.006 0.009 1,0.004-0.052 0,0.004-0.088-1,0.003-0.105 0,0.002-0.109 0,0.001 1.653 0,0.001 0.259 0,0.000-0.224 0,0.001-0.505 5,-0.001-0.637 1,0.000-0.667-6,0.000-0.630-1,-0.001 0.660 0,0.000 0.175 0,0.000-0.168 3,-0.001-0.369 4,0.000-0.463 0,0.000 4.990-8,0.000 0.168-1,0.000-4.183 2,0.000 0.222 2,0.000-0.226 1,0.000-0.501 0,0.000-0.646 0,0.000 4.646-2,0.000-1.623-1,0.000-1.608 10,0.000-15.486-7,0.000 0.781-1,0.000-0.274 0,0.000 0.500 1,0.000 0.114-1</inkml:trace>
</inkml:ink>
</file>

<file path=ppt/ink/ink3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1:59"/>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10378.318 5030.000 767,'4.468'-4.468'0,"-0.152"0.153"0,-0.009 0.008 0,0.775-0.776-7,-0.814 0.815 7,1.070-1.071-1,1.338-1.121 1,0.734 0.577-2,0.003 1.630 0,0.240 1.451 2,-1.375 1.540 0,0.911 0.924 1,-0.448 0.182 0,-3.655-5.370 1,-0.365-0.863 0,3.272 2.926-1,-1.343-2.038-2,-1.144-0.396 1,2.457 1.914-1,1.397 3.174 2,-1.026 0.911-2,0.378 0.102 1,-0.220-0.041 0,0.227-0.127-1,-0.437-3.190 2,-2.064-3.015 0,1.458 1.535-2,-1.049 0.470 0,-2.002-2.415 1,2.135-0.215 0,2.707-0.193 0,0.130 1.891-1,-0.794 0.918 0,-0.413-0.008-1,0.223-0.780 2,0.654-1.326-1,-0.313-0.082 2,-0.707 1.520-1,-0.312 1.548 0,-0.207 0.899 1,0.192-4.004 1,-3.512-2.146 0,-1.989-0.241-3,-1.584 2.834 0,-4.484 3.229 1,-0.417 3.269 1,-1.428-0.449 0,-0.667 0.961 0,-1.203 2.070-2,3.222-0.637-1,-0.651 0.471 1,-0.503 0.378-1,-0.369 0.290 0,0.523-0.079 1,0.432-0.004 0,0.574-0.067 0,0.622-0.102 0,-3.742 3.015 1,0.086-0.389 1,1.109 0.400 2,1.399 0.399 1,0.694 0.059-5,-0.157 1.443 0,2.897-3.170 1,-3.201 3.929 1,-1.180-0.980-2,2.910-2.941 0,0.240 0.236 1,0.543 0.021 1,-1.912 2.882-2,1.067-2.430 0,-1.322-1.302 2,-2.867 1.146 3,0.278 2.733-4,4.318-3.408 0,0.154 0.328-2,0.177 0.263 0,-1.686 3.542 0,3.064-3.342 0,7.896-2.015 6,1.014-4.738 1,0.482-4.064-4,-1.460 0.082-2,1.442-1.649 0,1.150-1.272-1,-3.631 3.592 1,1.889-0.369-1,1.014 0.071 1,0.574 0.153-1,0.253 0.192 5,0.032 0.201-1,0.483-0.089-5,-0.031 0.095 0,-0.062 0.059 1,-0.072 0.031 1,-2.042 0.482 1,-0.731-0.428 0,-0.826-0.536 1,-0.841-0.577-1,-0.115-0.957 2,-0.458 0.403-2,2.792-3.305 1,0.103 2.137 4,0.498 0.494-4,0.524 0.880-1,0.397 1.708 1,0.248 0.440-1,0.127-1.068 1,-0.535-0.028-2,-0.326 0.930 1,-0.241 1.138 0,-0.692 1.021 0,1.478 0.658 0,-1.251 0.473 1,-0.502-1.823-1,-0.093-2.327 0,-0.436-1.253 0,-1.862-0.933 0,-2.950 0.168 1,-1.297 0.244-1,-5.511 4.577 1,-0.122 1.500 0,-2.568-0.104-1,1.229 0.004-1,-4.400 0.001-1,4.780 0.000 1,-0.382 0.000 1,-0.150 0.000 0,1.032 0.199-2,0.694 0.321 0,-3.515 1.681-1,3.033 1.494 4,1.537 0.095 2,-2.930 0.303 1,-0.660-1.222-3,-0.816 0.948-2,0.218 1.110-2,0.319 1.158 1,0.335 0.915 2,0.269 0.611 1,0.184 0.348-1,0.105 0.159 0,0.163-0.069 0,0.425-0.427 0,-0.153-0.240 0,-0.387-1.708 0,0.727-2.191 0,0.979 0.455 1,0.361 1.736-1,0.285 1.415-1,0.008-0.642 1,-0.177-1.582-1,0.122 0.562 2,1.578 2.535 1,1.484 2.928-2,1.434 0.046 0,0.838-2.046 0,0.378-2.069 0,0.235 0.218 0,0.008-0.781 1,-0.194 0.188 0,-0.085 1.216 0,-0.021-0.538 1,-0.002-0.220-3,-1.334 1.289-1,-0.710-2.546 3,-0.267 0.729-1,0.029 0.138 0,0.211-0.238-3,0.304-0.449 2,-0.752 4.449-2,1.140-1.221 2,0.796-0.230 5,0.469 0.344-2,0.211 0.524-3,0.035 1.189-1,-0.007 0.840 2,-0.021 0.066 3,-0.031-0.598-6,-0.031-2.004 2,-0.018-1.363 2,-0.010 0.452 0,-0.006 2.027 0,-0.001 2.001-2,0.002-5.488 0,0.000 0.360 0,0.000 0.290 0,0.001-0.170 0,0.000 0.180 0,0.000 0.153 0,0.000 0.125 0,0.001 0.223 1,0.000-0.412 0,0.000-0.526 1,0.000-0.561-1,0.000 0.250 0,0.000 0.196 2,0.000-0.065 0,0.000-0.233-1,0.000 0.083 1,0.000-0.272-3,0.000-0.255 0,0.000 5.543-1,-1.063 0.353 1,-0.629-4.768 1,-0.302 0.603 0,-0.065 0.402 1,-0.199 1.284 0,0.276-0.518-3,0.344-0.765-1,0.354-0.848 1,0.388-0.180 2,0.239 0.077 3,0.202-0.199 0,0.162-0.361-1,0.131-0.797 0,0.079 0.040-3,0.058 0.143-1,0.041 0.204 1,0.039 1.385 1,0.018 0.215-1,0.006 0.134 1,-0.003 0.072 0,-0.008-0.064-1,-0.011-0.355 1,-0.011-0.424-1,-0.012-0.317 1,-0.009-0.048 2,-0.008 0.052 0,-0.007 0.109-2,-0.005-0.217 0,-0.003 0.157-1,-0.002 0.167 0,-0.002 0.161 1,-0.001-0.489 0,0.000-0.379 0,0.000-0.476-1,-0.002 4.575 1,0.002-3.928 1,0.000 0.304 1,0.001-0.087 0,0.000-0.315-1,0.000-0.535 0,0.001 0.328-3,0.000 0.077 1,0.000-0.097 1,0.000 0.389 1,0.000 0.102 0,0.000 0.141-3,0.000 0.157 0,0.000-0.180 1,0.000-0.006 1,0.000-0.042 0,0.000-0.063-1,0.000-0.073 1,0.000-0.018 0,0.000-0.345-1,0.000-0.391 1,0.000 5.323 0,0.000-1.904 4,0.000-2.254-3,0.000 3.500 0,0.000-4.321-1,0.000 0.594 0,0.000 0.068-1,0.000-0.266 1,0.000-0.683 0,0.000 4.672-3,0.000-1.810 2,0.000-1.593 4,0.000-1.321 0,0.000 1.483-2,0.000 0.189 0,0.000-0.550 4,0.000-0.798-7,0.000-12.490 3,0.000-0.050 1,0.000-2.578-4,0.000 2.421 1,0.000-1.623-1,0.000-0.836 0,0.000-0.872-1,0.000-0.634 1,0.000-0.436-1,0.000-0.277 1,0.000-0.154 0,-0.171-1.368-1,-0.273-1.284 1,-0.324-0.653-1,-0.338-0.192 11,-0.323 0.126-6,-0.295 0.330-6,-0.385-4.290-2,0.112-0.500 1,0.239 0.498 0,0.298 1.065 12,0.308 1.320 0,0.370 2.961-11,0.192 0.502 1,0.166 0.288-1,0.137 0.126 2,0.109 0.010 2,0.084-0.066 1,0.067-1.892-1,0.051-0.375 1,0.029-0.353-1,0.015-0.312 1,-0.001 0.487 0,-0.003-0.247-1,-0.007-0.236 1,-0.009 0.495 0,-0.009 0.927 0,-0.009 1.135-1,-0.008 1.185 1,-0.007 1.129 0,-0.006 1.992 0,-0.004 0.907 0,-0.003 0.817-1,-0.002-4.827 4,-0.005 0.441 5,-0.002-1.389-8,0.003 6.025-2,-0.002-5.006 0,0.002 1.980 2,0.000 1.218-1,0.002 0.284 2,0.000 0.749 0,0.000 1.093-1,0.000-2.693-1,0.000 1.423 5,0.000-0.020-7,0.000 13.402 4,0.000 0.771-1,0.000-0.634-2,0.000 1.726 0,0.000 0.694 1,0.000 3.438-2,0.000-5.750 1,0.000-0.031-1,0.000-0.174 1,-1.178 1.512-1,-0.668 0.788 1,-0.291 0.473 1,-0.029 0.236 1,-0.095-0.051 0,-0.130-0.230-4,-0.143-0.328 1,-0.140-0.367 0,-0.129-0.365 1,0.021 1.223 1,0.306 0.361 0,0.388-0.011 0,0.409-0.244 5,0.390-0.370-3,0.390 0.415-4,0.257 0.776-1,0.212 0.555 0,0.168 0.374 9,0.127 0.229-5,0.093 0.119-4,0.068 2.077-1,0.043 0.611 0,0.022 0.128 0,0.006-0.185 10,-0.004-0.367-2,-0.010-0.452-7,-0.018 0.407-1,-0.012 0.930 0,-0.011 0.380-1,-0.010-0.010 10,-0.009-0.269 2,-0.008-0.422-8,-0.006 2.293-3,-0.006-0.162-1,-0.004-0.114 1,-0.003-0.075 3,-0.001-0.354 2,-0.001 0.960 1,0.000 0.326-1,0.000-0.113 3,0.000 1.289 1,0.000-0.795-8,0.001-0.925-2,0.000-0.932 1,0.001-2.123 5,0.000-0.261 0,0.000-0.479 1,0.001-0.597 0,0.000 0.217 9,0.000-0.310-12,0.000-0.197-2,0.000-0.110 0,0.000 0.560 3,0.000-0.043 1,0.000-0.036-1,0.000-0.028 0,0.000-1.822 0,0.000 0.083 0,0.000 0.148 0,0.000 0.185 0,0.000 1.665 0,0.000-0.649 0,0.000-0.881 0,0.000 0.514 0,0.000 0.269 2,0.000 0.538 3,0.000-2.677-6,0.000-0.441 1,0.000-0.571-1,0.000-0.631 0,0.000 0.649 1,0.000 0.063 1,0.000 0.274 2,0.000 0.396-3,0.000 1.692-1,0.000-0.105 1,0.000-0.308-1,0.000-0.403 0,0.000-1.870 1,0.000 0.198 0,0.000 0.351 1,0.000 0.434-1,0.000 1.136-1,0.000 0.183 1,0.000-0.331 0,0.000-0.653-1,0.000-0.829 2,0.000 0.843 2,0.000-0.646-3,0.000-0.466-3,0.000-0.315 4,0.000 0.277 0,0.000 0.039 0,0.000-0.389 0,0.000-0.625 2,0.000-0.723-1,0.000-0.639-2,0.000 3.756-3,0.000-2.329 4,0.000 0.345 6,0.000-14.257-4,0.000 0.030 0,0.000-0.840-5,0.000 0.295 0,0.000-0.990 0,0.000-0.600 1,1.179-0.997 1,2.804 0.124-1,0.208-0.134 1,-0.785-0.979-2,-2.138 3.936 0,-0.326-0.086 2,-0.280 0.190 2,1.063-4.479-2,1.603 1.153-3,0.506 0.362 5,-0.555-1.460-1,-1.936 4.868-2,0.546-5.340 0,-0.882 1.706 1,-0.598 1.458 0,-0.355 0.652 1,-0.150 0.433 1,-0.027-0.390-1,0.015-0.980-1,0.026-1.345-2,0.033 0.140 1,0.028 1.512 0,0.017 1.313 2,0.008 0.654 0,0.002 0.204-1,0.000-0.018 0,-0.001-0.093-1,-0.001-3.750 1,-0.002 1.142 1,0.000-0.684 2,0.000 0.182-5,0.000 0.705 0,0.000 0.973-1,0.000 1.061 2,0.000-5.263-3,0.000 4.484 4,0.000-0.966 6,0.000-0.849-2,0.000-0.712-6,0.000-0.571-1,0.000-0.439-1,0.000-1.171 1,0.000-1.089-1,0.000-0.724 0,0.000-0.437 9,0.000-0.219 1,0.000-0.062-10,0.000-2.394 0,0.000-0.305-1,0.000 0.238 0,0.000 0.557 12,0.000-0.006 0,0.000 0.869-12,0.000 0.847 1,0.000 0.758 2,0.000 1.935 4,0.000 1.212-1,0.000 1.195 0,0.000 1.091 0,0.000 0.940 1,0.000 0.771-1,0.000-3.486 9,0.000 17.990-5,0.000-1.272-2,0.000 1.850 2,0.000 2.868-8,0.000-3.687 1,0.000 1.072 0,0.000 0.904 0,0.000 1.068-1,0.000-0.349 0,0.000-0.692 0,0.000-0.841 1,0.000-0.859 1,0.000-0.795 1,0.000-0.688 1,0.000 2.906 0,0.000-1.729 0,0.000-1.195 3,0.000 6.666 4,0.000-4.659-9,0.000 0.487 1,0.000 0.143-1,0.000 1.154-1,0.000 0.514-1,0.000 0.511 0,0.000 0.465 1,0.000 0.397 0,0.000 0.322 1,0.000 0.248 0,0.000 0.181-1,0.000 0.125 1,0.000 0.080 1,0.000-1.825-1,0.000-0.574 1,0.000-0.650-1,0.000-0.655 1,0.000-0.615 1,0.000 0.276 1,0.000-0.390 0,0.000-0.276 1,0.000-0.182-2,0.000 0.607 1,0.000-0.003-1,0.000-0.464 0,0.000-0.718 1,0.000-0.820 0,0.000 4.088-2,0.000-3.282-2,0.000-0.801 2,0.000 0.450 3,4.315-1.996 1,2.119-4.810-2,0.547-3.443 0,-2.188-1.057-3,-0.554-2.731 0,-1.268-2.450-1,-0.670-0.746 0,0.437-0.664 0,0.735-0.245 0,-1.600 5.278 2,-0.118-0.259-1,-0.194-0.295 1,-0.232-0.300-1,-0.333 0.267 1,-0.187-0.600 0,-0.173-0.680 0,-0.154-0.700 1,-0.106-1.572-3,-0.136-0.071 1,-0.105 0.202 0,-0.078 0.368 0,-0.056 0.451-1,-0.035 0.187 2,-0.021-0.147 0,-0.010-0.296 0,-0.003-0.374 0,-0.004-2.028 0,0.008-0.877 0,0.011-0.827 0,0.011-0.279-1,0.010 0.082 0,0.009 0.296 1,0.008-0.937-1,0.006-1.617 1,0.005-1.901 1,0.003-0.577-4,0.002 0.289 1,0.001 0.796-1,0.001 1.042 1,0.000 1.107 2,0.000 1.054 2,0.000 3.164 0,0.000-0.058 0,-0.001-0.309 0,0.000-0.467 0,0.000-3.410-4,0.000 0.114 1,0.000 0.436 0,-0.001 1.632 0,0.000 0.825 1,0.000 0.833 2,0.000 0.775-1,0.000 0.682 0,0.000 0.571 0,0.000 0.459 0,0.000 0.353 0,0.000-0.141 0,0.000-0.065 0,0.000 0.267 0,0.000 0.468 1,0.000-0.465 1,0.000 0.262-2,0.000 0.173-4,0.000 0.104 2,0.000 0.791 1,0.000-0.034 0,0.000-0.083 1,0.000-0.109-1,0.000-2.211 0,0.000-0.777 0,0.000-0.299 0,0.000 0.023 2,0.000 0.329-2,0.000 0.100-3,0.000 0.535 1,0.000 0.784-1,0.000 0.893 7,1.178-0.880-1,0.668-0.294-6,0.291-0.109 4,0.029 0.019 2,0.046-0.799-2,-0.300 0.248-4,-0.353 0.303 1,-0.351 0.310 0,-0.435 1.610 2,-0.190-0.300 1,-0.164-0.453-1,-0.136-0.530 0,0.130-0.073 0,0.302 0.241-1,0.399 0.438 1,0.442 0.545-1,0.250-0.505 1,0.031 0.083 1,-0.094 0.358 1,-0.171 0.520 0,-0.213 0.596 0,-0.059-0.488 0,-0.313 0.756-4,0.207-4.440 0,-0.750 3.165 5,-0.312 0.455 0,-0.184-0.724-2,-0.074-0.020 0,-0.013-2.798-1,0.036 1.615 3,0.023 1.834-5,0.069 13.915 4,0.006 0.288-1,0.000 1.146-2,0.000-0.934 1,0.000 1.554-2,0.000 1.685 1,0.000 1.714 1,0.000-5.885-2,0.000 1.413 0,0.000 0.718 0,0.000 0.302-1,0.000 0.016 6,0.000-0.167 0,0.000-0.270-6,0.000-0.313 1,0.000-0.318 0,0.000-0.296 0,0.000-0.260 0,0.000 3.659-1,0.000 2.582-1,0.000 1.614 20,0.000 0.876-18,0.000 0.338-2,0.000 0.441-1,0.000 0.782 0,0.000 0.423 0,0.000 0.159 5,0.000 2.149 9,0.000-0.815-14,0.000-1.056 0,0.000-1.112 0,0.000-1.051 5,0.000-1.747 0,0.000-0.232 0,0.000-0.008 1,0.000 0.136-1,0.000 0.218 1,0.325 1.002-1,0.500 0.220 1,0.568 0.165 0,0.566 0.116-1,0.229-0.114 1,-0.062-0.659-1,-0.216-0.783 0,-0.293-0.794 1,-0.316-0.734-1,-0.304-0.636 0,-0.319 0.454 0,-0.189 0.889 0,-0.157 0.312 0,-0.126-0.086 7,-0.097-0.341-1,-0.068-0.168-7,-0.045 0.377-3,-0.029 0.157 0,-0.019-0.003 3,-0.013 0.379 13,-0.003-0.667-16,0.003-0.806 1,0.006-0.844-1,0.007-0.596 2,0.009-0.586 4,0.009-0.458 1,0.008-0.343-2,0.007-0.244 0,0.006 0.165-1,0.005 0.586 0,0.003 0.758 0,0.003 0.820 0,0.002-0.383 0,0.001-0.047-1,0.001-0.244 0,0.000-0.361 1,0.001 2.106-1,-0.001 0.297 2,0.000 0.405 1,0.000-2.552-2,-0.001-0.702 0,0.000-0.862 0,0.000-0.919 0,0.000-1.077 0,-0.001-0.392 1,0.000-0.231 2,0.000-0.108-1,0.000-0.230-1,0.000-0.302-1,0.000-0.335 1,0.000 6.521 0,0.000-5.713 0,0.000 0.083 1,0.000 0.139-2,0.000 0.158-1,0.000-0.396 0,0.000-0.491 0,0.000 4.683 2,0.000-2.627 2,0.000-2.180-2,0.000 0.681-1,0.000 0.860 1,0.000-0.936 1,0.000-0.595 0,0.000 0.889-2,0.000-0.770-1,-4.677-2.412 1,-1.672-4.081 2,1.653-3.646-1,4.032-2.939-1,-2.048 0.513-1,-1.023 0.452 0,-0.129-2.451-1,1.010-1.990 0,1.195 0.272 1,0.773 0.596-1,0.523 0.477 3,0.329 0.283 0,0.136 0.529 0,0.021-1.135-1,-0.017-2.132-1,-0.065 4.906 0,-0.008-0.427 1,-0.008-0.357-1,-0.006-0.262 0,-0.007-0.050 0,-0.005 0.042 0,-0.004 0.100 0,-0.003 0.131 0,-0.002-0.147 1,-0.001 0.171 0,-0.001 0.169 0,-0.001 0.156 0,0.000 0.135 0,0.000 0.112 1,0.000 0.089-1,0.000 0.068 0,0.000 0.050 1,0.001 0.034-1,0.000-0.232 0,0.000 0.033 0,0.001 0.037 0,0.000 0.035 1,0.000 0.032-1,0.000 0.339 0,0.000-2.919 7,0.000 15.378-1,0.000 2.069-7,0.000 0.561-2,-0.184 0.668 1,-1.104-0.746 1,-1.371 0.323 2,-1.141-0.385-3,0.221-0.633 0,1.044-0.823 1,1.100-0.749 3,0.713 0.193-1,0.464 0.356-2,0.254 0.344 1,0.089-0.724 0,0.024 0.310-1,0.015 2.049 3,-0.037-0.374 0,-0.036-0.572-4,-0.026-0.499 1,-0.271-0.710 0,-3.049-0.143 1,-2.616-3.573 3,0.634 0.691 0,3.299 2.777-3,-3.149-2.927 1,-0.396-1.383-1,1.439 3.708 0,3.175-0.140 0,0.929 1.153 0,0.217-0.977-1,-0.108 0.664 1,-0.133-0.190 0,-0.898-0.397 1,-5.844-4.804-1,0.296 1.591 0,4.160 4.004 0,-3.379-1.786 0,-0.696-4.356 1,-0.078-0.736-1,-1.314-0.105-2,3.232 3.962 2,3.271 2.592 2,1.678-12.851 0,-0.386-1.468-1,-0.036 0.059-4</inkml:trace>
</inkml:ink>
</file>

<file path=ppt/ink/ink3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3:05"/>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9450.318 2374.000 767,'0.000'6.101'0,"0.000"0.119"0,0.000 0.792-5,0.000 0.321 5,0.000-1.235-1,0.000 1.107 0,0.000 2.315 0,0.000 0.196 0,0.000-0.619 0,0.000-1.052-2,0.000-1.216 3,-0.224-0.765 1,-2.629 2.240 0,-0.807-3.040 0,0.163 0.137-1,0.726 1.431 0,0.926 1.462-1,-2.638 1.376 1,-0.561-0.900 1,1.118-1.248 0,-1.749-1.039-3,-0.091-0.354 4,1.313 0.925-1,0.626 2.373-3,0.043-0.126 3,-0.169-1.168-3,-0.087-1.578 0,-0.653-0.442 0,-0.765 0.249 4,0.647 0.313-1,1.600-0.099 0,1.471-0.321 0,0.955 0.001-1,0.574-0.091 1,0.275-0.057-1,0.100 0.094 1,-0.942-0.125-2,-3.868-0.608 2,0.881 0.122 0,0.723 2.433 0,0.175 0.781-2,-0.764-0.247-2,-0.730-0.551 2,0.579-0.265 1,1.270-0.625-1,1.026-0.425 2,0.364 1.022-1,-0.790-0.863 1,-3.151-1.303 0,1.498 0.244-1,0.900 2.480 3,1.019 0.642-4,0.839-0.743-1,0.531-1.030 1,-0.396-0.732 1,-1.222 0.921 0,-1.285 1.135-1,-0.344 0.387 0,0.620-0.351 0,0.596-0.304 2,-0.629-0.422 0,-1.085-0.643-1,0.025-1.048 0,0.901-0.917-1,0.465 1.243 2,1.674 1.063 1,1.018-0.604-1,-1.162 3.227-1,-0.325-4.092 0,-0.597 0.100 0,-1.788 3.896-2,0.584-1.549 0,0.970-1.525 1,0.896-0.984 2,0.585 2.064 0,0.776 1.129 1,0.133 0.928-1,-0.005 0.268-2,-0.390-1.781-1,-0.711-2.124 0,-1.659-0.051 2,-2.075-1.031 1,0.138-0.568 0,2.590 1.010 0,1.113 1.962 1,0.742-1.363-1,0.268-0.009-2,-0.780-0.039 1,-1.524-0.555-1,-1.369 2.074 0,-0.131 0.221 0,0.773-0.972 0,0.999-1.320 1,0.577 0.841 1,1.065 0.406-1,0.396-0.906 2,0.034 2.226 0,-0.085 0.168-2,-0.068-0.582-1,-0.028 0.763 1,-0.009-0.696 0,0.001-1.723 0,0.002 0.786-1,0.003 0.451 1,0.000 0.272 1,0.000-0.810-1,0.000 0.699 0,0.000-0.822 0,0.000 2.951-2,0.000-0.167 2,0.000 0.600 1,0.000-0.904-3,0.000-1.201-1,0.000-1.271 4,0.000-0.472-1,0.000 0.686 1,0.000 0.456 1,0.000-0.306-1,0.000-0.519-2,0.000-0.531 1,0.000 3.274 1,0.000-0.562-1,0.000 0.289 0,0.000-0.679-1,0.000-1.415-1,0.000 0.732 1,0.000-0.560 2,0.000-0.290 1,0.000-0.046 0,0.000-0.851-1,0.000 0.603-1,0.000-0.568-1,0.000 1.373 0,0.000 0.050 1,0.000 0.362-1,0.000 0.500 1,0.000 0.521 0,0.000-0.837-1,0.000-1.305 1,0.000 1.152 0,0.000-0.262 0,0.000-1.369 1,0.000 2.102 0,0.000-1.597-1,0.000 0.985 0,0.108-0.359 1,1.256-1.047-1,3.715-2.863 1,1.043-3.513-1,-2.607 5.116 1,-3.304 1.346-1,5.632-2.827 1,1.216-1.556-2,-3.962 4.025 1,-0.569 0.542 0,3.849-4.618 1,1.895 2.283-2,-1.472 0.510-1,-0.742 0.139 1,-0.941-0.318 0,-0.769-0.407 0,0.857 2.332 0,-3.216-0.888 2,0.908 2.300 1,0.848-1.699-1,1.677-0.583-2,1.351-1.009 0,-0.527 0.180 1,-1.540 0.708 0,-0.042 0.862 0,0.713 0.663 0,0.571 0.144-1,0.341-0.141 0,-0.087 1.546 0,0.108-0.413 2,0.160-0.521 1,-0.101 1.709-3,-0.339-0.324 2,0.708-0.046-4,-2.245-3.729 1,0.339 0.151 2,0.110-0.056 2,-0.046-0.188-1,-0.046 0.266-3,-0.645-0.097 0,-0.735-0.067 1,1.323 5.229-1,-2.323-0.253 3,-1.558-1.753 0,-0.847-2.177 0,-0.515 0.130 1,0.208-0.428-1,3.946 0.227 1,0.640-0.516-1,-0.715-0.114 0,-0.479 1.907-1,1.295-0.820 1,0.271-2.127 0,-0.941 0.243-1,1.008 0.942-1,1.086-2.830 1,-0.563 0.298 1,-1.457 2.654 0,1.642-1.305-1,1.150-2.248-1,0.196-1.772 1,-0.758-1.047 0,0.011 0.410-1,-0.039 0.019 2,0.168-0.004-1,0.752-0.001 0,-0.316 0.000 0,-0.526-1.828-1,-5.127-4.634 3,-1.035-0.214-1,-0.053-0.597-2,0.021-0.535 0,0.035 1.535 0,0.023-0.282 0,0.011-0.729 1,-0.120 0.449 1,-1.412 0.433 1,-1.644 1.031-3,-0.940 0.710 0,-0.499 0.144 0,-0.987-0.878 0,-0.583-0.795 1,1.741-0.127 1,2.323 0.074-1,-0.506-0.863 0,-5.072 4.241 2,0.110 2.415-1,-0.660 0.541-3,0.903 0.115 1,1.152-0.062 1,0.240-1.456 0,3.413-5.049 2,2.110-0.280-1,0.525 0.515-1,0.029-0.852-2,-4.502 2.322 2,-2.557 4.273 1,2.456-5.132 0,4.171-1.197-1,0.466-0.508 0,-0.037 0.042-1,-0.085-0.105 0,-0.395-0.506 1,-4.132 3.575 0,-2.489 1.381 1,-0.311-1.053-1,0.896-1.004-1,2.309-1.583 0,-0.316 0.090 1,-3.615 1.512 0,-1.033 0.652-1,2.136-0.814 0,3.179 0.074 2,1.565-0.935 0,-0.043-2.019 0,-1.329-0.478-2,-1.950 0.781 0,-1.366 2.532 1,0.373 1.730 0,-0.156-0.242 1,0.018-0.537-2,0.516 0.533 1,-1.739 0.173 0,1.348 1.802 0,1.479-3.330 1,1.370-0.586 0,-2.500 1.511 1,0.469-0.796-2,3.771-1.866-1,2.074-0.948 1,0.053 0.750 0,-2.483 0.238 1,-1.804 0.685-2,-0.127 0.183 0,0.145-0.705 1,2.255-0.133-1,2.069 0.347 0,-0.131-0.731 2,-1.063 0.862 0,-4.351 1.825 1,-1.646 2.819-2,4.280-6.468 0,2.107-0.587 0,0.485 2.100-1,0.156-2.184-1,0.015 1.423 2,-0.053 1.184 0,-0.046-0.196 1,-0.033-0.407 0,-0.003-0.901-1,-0.290 0.234 1,-5.775 2.387-1,0.289 2.170 0,1.759-2.789-1,3.800-1.006 0,0.468 0.343 1,-0.320-0.620 1,-4.230 2.483-1,-2.845 0.762 1,3.883-2.960-1,1.987-0.201 0,1.115-0.368-1,0.444-0.017 0,-0.167 0.081 1,-0.088 0.445 0,-0.022-0.132 1,-0.007 0.343-2,0.002 0.247 1,0.001-0.815 1,0.003-1.446-1,0.000 1.917 0,0.000-0.202 0,0.000-0.083-1,0.000-0.435 0,0.000-0.261 0,0.000-0.344 2,0.000 0.691-1,0.000 0.729 0,0.000-2.074 0,0.000-0.022 1,0.000-0.057-1,0.000 2.024 0,0.000-0.912-1,0.000 0.414 0,0.000 0.447 1,0.000-1.213 0,0.000-1.979 0,0.000-1.284-1,0.000 0.052-1,0.000 1.928 0,0.000 2.117 2,0.000-0.513 2,0.000 0.998-1,0.000-2.005 2,0.000 1.675-1,0.000-0.837-3,0.000 0.074 0,0.000-0.120 1,0.000-0.291 0,0.000 0.605-1,0.000 1.168 1,0.000-1.642 0,0.000-0.156 0,0.000-1.160 1,0.000-0.339 0,0.000 0.655-3,0.000-0.160-1,0.000-0.012 3,0.266-0.194 1,1.610-1.498-1,-0.174 4.704 0,0.524-1.222-1,-0.013-0.178 0,-0.198-0.025 0,-0.294 0.071 0,-0.328 0.123 0,0.679 0.915 1,0.404 0.068 0,0.097 0.032-1,-0.111 0.007 5,-0.240-0.010-3,-0.006-0.045 0,0.010 0.361-3,2.497-4.584 0,-0.078 1.331 2,-1.001-0.985 2,-0.648-0.741 0,0.520 0.029-3,1.232 0.180-1,-1.836 4.955 2,0.277-0.285 0,0.237-0.322 0,-0.007 0.517-1,0.152 0.470 0,3.934-3.335 0,0.581 0.599 2,-2.510 0.555 5,-2.338 0.162-5,-1.467 0.166 0,0.231 0.369-2,1.036 0.112 1,1.263-0.078-1,0.716 0.422 1,0.373 0.404 0,-0.197-0.240 0,-1.536 0.020 0,-1.547 0.134 1,-0.881-2.237 0,-1.147 0.761-1,-0.232-0.161 0,-0.022-2.060 1,0.030-0.036-1,0.042 0.842-2,0.039 1.121 0,0.029 0.765 2,0.022-1.255 1,0.018 1.700 0,3.079 0.668 1,4.018 3.296 0,-3.245-2.998-2,-2.387-1.848 0,-0.772-2.506-2,0.479 0.887 0,1.714 2.019 0,1.100 1.549 3,0.813-1.396 2,-2.552 1.190-3,0.985-2.003 0,1.325 0.906-1,-0.450 0.584 1,-1.300 0.210-1,-1.266-0.091 1,-0.853-0.580 1,-0.516-0.907 0,-0.255-0.339-1,-0.042 1.295 0,0.002-0.299-1,0.015-0.941 1,0.034 0.256 0,0.147 0.334 0,1.396-0.064 0,4.060 4.148 1,0.761 3.053 0,-3.678-5.499 0,-2.385-1.833 0,-0.336 0.994-2,-0.009-0.594 0,0.044-1.104 0,0.039 0.769 3,0.031 13.918 1,-2.758 0.516-2,-3.512-1.016-4,0.818-2.840 2,-2.308 0.532-1,-0.673 0.996 0,-0.591 1.513 1,0.182 0.974 0,1.840-1.677 1,-0.079-1.171 0,-0.839 0.706 0,2.336 0.801 3,0.637 0.591-3,-0.372 0.537 0,-0.604 0.318-2,-0.948 0.325 1,-0.793-1.191 0,-0.628-1.060 1,1.431 2.100 0,2.709 2.389 0,2.080 0.417 0,1.292-0.333 0,0.699-0.623 0,0.297-0.376 1,0.063-0.291 0,-0.025-0.708-1,0.345-0.341 1,5.135-5.158 0,0.589-2.427 0,0.347 0.000 0,-0.900-1.948 0,-0.357-4.466-1,-0.762-0.013 0,0.458 0.570-2,0.941 1.022 0,1.443-0.798 1,-2.133-0.275 3,-0.717-0.056-2,1.233-1.227 0,1.477 0.565-2,0.701 1.796 1,0.371 0.005 2,-0.429-0.548-2,-0.389-0.648 1,0.088-2.011-1,-3.810 2.516 1,0.025-0.413 0,0.022-0.122 1,0.269-0.055-1,-0.115 0.787-2,3.644-2.496-1,-1.193 3.327 5,-0.317-1.478 3,-0.667 1.858-4,1.464 1.146 1,2.828 0.524-2,-0.679 1.152-3,-1.271 0.777 2,1.640 0.426 1,-0.085 0.181 1,-1.614 0.047 1,-1.804-0.018-4,0.521-0.011 1,0.287-0.070 0,-0.697-1.086 3,0.907-2.080 0,0.479-1.839-3,-0.444-0.792 0,-0.614-0.208 1,-0.343 0.792-1,-0.083 1.629 0,0.174 1.238 3,0.183-0.450-1,0.022-1.135-1,1.209-1.180-1,2.679-1.244 0,-0.529 0.071 0,-2.145 0.228-1,-2.623 0.419 2,-0.323 0.043 1,2.511 1.886 3,1.584 1.381-2,0.284 1.169-4,-0.739 0.775 0,1.933-2.661 2,-4.535 0.931 0,0.058-0.015 1,3.824-1.089-1,-0.411 0.747-3,1.497 0.567 3,-0.918 0.940 1,-1.314 0.599 0,-1.243 0.308-1,-0.963 0.124 1,2.061 0.027 0,-1.218-0.030 3,-14.182-0.006-2,0.367-0.106-4,-0.362 0.000 1,-1.999 0.000-1,2.297 0.000 1,-1.838 0.000 0,2.282 0.000 0,-0.625 0.000 0,-0.184 0.000 0,0.122 0.000 1,-1.765 0.000-1,-0.682 0.000-1,-0.328 0.000 0,-0.079 0.000 4,0.088 0.000 0,0.187 0.000-5,-0.354 0.000 1,0.557 0.000-1,0.598 0.000 0,0.571 0.000 1,0.505 0.000 4,0.482 0.000 0,0.105 0.000-1,-0.006 0.000 1,-0.073 0.000-1,-0.186 0.000 0,0.098 0.000 0,0.137 0.000-1,0.149 0.000 1,0.143 0.000-1,-3.868 0.000-1,0.948 0.000 1,3.522 0.000 1,-0.764 0.000 2,-0.904 0.000-2,-0.909 0.000-2,1.414 0.000 0,0.242 0.000-1,0.410 0.000 1,0.497 0.000 0,-5.280 0.000 0,2.245 0.000 4,2.547 0.000-2,-0.451 0.000 1,-0.690 0.000 0,-0.283 0.000 0,1.862 0.000 0,0.030 0.000-2,-0.149 0.000-1,-0.474 0.000 6,0.134 0.000-9,13.633-0.236 8,-0.965-2.866-3,-0.558-1.190-4,1.203-1.731 0,0.426-0.504 1,0.159 1.292 1,1.025 1.003 0,0.747-0.447 2,-0.502-0.533-2,0.944-0.531 1,-3.870 2.533-1,0.523 0.068 0,0.479 0.253 0,0.417 0.359 0,0.350 0.404 0,0.397 0.339 1,-0.256 0.420 0,-0.411 0.370-1,-0.481 0.310 1,4.775 0.011 2,-0.177 0.516 0,0.304 0.001-3,-0.385-1.509 1,-0.894-1.756 0,-0.839-0.196 0,-1.283 0.604 1,-2.057-0.421 0,-1.392-0.880 1,1.069 0.194-1,3.442 0.513-1,-3.161 2.158-1,0.256 0.361 1,-0.115 0.321-1,5.406-0.067 0,-1.586 0.600 1,-1.569 0.270 1,-0.890 0.102-1,-0.893 0.009 1,2.276 0.022-1,-0.471-0.079 2,-0.226-0.060-2,-0.244-0.029 0,0.487-0.008 0,0.870 0.000 0,-1.645 0.003 0,0.719 0.001 0,-0.482 0.001 0,-0.832 0.000-1,0.139 0.000 1,0.637 0.000 1,0.191 0.000 0,-0.854 0.000-2,-1.032 0.000 1,1.203 0.000 0,-1.014 0.000 0,1.912 0.000 0,0.465 0.000 1,-2.411 0.000-1,0.452 0.000 0,0.034 0.000 0,0.215 0.000 0,0.105 0.000-1,-0.217 0.000 1,3.771 0.000 0,-4.536 0.000 0,0.023 0.000 1,0.988 0.000-2,0.774 0.000-1,0.375 0.000 1,0.094 0.000 2,-0.089 0.000-1,-0.731 0.000-3,-0.579 0.000 1,-0.640 0.000 1,4.373 0.000-1,-1.717 0.000 6,-0.176 0.000-2,0.363 0.000-2,-0.146 0.000 0,-0.858 0.000 0,-0.972 0.000 0,0.055 0.000 2,0.007 0.000-1,-0.819 0.000 0,0.396 0.000 0,1.324 0.000-1,-0.268 0.000-1,0.522 0.000 1,2.718 0.000 0,0.831 0.000-1,-0.256 0.000-1,-0.514 0.000-2,-1.073 0.000 2,0.091 0.000 6,0.563 0.000-1,0.084 0.000-4,-1.063 0.000 0,-0.993 0.000 0,-1.219 0.719 2,-0.603 1.481-1,0.314 1.641 1,1.181 0.154 0,-1.318-1.542 0,0.297-0.778-1,2.041-0.553 0,-0.717-0.707 0,-1.607-0.364 0,-0.910-0.117 0,0.300-0.040 0,0.420-0.000 0,0.956 0.110 0,-0.853 0.605 0,-0.991 1.598 0,-3.806 3.502 1,-3.539 0.632 0,-4.851-5.351-1,-0.093-1.062-1,0.014 0.075 1,-0.001-0.004 0,-0.427 0.000-1,-0.637 0.000 1,0.168 0.000 0,-0.663 0.000-1,-1.839 0.000 1,3.663 0.000 0,-0.455 0.000-1,-0.406 0.000 1,-0.704 0.000-1,-0.264 0.000-1,-0.172 0.000 1,-0.101 0.000 0,0.698 0.294 1,-0.068 0.461 0,-0.080 0.534 0,-0.083 0.542 0,0.704-0.012-1,-0.104 0.007 1,-0.127-0.104 0,-0.134-0.173 0,-0.553-0.147 0,-0.104-0.247 0,-0.070-0.239 0,-0.042-0.218 0,-0.951-0.145 0,0.647-0.203-1,0.782-0.154 1,0.795-0.111 0,0.348 0.202 1,-0.132 0.374 1,-0.338 0.447-1,-0.435 0.453-1,-0.457 0.417-1,1.047-0.231 0,-0.052-0.067 0,-0.007-0.150 1,0.022-0.196-1,0.042-0.214 1,-0.980-0.114 0,0.093-0.257 0,0.125-0.221 0,0.133-0.180 1,0.129-0.140-2,0.114-0.104 0,0.096-0.073 1,0.662-0.044-1,0.356-0.026 1,-4.929-0.073-1,1.739 0.007 6,0.783 0.024 0,-0.867 0.024-4,-0.748 0.029 0,3.980 0.022 0,-0.865 0.003-1,-4.529 0.002-3,0.244 0.003 1,4.446 0.000 1,0.228 0.000 1,0.243 0.000 1,-0.213-0.000 0,-0.478-0.000-1,-0.600-0.000 1,0.319-0.000-2,0.045 0.000 1,0.170-0.000-1,-0.202-0.000 0,0.330 0.000 1,0.339-0.000 1,-4.163 0.000 0,1.177 0.000 0,1.275 0.000-1,0.418 0.000 1,0.587 0.000 0,-0.044 0.000-1,-1.415 0.000 0,1.188 0.000 0,1.241 0.000 0,-0.979-0.237 0,2.878-4.351 1,5.021-1.649 1,3.819 1.624-1,1.951 4.185 0,2.620 0.054-2,-1.275-3.451 0,-1.808-2.050 0,1.077 1.847 2,2.138 2.201-1,-3.079 0.656-1,0.627-1.377 0,1.688-1.161 0,1.443 0.302 1,1.299 0.800-2,0.138 0.907 1,-0.913 0.587-1,-1.242-0.698 3,-1.021-1.257-1,-1.136-0.247 1,-0.057 0.377-1,0.996 0.512 2,0.139 0.900-1,1.284-0.577-1,-0.303-1.745 0,-1.597 0.001 0,-0.426 0.684-1,-0.422 0.837 2,-0.451-0.154-1,-0.311-0.681 0,0.953-1.472 0,4.189-1.999-1,-4.253 3.358 2,1.257-0.030-1,0.145 0.457-4,-0.106 0.501 2,-0.260 0.493 0,-0.338 0.452 0,-0.364 0.392 2,-0.749 0.340 0,4.689 0.004 0,-1.851 0.560 1,-0.572 0.301 3,-1.205 0.072 0,-0.548-0.047-3,0.702-0.077 0,-0.227-0.070-1,-0.547-0.042 0,2.013-0.026 0,-2.601-1.268 0,0.503-2.333 0,-0.079-0.423 0,0.544 0.681 0,-0.045 1.127 0,-0.040 0.907 0,-0.481 0.689 0,-0.176 0.391 0,0.810 0.213 0,0.509 0.119 0,-0.234 0.028-1,0.468-0.005 1,-0.901-0.046-1,-0.778-0.041 2,-0.022-1.897 0,-3.049-3.407 1,0.204 0.219-1,4.056 1.564-2,0.299 2.675 1,-1.370 0.716-1,2.021 0.251 1,-1.615 0.028-1,0.570-0.063 1,-0.438-0.102 1,0.328-0.035 0,-0.169-0.002-1,-0.451 0.005-1,-0.058 0.003 1,-0.071 0.000 1,0.271 0.000-1,0.247 0.000 0,0.549 0.000 0,-0.964 0.000 0,0.695 0.000-1,1.158 0.000 1,0.198 0.000 1,-2.236 0.000-1,0.184 0.000-1,-0.202 0.000 1,-0.294 0.000-1,2.678 0.000 1,0.729 0.000 0,-2.080 0.000 1,-0.036 0.000-2,-0.090 0.000 0,0.588 0.000 1,0.979 0.000 0,0.865 0.000 0,-0.239 0.000 0,-0.758 0.000 0,-0.832 0.000 0,-0.813 0.000 0,-0.530 0.000 0,-0.178 0.000 1,1.095 0.904-1,1.701 1.742-1,1.178 1.344 0,-0.923-0.328 0,-1.656-1.022 0,-1.567-1.057 1,1.621-0.632 0,0.243-0.908 2,-1.702 1.655 0,-2.714 3.394 0,0.525-0.165-1,2.177-1.323-2,-1.043-0.456 1,1.028 1.070-1,0.730-0.223 0,-0.008-1.196 0,-1.009-0.018 1,-0.529 3.516 1,-1.585-0.844 1,2.219-2.000-2,-0.922 0.329 0,-2.563 2.030 1,3.054-0.474-1,1.018-1.789 0,-3.896 1.985 0,1.362 0.460 0,2.604-3.709-1,1.396-2.021 1,0.684 1.238-1,-2.498 1.367 0,0.878 1.368 1,-1.061-0.780-1,1.099-0.540 1,-0.693-1.786 1,-0.469 0.491-1,-0.568 1.477 1,-0.699 0.904-1,1.047 0.466-1,1.026-2.070 2,-0.489 0.616-1,2.472 1.054 0,-0.154-0.758 0,0.208-0.756-3,1.966-0.545 2,-1.307-1.031 1,-1.970-0.433 1,-0.733 2.353 0,-3.911 3.293 1,-2.617 1.400-1,-0.998-1.622-2,0.272 0.333 1,-6.229-3.816 1,-0.599-2.467 0,-3.354-0.106-2,3.589 0.060 1,-1.620 0.004-2,-1.284 0.004 1,0.181 0.004-2,0.233 0.003 0,0.553 0.002 1,0.716 0.002-1,1.203 0.001 1,0.199 0.001 3,0.063 0.001 1,-0.033 0.000 0,0.078 0.000-2,-0.489 0.000 1,-0.596 0.000-1,-0.639 0.000 0,-2.361-0.294-1,-0.651-0.461 0,-0.459-0.534-1,-0.303-0.542 1,1.173-0.232-1,0.419-0.324 1,0.543-0.267 0,0.590-0.213 0,0.586-0.163 0,-2.296-0.324 2,-0.716 0.337 0,-0.453 0.455 2,-0.255 0.491 5,1.720 0.405-11,-0.121-0.065 0,-0.142-0.179 0,-0.147-0.246 0,-2.074-0.735 2,-0.009-0.323 1,0.105-0.265 0,0.168-0.207 0,-0.054 0.012-1,0.803 0.441 1,0.872 0.554 0,0.837 0.574 0,2.146 0.533 1,0.386 0.072 1,0.264-0.027 0,0.165-0.091-1,0.089-0.127-1,0.032-0.144 0,-2.252-0.204 0,-0.665 0.190 0,-0.214 0.273 0,0.086 0.302 5,0.233 0.303-2,0.145 0.263-6,0.140 0.226 0,0.127 0.184 1,0.107 0.143 2,-0.247 0.106-1,0.107 0.071 1,0.569 0.048-1,0.822 0.029 3,0.924 0.016 3,1.006 0.001-2,0.243-0.001-5,0.061-0.004 0,-0.064-0.006 1,-0.144-0.007 1,-0.187-0.008 0,-0.001-0.008 0,-0.043-0.006 0,-0.004-0.006 0,0.023-0.005 0,0.040-0.004 0,-1.037-0.003 1,0.507-0.003-1,0.599-0.002 1,0.601-0.001-1,-3.168-0.002 3,1.424 0.000-1,1.047 0.001-1,13.045-1.745-2,2.149-1.413 1,1.753-2.442 0,-2.539-1.443 1,0.285 0.719 0,-2.386 3.813-1,1.239 0.495-1,0.762-0.065 0,1.022-0.539 0,0.908-0.741 0,0.768-0.816-1,-0.758 0.244 0,0.091 0.117 0,-0.032 0.307 1,-0.112 0.417-1,0.848 0.232 1,-0.295 0.579 1,-0.333 0.539 1,-0.335 0.473-1,0.124 0.374 1,-0.329 0.344 0,-0.294 0.259 0,-0.248 0.185-1,-0.524 0.124 1,-0.654 0.076-1,-0.681 0.040 1,-0.643 0.014-1,4.557 0.102 4,0.772-0.056-2,-4.451-0.116-3,0.549-0.019 1,0.512-0.016 0,0.447-0.013-1,0.373-0.010 0,-0.660-0.008 0,-0.219-0.005-1,-0.322-0.004 1,-0.367-0.002 0,-0.371-0.001 1,-0.348-0.001 0,4.816-0.003 1,0.609 0.001 0,-4.726 0.298-1,-0.197 0.462 1,-0.349 0.535 0,-0.422 0.542 0,-0.436 0.212-1,4.630 1.854 1,-1.460-0.965 0,-0.919-1.059 1,0.413-0.802-1,2.094-0.627-1,-4.511-0.380 0,0.031 0.192-1,5.426 1.393-1,-1.526 1.721 2,-2.270 2.212 0,-2.983 1.134 2,-0.718-1.167-1,0.794-1.280 1,1.126-1.473-2,1.164-1.267 0,0.573-0.946 0,-0.226-0.550 0,-0.741-0.198-1,0.225-0.044 1,1.460 1.256 1,0.059 2.402-1,-2.155 1.248 0,-1.820 1.399-1,-0.978-0.240 1,0.553-1.129 1,1.026-1.444 0,1.039-1.304-1,2.003-0.951 0,1.175-0.740 0,0.802-0.370-2,-0.173 1.094 0,-3.155 2.341 2,-2.063 3.087 3,-3.731-0.084-2,-1.954-0.410-1,0.654 0.275 0,-5.769-4.186 1,-1.478-2.028 0,-0.305-0.061-1,-0.147 0.028-1,-0.722 0.014-1,-3.760 0.007 0,4.001 0.006 1,-0.593 0.001-1,-0.318 0.001 0,-0.116 0.000 1,-1.809 0.000-1,-0.785 0.000 0,-0.810 0.000 1,2.783-0.000 0,0.437 0.000 1,0.605 0.000-1,0.692 0.000 1,-0.628 0.000-1,0.040 0.000 2,-0.174-0.000 2,-0.303 0.000-2,-0.316 0.000-2,0.543-0.000 1,0.733 0.000-1,0.801 0.000 1,0.181 0.000 0,0.889 0.000 2,-4.463 0.000 2,-0.340 0.000 0,5.427 0.000-3,-5.948 0.000 1,5.723 0.000-3,-0.264 0.000-1,-0.278 0.000 0,0.186 0.000 1,-0.439 0.000 1,-0.144 0.000-1,0.070 0.000 0,0.214 0.000 2,0.302 0.000 1,0.348 0.000-2,-6.583 0.000-3,6.291 0.000 4,0.352 0.000 0,-3.729 0.000 0,-0.964 0.000 0,3.764 0.000-2,-0.054 0.000 1,0.111 0.000 0,0.205 0.000-1,0.248 0.000 1,0.256 0.000-1,-0.375 0.000 0,-0.092 0.000 1,-0.162 0.000-1,-0.188 0.000 1,1.091 0.000 1,-4.862 0.000 0,1.857 0.000 0,1.271 0.000 0,0.218 0.000 1,-0.200 0.000-3,-0.413 0.000 1,-0.536 0.000 0,-1.075 0.000-1,-0.955 0.000 0,-0.682 0.000 0,4.779 0.000 0,-0.300 0.000 0,-0.272 0.000 1,-0.232 0.000 0,0.114 0.000 0,-0.362 0.000 1,-0.376 0.000 0,-0.354 0.000-2,-0.313 0.000 0,-0.300 0.000 0,0.576 0.000 0,0.748 0.000 0,0.786 0.000 1,0.738 0.000 1,-4.404 0.000 4,2.378 0.000-3,1.575 0.000 0,0.420 0.000-1,-0.555 0.000-1,-0.295 0.000 0,-0.333 0.000-1,-0.271 0.000 1,-0.269 0.000-1,-2.031 0.000 0,3.841 0.000 1,-0.513 0.000 0,-0.426 0.000-1,-0.339 0.000 1,-0.400 0.000 0,-0.187 0.000-1,-0.120 0.000 0,-0.068 0.000-1,-0.029 0.000 1,-0.002 0.000 0,1.434 0.213 1,0.666 0.349-1,-3.737 1.868 0,1.307 2.145 6,2.561-0.622-2,-3.441-0.488 2,2.909-2.888-5,-1.686-0.208 1,-1.354-0.159-3,1.530-0.115 0,0.098-0.058 0,0.302-0.041-1,0.423-0.028 1,-0.213 0.270 0,0.633 0.452 2,0.612 0.533 2,-4.392 2.559 1,0.820 1.180-1,-0.452 0.885-2,3.181-2.665-1,-0.848-0.290 0,-0.432-0.399 0,-0.135-0.439 3,0.065-0.432 1,0.103-0.373-6,0.506-0.361 1,0.569-0.297 0,0.564-0.233 0,0.518-0.175 2,-4.871-0.147 1,5.072 1.267 0,-0.247 0.949-1,0.101 0.638 3,0.315 0.392-1,0.431 0.205 0,0.472 0.071-1,-3.045 2.381-4,1.243-1.538 1,0.828-1.600 4,-1.279-1.249 1,-2.452-0.975-2,3.521-0.521-2,-0.069-0.102 1,-5.562-0.184-1,2.050-0.003 1,0.801 0.046 0,0.141 0.059 1,0.397 0.059 0,1.472-0.189-1,3.896-5.025 2,8.295 0.593 0,0.023 0.435-1,0.731 3.146-1,0.740 0.741-1,3.270-0.022-1,-4.004-0.175 0,0.367-0.356 1,0.239-0.380-1,0.139-0.373 0,0.133-0.475 1,-0.261-0.400 0,-0.354-0.360 0,-0.393-0.309 0,-0.732 0.134 0,0.075-0.191 3,0.194-0.171-1,0.265-0.148 0,1.026-0.570-1,0.151-0.003-1,0.059 0.063 1,-0.005 0.103-1,-0.046 0.122 1,-0.403 0.305-1,0.107 0.017 1,0.149-0.015-1,0.171-0.036 0,-0.064 0.191 2,-0.220 0.333-1,-0.312 0.409 0,-0.354 0.436 0,2.065 0.187 1,0.347 0.542 1,-0.051 0.460 1,-0.289 0.372-2,-0.414 0.286 0,-0.455 0.209-3,-0.575 0.131 0,0.218 0.072 0,-0.026 0.048 0,-0.189 0.028 4,-0.004 0.016 2,-0.120 0.002-2,-0.091-0.006-4,-0.065-0.011 1,-0.045-0.013 0,0.029-0.012 1,-0.379-0.015-1,4.691 0.019 1,-1.401-0.041 1,0.616-0.025 2,1.560-0.013-3,-5.295-0.002-1,0.179-0.000 1,0.119-0.000-1,0.071 0.000 1,0.077-0.235-1,-0.379-0.369 0,4.832-1.894 0,-1.626-1.504 3,-1.597 0.154-1,-1.396 1.122 1,-0.112 1.152-1,3.999 0.844-1,-3.246 0.576-1,0.883 0.092 0,0.094 0.065 0,-0.248 0.040 0,-0.436 0.021 0,-0.511 0.007 1,-0.513-0.001-1,4.356 0.039 0,-1.871-0.037 1,-0.268-0.026 2,-0.069-0.022 2,1.402-0.015-2,-3.279-0.005-2,0.396-0.001 1,0.087-0.000-1,-0.108 0.000-1,-0.217 0.000-1,3.602-0.001-1,-1.364 0.001 1,-0.607 0.001 4,0.737 0.001 2,1.012 0.000-4,-3.975 0.000-1,0.437 0.000 0,0.384 0.000 1,0.317 0.000-1,-1.071 0.000 1,5.302 0.000 0,-1.617 0.000-1,1.332 0.000 4,0.204 0.000-1,-0.331 0.000-1,-5.020 0.000-3,0.127 0.000 1,-0.051 0.000 1,0.486 0.000 1,-0.332 0.000-1,5.212 0.000-4,-0.412 1.051 6,-5.266 0.239-1,0.318 0.542-1,-0.275 0.099 0,-0.107-0.003-1,5.229 1.464 0,-1.465-1.028 2,-0.723-0.849 0,0.777-0.634 0,-0.683-0.587 0,1.579 1.273 0,-4.032 0.281-1,-0.479 0.174-1,0.178 0.310 0,0.060 0.227 0,-0.021 0.158 0,-0.074 0.102 1,-0.105 0.058-1,0.380 0.147-1,-0.458-0.354 2,4.486 1.351-2,-1.896-1.694 5,-0.996-1.218 0,-0.342-0.739-1,-0.533-0.390-1,-0.548-0.155-1,1.642 0.312 0,-2.628 2.946 1,-4.503 4.506 1,-5.471 0.424-2,0.255-2.509-1,-0.366-0.165 0</inkml:trace>
</inkml:ink>
</file>

<file path=ppt/ink/ink3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3:33"/>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9930.318 2550.000 767,'0.000'6.326'0,"0.000"-0.213"0,-6.291 10.827-8,-2.396 4.402 4,-0.833 2.737-5,0.309 0.155 3,0.979-1.437-1,-0.161 1.232 0,0.114 1.158-1,0.419 0.624 6,0.573 0.241 19,0.623-0.341-21,0.604-0.676-3,0.543-0.829 0,0.461-0.857 0,0.372-1.130 9,0.287-1.208 0,0.210-1.158 0,0.146-1.033 0,-0.070-3.567 0,-0.191-0.788 0,0.127-0.680 1,0.334-0.566-1,0.028 0.227 7,0.146-0.430-1,0.073-0.351-12,0.022-0.275 1,-0.146 0.246 3,0.065-0.483 1,0.075-0.498-1,0.075-0.470 1,0.070-0.417-1,0.129-0.555 0,0.158-0.603 1,0.163-0.588-1,0.156-0.536 0,0.139-0.463 0,0.119-0.382 1,0.096-0.302-1,0.165 2.813 1,0.348 1.532 0,0.374 0.792 1,0.359 0.267 2,0.322-0.083-1,0.326-2.021-6,0.173-0.372 0,0.141-0.386 0,0.110-0.374 0,0.087 0.634 3,0.071-0.428 2,0.044-0.400 0,0.025-0.353 1,0.006-0.957-3,0.001-0.718 1,-0.006-0.747-1,0.051 4.461 1,-0.035-2.423 10,-0.046-14.677-5,-0.048-1.780-5,0.000 0.514-3,0.000-0.821 0,0.000 1.058 1,0.000-0.874 0,0.000 1.507 1</inkml:trace>
</inkml:ink>
</file>

<file path=ppt/ink/ink3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3:35"/>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9754.318 2982.000 767,'0.000'6.079'0,"0.000"0.167"0,0.000 0.101-5,0.000 4.693 2,0.000-2.950 1,0.000 1.327 0,0.000 1.051 0,0.000 0.802-1,0.000 0.109 0,0.000 0.756 1,0.000 0.730 0,0.000 0.674-1,0.000 2.628 1,0.000-0.448 0,0.000-0.855 1,0.000-1.053-1,0.000-0.887 1,0.000-0.723 3,0.000-1.020 0,0.000-1.149 0,0.000-0.891 6,0.000-0.662-5,0.000-0.468-6,0.000-0.308 2,0.000-0.714 2,0.000-0.551 0,0.000 4.749 1,0.000-1.580 0,0.000-0.988 0,0.000-0.834 8,0.000-1.375-14,0.000-13.558 8,0.000-1.849-2,0.000 1.480-4,0.000-2.478-2,0.000-0.044 1,0.000 0.298 3,0.000-1.713 0,0.000 3.994-1,0.000-0.949 0,0.000-0.893 0,0.000-0.780 0,0.000 0.957-1,0.000-0.246 1,0.000-0.177-1,0.000-0.119 1,0.000-0.073 0,0.000-3.467 0,0.000-1.485 0,0.000-1.014 1,0.000-0.638 7,0.000 1.487-12,0.000 0.211 1,0.000 0.330 0,0.000 0.382 0,0.000 0.053 4,0.000 0.578 1,0.000 0.570 0,0.000 0.521 0,0.000 0.448-1,0.000 0.368-1,0.000 0.548 1,0.000-0.392 0,0.000-0.160-1,0.000 0.005 7,0.000 0.115 5,0.000-1.131-15,0.000-0.209 1,0.000 0.169-1,0.000 0.407 3,0.000 0.079 9,0.000 0.865-9,0.000 0.900-2,0.000 0.855 1,0.000 0.764 1,1.782-0.214 3,1.273 0.459-1,0.854 0.307 8,0.524 0.188-4,-0.407 1.616-7,0.047 0.827 0,-0.029 0.907 0,3.790-1.860-1,0.381 2.723 7,-1.060 2.401-1,-0.892 1.216-2,0.107 1.503 0,-2.938 4.061 1,-3.572 1.150-1,-0.147 1.635 0,0.188-1.817-2,0.042 0.428 0,0.037-0.714 0,0.012 0.266 0,0.005 0.604 1,0.004 0.309 1,0.002 0.101-2,-0.217 0.441-1,-0.345 0.947-1,-0.404 0.667 0,-0.416 0.438 6,-0.396 0.259-2,-0.012 0.803-4,0.024 1.271 0,0.122 1.077-1,0.180 0.882 5,0.268-0.811 3,0.192-0.516-8,0.188-0.836 1,0.173-1.013 0,0.154-0.656 0,0.133-0.374 0,0.111-0.158 7,0.090-0.000 1,0.070-0.103-5,0.053-0.169 1,0.039-0.206-1,0.026-0.221 0,0.034 2.234 0,0.011-0.142 1,-0.001-0.143 0,-0.012-1.365-1,-0.009-0.914 1,-0.010-1.005-1,-0.011-0.990 1,-0.009-0.907-1,0.007 2.857 3,-0.039-16.243-6,0.001-0.746 8,0.001 0.780 1,0.000 0.083-4,0.000 0.789-3,0.000 0.323 0,0.000-1.832 1</inkml:trace>
</inkml:ink>
</file>

<file path=ppt/ink/ink3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3:42"/>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9802.318 2918.000 767,'0.000'-6.199'0,"0.000"-0.215"0,2.920 0.526-5,0.797 0.681 4,1.451-5.221-1,-2.099 3.800 1,0.505-0.908 0,0.604-0.880-1,0.637-0.809-1,0.620-0.712-1,-0.004 0.013 2,0.130-0.485 0,0.008-0.421 0,-0.078-0.354 0,0.479-1.146 0,-0.240 0.666 1,-0.273 0.948 1,-0.277 1.070-1,-0.266 0.620 1,-0.325 0.434 2,-0.308 0.215 1,-0.274 0.058-1,-0.234-0.049-2,0.892-1.240 0,0.126-0.157 0,-0.271 0.324 0,-0.507 0.608 1,-0.325-0.433 2,-0.185 0.111-1,-0.081 0.450-4,-0.010 0.635 4,-0.291 1.293 1,-0.007 0.656-4,0.000 0.621 0,3.134-3.902-1,0.307 2.102 4,-0.013 2.687 0,0.210 2.098 0,1.355 1.557 1,-1.244 1.764-3,-0.580-0.247 0,-1.630-4.808 2,-4.810-2.145-1,4.768 1.316 1,4.001 4.701-2,-1.469-0.273-1,0.458-3.437 0,0.136-3.887-2,-3.986 2.971 2,-0.063-0.539 0,-0.074-0.411 0,-0.076-0.299 0,-0.633 0.683-1,-0.313 0.060 1,1.517-5.107-1,-2.394 4.708 1,0.461-5.009 5,0.155-0.781-1,-0.073 4.257-2,0.124-0.372-1,-0.128-0.106 0,-0.272 0.066-1,-0.537 1.482-1,-0.253 0.411 0,0.479-4.623 0,-0.768 1.613 3,-0.533 1.435 2,-0.315 1.123 0,-0.249-2.173-2,-0.086 1.748 0,0.167 0.609-1,0.473-0.121 1,6.413 4.779 1,0.485 1.679-1,-0.287-0.066-1,-0.807-0.035-1,-0.139-0.009 1,1.526-0.003-1,-0.542 0.001 1,-0.445 0.001 1,0.034 0.000-1,0.608 0.000 0,-0.993 0.000 0,-1.001-4.924 0,0.334-0.766 1,0.408 0.233-2,-2.415-0.836 0,-0.447-0.460 2,0.803 0.543-2,-0.045 0.221 1,-1.120-0.277 0,-9.365 5.525 1,-0.307 1.056 0,0.329-0.125-1,-0.688 2.124-1,2.060 0.832 0,-1.907 1.860 0,-1.364 0.618-1,-1.095 0.144 1,3.898-2.996 0,-0.425 0.149 0,0.051 0.177 0,0.349 0.181 3,0.509 0.170-1,-3.520 3.877-3,0.918 1.525 0,3.224-3.033 8,-0.053 0.416-14,0.142 0.144 10,0.254-0.041 0,0.309-0.156-2,0.320-0.219-2,0.276-0.187 0,0.228-0.152 0,0.180-0.119 0,0.136-0.089 1,0.099-0.063 2,-3.893 5.758 1,2.318-5.223-1,0.167 0.098 2,0.456 0.096-2,0.593 0.086 1,-0.466-0.846-4,-0.506-0.249 1,-0.272-0.290 0,-0.104-0.298 5,0.016-0.282-1,-0.435 0.480-4,0.212 0.120-1,0.253 0.210 0,0.255 0.247 1,0.235 0.249 1,0.332-0.247 0,0.146-0.191 0,-3.118 4.239-1,0.108-1.037 3,-0.340-0.498-1,0.134-0.545 0,1.536-0.749-1,1.667-0.446 0,1.413-0.308 7,3.137-12.193-3,5.548-0.202-15,-1.245 0.476 11,0.429-0.847 4,-0.946-1.562-6,-0.611-2.613-1,-1.606 4.617 3,0.604-0.442-1,0.688-0.356 0,0.475-0.454-1,-0.130 0.227 1,-0.373 0.390 0,-0.510 0.471 0,-0.098-0.087 0,-0.454 0.904 2,1.927-3.357 3,-0.756 2.727-3,-0.303 1.712 0,0.894 0.146 0,1.027-0.951 1,0.722-0.690 1,0.226-0.209-4,-0.108 0.114-3,-0.546 0.542 3,-0.527 0.521-1,-0.584 0.575 0,-0.579 0.570 1,2.745-2.726 0,-1.580 1.549 3,0.493 0.389 0,1.776-0.047-1,1.336-0.350 0,-0.194-1.496 0,-4.592 2.693 0,-0.155-0.484-2,0.457-1.040 0,-0.139-0.056 0,-0.122 0.127 0,-0.103 0.227 0,-0.080 0.623 2,3.969-2.373 1,-0.577 3.028 0,-0.886 0.980 0,-0.522-0.191-1,-0.594-0.162-2,0.046 0.659 1,0.788 0.545 0,0.332-0.309 1,-0.256-0.691-1,-0.294-0.773 0,-0.333-0.893-1,-11.495 2.458 5,-0.646 2.801-1,0.513 4.439-4,-1.634 0.509-1,0.855-1.891 1,-1.021 2.359 0,-1.462 3.774-1,3.466-3.727 1,-0.534 0.036-1,-0.487-0.134 0,0.118-0.316 1,-0.143 0.082 1,-0.068 0.132-2,-0.017 0.154 1,0.018 0.155 0,-0.156 0.656 1,-0.146 0.822-1,-0.170 0.893 7,-0.171 0.865-13,-0.522 0.571 6,-0.113-0.417 1,-0.066-0.716-1,-0.034-0.833 12,1.393-0.817-22,0.198-0.040 11,0.207-0.292 1,0.201-0.440 3,0.183-0.511-1,0.160-0.525-2,0.122-0.174-3,0.418-0.198 1,0.450-0.083-1,0.438-0.002 0,0.401 0.050 3,-3.112 4.965 1,1.032-0.753-1,0.861-1.477 1,0.486-1.278-1,-2.142 0.721 0,-1.756-0.108 1,-0.662-0.907 0,1.520-0.301-3,2.771-0.034 0,2.334 0.499 3,9.649-8.386 1,-2.275-2.265-1,-2.271-1.181-6,0.980-3.764 8,-1.341 3.867-5,0.530-0.827-1,0.319-0.017 0,0.278 0.182 0,0.233 0.296 0,-0.199 0.895 1,0.144 0.264 1,3.816-4.302 0,-3.237 4.675 0,0.464-0.249 1,0.522-0.355-1,0.532-0.407 0,1.612-1.179-1,0.498 0.076 0,0.338 0.268-1,0.212 0.366 1,0.115-0.252 0,0.047-0.616 1,-0.001-0.793-1,-0.029-0.838 0,-1.223 1.117 0,0.030 0.133 1,0.072 0.289-1,0.096 0.377 0,-0.523 0.740 1,-0.229 0.359 0,-0.296 0.333 1,-0.325 0.297 0,-0.258-0.004-1,-0.748 0.251 2,-0.800 0.211-1,1.927-3.569 2,-1.181 1.907 0,0.231 1.333 1,0.747-1.232-3,1.291-2.700-2,-3.044 4.142 0,4.301-2.919 0,-1.135 2.262 0,0.146-0.030 2,1.361-1.569 0,-4.122 2.927-1,0.304-0.116 0,-0.033 0.379 0,4.604-2.015-1,-1.768 2.472 2,-0.834 1.457-1,-0.701 1.010 1,1.277 1.063 0,-8.963 5.809 1,-3.223-1.749-1,0.347-0.022 0,-2.350-2.872 0,-1.114 0.666-1,1.710 1.229-1,-0.887 1.868-1,-0.498 1.381 1,-1.098-1.364 0,-1.665-1.038 0,2.969-1.374 2,-0.717 0.897-2,-0.667 1.132 1,-0.132 0.288-5,0.208-0.256 9,0.400-0.569-10,1.355-0.796 5,0.598-0.261 0,0.597-0.177 3,-4.028 2.835 0,4.412-2.735-2,-0.385 0.515 1,-0.145 0.623 0,0.022 0.652 1,-0.156 0.371-1,0.233-0.327-3,0.273-0.581 0,0.277-0.700 1,0.067-0.351 0,-3.714 2.253 3,1.573-0.757 0,1.372 0.695-2,1.028 2.359 2,0.500 0.184-1,0.277-0.860-1,-1.305-0.683-3,-3.282 0.635 3,4.040-3.240 2,0.097 0.272-1,0.203 0.255-3,0.012 0.307 1,0.314-0.184-1,-3.063 3.750-1,0.899-1.247 5,0.850-1.288 0,0.171-0.470-1,0.006-0.200 0,-3.825 0.418 0,3.532-2.531 0,-0.186 0.195 0,-4.157 3.274-2,1.500 0.581-2,1.584 0.441 1,1.263 0.282 1,0.216-0.699 1,-0.526-2.052 1,0.167-2.143 2,5.594-9.626 3,4.480 2.315-5,-1.582-1.705 0,1.277-3.407-2,2.698-0.858-3,-2.527 3.972 3,0.311-0.547-1,0.165-0.436 0,1.286-2.742-1,-0.742 1.329 1,0.381 0.053 0,0.387 0.315 0,1.537-1.075 5,0.331 0.317-3,0.199 0.289-3,0.102 0.249 0,0.389-0.150 3,0.316-0.169 0,0.327-0.251 0,-0.392 0.413 0,-0.561 0.554 0,-0.711 0.685 0,-0.746 0.712 1,0.201-0.246 0,0.106-0.140 1,-0.176 0.145 0,-0.345 0.317 0,-0.458 0.435 1,0.032-0.049-5,0.130-0.142 0,0.186-0.194 0,0.772-0.506 2,-0.452 0.866-1,-0.604 1.072 1,-0.644 1.106 0,-0.613 1.031 0,2.802-1.175 4,-1.073 0.407-1,-0.017-0.795-1,2.030-1.510 1,2.039-0.460-4,-5.574 3.601 0,2.485-1.297 1,-2.439 1.087-3,-11.834 3.861 7,0.432-0.565-1,0.761 3.709-2,0.626 0.547-1,-1.087 1.266 0,-1.152 1.253-1,-1.310 1.358-2,3.642-3.639 2,-0.241 0.242 0,-0.196 0.196-1,0.022-0.208 1,-0.120-0.172 0,-0.097-0.245-1,-0.075-0.276 1,-0.057-0.277 1,-0.039-0.259 0,-0.212 1.055 0,-0.003 0.455 1,0.014 0.115-1,0.023-0.110 4,0.027-0.247-7,0.028-0.316 8,-0.020 1.132-7,0.306 0.403 0,0.347 0.026 0,0.347-0.211 6,0.317-0.343-1,-1.237 0.057-4,-0.471-0.022-2,-0.060 0.061 4,0.198 0.106 1,0.337 0.125-1,0.918-0.769-3,0.354-0.267 0,-3.162 3.820 0,0.987-1.258 2,0.113 0.368 2,0.511 0.626 0,0.280 0.849-3,0.694-1.862 1,-0.357-1.808 0,-0.437-1.538 2,-0.382 0.843 0,-0.280 2.003-2,-0.570 0.914-1,-0.443-1.357 0,-0.010-0.522 1,2.101 0.066 3,0.509 0.029-2,-1.847 0.220-1,-2.132 0.671-2,0.819 1.843 1,2.509 1.698-1,-1.192-0.734 1,2.421-4.885 1,-0.303-0.087 4,-0.402 0.102-2,0.248-0.468-4,-3.207 2.775-1,1.771-1.848 2,-0.391 0.334 1,1.328 1.393 0,2.656-1.057 1,-0.639 1.240 0,-0.665 0.737-1,-0.633 0.361 0,-1.012 0.845-3,-0.365-0.325 1,-0.197-0.504-1,-0.078-0.567 1,0.000-0.554 1,0.049-0.498 1,-0.196 1.307 0,-0.021 0.932-1,0.431 0.235 6,0.689-0.227 3,0.705-1.169-11,0.315-0.990 1,0.202-1.100 0,-3.426 2.690 2,0.015-2.005 5,-0.281-0.611-4,1.821-2.322-1,4.462-9.771 3,4.238 0.338-2,0.119-0.045 1,-0.441-0.528-1,-1.093-1.977-1,0.547 2.338-1,1.504-0.341-1,1.216-0.165 1,1.837-1.438 0,-2.718 3.028 0,0.150-0.549 0,0.077-0.520 0,-0.419 0.600 0,0.378-0.359 0,0.460-0.356 0,0.492-0.335 0,1.011-1.244 0,-0.405 0.306 0,-0.689 0.521 0,-0.821 0.620 0,-0.845 0.638 1,1.559-0.776 1,1.287-1.025 5,1.156-1.332-1,-0.247 0.407-7,0.271-0.174-1,0.102 0.045-1,-0.017 0.185 1,-0.092 0.264 0,0.703-0.597 2,-0.612 0.797 0,-0.691 0.842 0,-0.677 0.793 0,-1.540 1.868 4,3.825-2.317 1,-0.895 2.539 1,-0.437 0.645-1,0.628-1.128-2,0.321-2.508-3,-0.539-2.179 0,-3.996 4.314 0,-0.110 0.028 0,-0.093 0.161 0,3.194-4.253 1,-0.658 2.342 1,0.027 2.127-1,0.369 1.860 3,0.323 1.524-1,-0.035 1.010-1,-0.317-0.292-1,-0.007-1.396 0,0.057-1.624 0,-1.273-0.677 0,-0.944-1.660 0,-2.817-0.464 0,1.012 0.443 0,4.815 4.625 2,-0.975 1.123 0,0.219-0.098-4,0.237-3.970 1,-2.112-3.198 2,-0.600 1.468-1,1.701-1.276-2,1.168-0.443 1,-0.657 1.022 0,-1.244 0.842 1,-11.321 4.541 4,0.118 2.058-2,0.606 4.057-3,-0.340 0.481 0,-1.082-1.531 0,-1.540 0.916 1,0.599-0.022 0,-2.487 0.254-2,4.722-1.372 1,0.138 0.826-1,0.234 0.832 0,-0.942 0.505 1,-0.361 0.434 1,0.087 0.298-1,0.353 0.188 4,0.484 0.105-3,0.193-0.203-2,-0.329 0.025 0,-0.493 0.013 0,-0.558 0.004 0,-0.553-0.002 2,0.805-0.719-1,0.604-0.317 1,0.815-0.358-1,0.898-0.361 1,-3.906 4.694 3,3.227-4.077 1,-0.110 0.411 1,0.047 0.451-4,0.017 0.197-3,-0.003 0.026 0,-0.013-0.080 0,-0.020-0.136 0,-0.021-0.158 1,-0.021-0.157 1,0.263-0.428 0,0.257-0.389-1,0.290-0.397 1,-3.632 3.603 1,2.345-1.847 2,1.918-0.656-1,0.673 2.362 2,-1.826-2.533-1,-1.992-1.616-2,1.080 0.133-2,0.573 1.343 1,1.227 1.319-1,1.412 0.992 0,1.263 0.186 1,0.818-0.036-1,0.473 0.338 1,0.241 1.516 0,0.107 2.698-1,-0.099-5.636 0,-0.012-0.250 0,-0.016-0.364 0,-0.015 0.207 1,-0.019 0.088 0,-0.017 0.186 0,-0.014 0.229 0,-0.307-0.435 0,-0.468 0.236 0,-0.540 0.245 0,-0.545 0.233 0,-0.652 0.590-1,-0.472 0.160 1,-0.379 0.104-1,-0.289 0.061 1,-0.042 0.528-1,0.016-0.267 0,0.088-0.826 1,0.125-1.112 0,0.139-1.204 2,-2.608 3.663 0,3.563-3.136-2,0.430 0.876 4,0.416 0.779-2,0.376 0.660-5,0.356-0.517 1,0.236-0.300 0,0.190-0.493 1,0.148-0.590-1,0.110 4.344 0,0.210-2.128 5,0.066-1.288 0,-0.004-0.458 0,-0.043-0.147-1,-0.058-0.198-1,-0.032 1.472 1,-0.080-14.027 1,0.019 0.069-1,0.000 0.183-3,0.000-1.177-2</inkml:trace>
</inkml:ink>
</file>

<file path=ppt/ink/ink3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3:43"/>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9738.318 3030.000 767,'0.000'7.056'0,"0.000"-0.189"0,0.000-0.104 0,0.000-0.068 0,0.000-0.002 0,0.000 0.003 0,0.000 2.903-14,0.000 0.141 14,0.000 2.191-1,0.000 1.210 1,0.000 0.510-2,0.000 0.042-2,0.000-2.813 1,0.000-0.390 0,0.000-0.412 0,0.000-0.403 1,0.000 1.951 2,0.000-0.087 4,0.000-0.012 0,0.000 0.035-3,0.000-2.199-2,0.000-0.390 1,0.000-0.421 0,0.000-0.416-1,0.000-0.386 2,0.000-0.401-1,0.000-0.118 1,0.000-0.034 0,0.000 0.025 0,0.000 1.203 0,0.000-0.342 0,0.000-0.441 0,0.000-1.482-1,0.000 4.443 2,0.000-2.092 0,0.000-1.113-1,0.000-0.265 0,0.000-0.431 0,0.000-0.575 0,0.000 2.516 0,0.000-1.636 0,0.000-13.074 2,0.000-0.425 0,0.000-0.401-5,2.002-1.098-1,1.505 2.761 3,1.129 0.667-1,1.318 1.098 1,0.542 1.109-1,0.162 0.867 2</inkml:trace>
</inkml:ink>
</file>

<file path=ppt/ink/ink3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3:46"/>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9770.318 2918.000 767,'0.000'6.561'0,"0.000"-0.194"0,0.000-0.120 0,0.000-0.005 0,0.000 1.673-10,0.000 1.711 9,0.000-2.595 0,-0.171 1.512-1,-0.273 1.244 0,-0.324 1.053 1,-0.338 0.859-1,-0.323 0.676-1,-0.295 0.510 1,-0.278 1.435-1,0.091-0.328 0,0.206-0.584 0,0.263-0.700 1,0.278-0.719 1,0.266-0.674 1,0.237-0.594 0,0.188 2.621 0,0.178 0.671 0,0.134-0.212 3,0.096-0.732 4,0.064-0.985-1,0.039-1.054-8,0.021-1.004-1,-1.334-1.159 0,-0.715-0.902 1,-0.273-0.776 8,0.021-0.634-3,0.201-0.493 6,-1.053 4.950-12,1.225 0.276 0,1.291-5.140 3,-0.041 5.032 1,0.410-0.927 0,0.241-0.730 11,0.122-2.786-17,0.206-12.760 9,-0.365-0.532-1,0.006-0.693-5,0.000-2.149-1,0.000-0.419 2,0.000-1.130-2,0.000-0.989 1,0.000-0.771 5,0.000 5.790-5,0.000-0.215 0,0.000-0.207 1,0.000 0.172 0,0.000 0.386 1,0.000 0.481-1,0.000-4.386 2,0.000-0.186 2,0.000 4.626-3,0.000-0.589-1,0.000-0.792-1,0.000 0.199 1,0.000 0.439 0,0.000 0.560 0,0.000-5.149 1,0.000 0.951 4,0.000 0.498-4,0.000 0.364-1,0.000 0.109 1,0.000-0.323 0,0.000-0.239 0,0.000 0.120 0,0.000 0.274 0,0.000 0.273 0,0.000-0.910 0,0.000-0.063 0,0.000-0.063 0,0.000 1.346 1,0.000 0.096 0,0.000 0.041-1,0.000 0.135-1,0.000-0.518 1,0.000-1.016 0,0.000-0.924 0,0.000-0.694-1,0.000 5.877 1,0.000-1.122 0,0.000-0.201 0,0.000-0.160-1,0.000-0.122 1,0.000 0.237 0,0.000 0.440 0,0.000 0.531 0,0.000 0.544 0,0.000-4.319 2,0.000 1.874 0,-0.184 1.542-1,-1.104 1.068 1,-1.371 0.474-2,-0.900 0.319 0,0.311-0.036 0,0.763-0.323 0,-0.529-2.030 1,-3.133 7.700 0,1.266 5.326 0,1.094 0.458 0,2.851 1.481-1,0.984 0.459 0,0.041 1.252-1,-0.047-2.724 1,-0.019-0.283-1,-0.010 0.687 0</inkml:trace>
</inkml:ink>
</file>

<file path=ppt/ink/ink3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3:48"/>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9706.318 2854.000 767,'0.000'6.107'0,"0.000"0.153"0,0.000 0.911-5,0.000 1.747 4,0.000 1.498 0,0.000-4.170-1,0.000 0.026 1,0.000-0.151 0,0.000 0.866-1,0.000 0.276 1,0.000-0.123 0,0.000-0.368 2,0.000-0.499 1,-1.426 1.464-2,-0.733 0.172-2,-0.251-0.244 2,0.063-0.474 1,0.332-0.847 0,0.304-0.514-2,-0.739 4.493-1,1.152-1.901 4,0.725-1.054 0,0.435-0.634-1,0.290 1.594 0,0.061-1.917-1,-0.057 0.627 0,-0.119-0.064 0,-0.044-0.846 1,0.002 0.559-1,0.006 0.391 1,0.001 0.010 0,0.000-0.515-2,0.000-0.282 1,0.000-0.159 0,0.000 0.265 1,0.000 0.054-1,0.000-0.245 0,0.000 0.061-1,0.000 0.990 1,0.000 0.742 1,0.000-0.930-1,0.000-0.468-1,0.000-0.436 0,0.000 2.065 0,0.000-0.678 1,0.000 0.002 1,0.000 0.962-1,0.000 2.051 0,0.000-0.813 0,0.000-0.268-3,0.000-0.170 2,0.000-1.443 2,0.000-1.352-1,0.000 0.513 0,0.000 1.473 1,0.000-1.942 0,0.000-0.525 0</inkml:trace>
</inkml:ink>
</file>

<file path=ppt/ink/ink3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3:50"/>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9722.318 2886.000 767,'2.697'5.395'0,"0.199"0.396"0,-0.042-0.080 0,0.003 0.003 0,0.000-0.000 0,-1.421 3.288-9,-1.193-1.617 11,-0.108 0.122-2,-0.066 0.393-2,0.819 1.540 1,1.768 1.792 0,-0.626-4.479 0,0.034-0.041 0,-0.131-0.226 0,-0.226-0.328 0,0.797 4.558 1,-0.950-1.151 1,-0.757-1.267 0,-0.477-0.820 1,-0.280-0.427-1,-0.138 0.029-1,0.163-0.005 0,1.234-0.171 0,1.592-0.129 0,0.899 0.713 0,-0.507 0.871-1,-0.946 0.884 0,-0.025-3.407 1,0.473 0.472-1,0.037 0.436 2,-0.229 0.375 0,-0.454-0.371-1,-0.383-0.252-2,-0.381-0.360 1,0.334 4.478-1,-0.925-1.615 4,-0.532-0.055 0,-0.326 0.016-2,0.168-0.647 1,1.597-0.754-1,1.864-0.565 0,0.204-0.619 0,-0.722 0.335 0,-1.057-0.127 1,-0.844-0.245 0,-0.612-0.328-1,-0.391 0.853 0,-0.216 0.339 0,-0.037-0.802 1,0.009 0.021-1,0.026 0.341 0,0.030 0.790 0,0.026 0.616-2,0.019 0.486 1,0.009-0.073-1,0.004-1.965 1,0.002-0.042 2,-0.002 0.025 1,-0.004-0.491 0,0.000 0.156-1,0.000-0.077 0,0.000 0.225 0,0.000 0.179-2,0.000 0.153 1,0.000-0.443 0,0.000 0.370 1,0.000 0.572-2,0.000 2.414 1,0.000-0.437 0,0.000 2.669-2,0.000-5.804 1,0.000 0.410 0,0.000 0.369 0,0.000 0.319-1,0.000 0.359 1,0.000 0.080 1,0.000-0.001-1,0.000-0.054 0,0.000-0.084 0,0.000-0.098 0,0.000-0.101 0,0.000 0.006 0,0.000-1.030 1,0.000 2.806-2,0.000-2.753 2</inkml:trace>
</inkml:ink>
</file>

<file path=ppt/ink/ink3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3:51"/>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9786.318 3478.000 767,'0.000'6.192'0,"0.000"0.139"0,0.000 0.347-5,0.000 1.552 4,0.000-1.660 1,0.000 0.534-1,0.000-0.062 0,0.000-0.445 0,0.000-0.368 1,0.000-0.006 0,0.000 0.499 0,0.000 0.406 0,0.000 0.156 0,0.000 0.663 1,0.000-1.799-2,0.000-0.023 1</inkml:trace>
</inkml:ink>
</file>

<file path=ppt/ink/ink3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02"/>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9770.318 3478.000 767,'0.000'6.270'0,"0.000"-0.163"0,0.000 0.620-5,0.000-0.235 5,0.000 0.790-1,0.000-1.127 0,0.000-0.034 0,0.000 0.702 1,0.000-0.201 4,0.000-13.016-2,0.000-1.417-2,0.000-0.400-3,0.000-1.989 0,0.000-0.797 0,0.000 4.902 2,0.000-0.365 0,0.000-0.353 1,-0.325-0.965-1,-0.500-1.268 0,-0.568-1.353-1,-0.566-1.296 0,-1.017-2.182 0,-1.006-1.527 0,-0.966-1.332-1,-0.855-1.095 0,1.319 3.968 1,0.239 0.040 0,0.392 0.125 0,0.477 0.177 0,0.215-1.110-1,0.641 0.977 5,0.590 1.132-1,0.518 1.156 1,0.435 1.094-1,0.328-1.221 1,0.314 0.123 1,0.223 0.350 1,0.147 0.463 5,0.079 0.952-9,0.044 0.406-2,0.016 0.348-1,-0.002 0.286 1,0.000 0.238 3,-0.025 1.445 16,0.061-2.281-25,-0.081 15.713 14,-0.126-0.450-4,0.002 1.036-2,0.000 0.247-1,0.000 1.705-1,0.000-2.551 2,0.000 1.262-1,0.000 0.552 1,0.000 0.416-1,0.000-0.009-1,0.000-0.799 1,0.000-0.896 1,0.447 0.981 1,2.590 3.887 1,0.450-1.841-2,-0.206-0.195-2,-1.583-3.805 1,-0.313-0.102 0,0.487 6.082 2,-1.316-5.293 0,-0.194 0.681 0,-0.150 0.009-3,-0.107-0.203 1,-0.076-0.391 0,-0.049-0.477 0,-0.022 0.073 1,-0.013 0.185 1,-0.005-0.114 0,0.001-0.301 1,0.051 5.353-1,0.602-3.137-3,1.537-2.467 1,4.430-5.149 4,1.321-1.700-1,-0.713-0.099-1,-2.265-3.215 0,-0.626-1.016-1,2.557-0.787 1,-3.015-1.064-3,-1.407-2.383 1,-1.189-0.691-1,-0.569-0.070 1,0.944-1.352 1,1.477 0.281 1,-0.933 4.562-2,-0.090-0.701-1,-0.237-0.834 0,-0.305-0.840 1,-0.435 0.949 0,-0.232-0.018 1,-0.209 0.106-1,-0.180 0.180 0,-0.148 0.217 1,1.063-1.370 0,0.571-0.599 0,0.223-0.265 1,-0.017-0.032 1,-0.352 0.848 0,-0.199-0.272-4,-0.230-0.343-1,-0.236-0.371 1,0.203-2.174 1,0.226-0.294 0,0.339-0.142 1,0.382-0.036-1,-0.174 1.501 0,-0.112 0.405 0,-0.205 0.451 1,-0.255 0.451-1,-0.377 1.590 1,-0.211 0.610 2,-0.196 0.619-1,-0.176 0.592 0,-0.153 0.329 0,-0.128 0.129 2,-0.104-0.016-1,-0.083-0.116 1,-0.072-1.625-3,-0.063 0.167-1,-0.036 0.292 1,-0.017 0.345 0,-0.004 0.349 1,0.006 0.322 0,-0.043-4.483 0,0.043 1.202 0,0.036 0.504 0,0.029 1.562 0,0.016 1.173-1,0.010-1.012 1,0.001 0.963-1,-0.007 0.360 1,-0.002-1.088 0,0.000-0.957-1,0.000 0.814 1,0.000-1.374-3,0.000 1.624 1,0.000 0.683 1,0.000-0.304 1,0.000 12.949 2,0.000 1.114 0,0.000-0.216-5,0.000 1.400-1,0.000 1.575 0,0.000 2.134 1,0.000-0.956 1,0.000 0.674 0,0.000-5.843 1,0.000 0.668-1,0.000 0.647 1,0.000 0.723-1,0.000 0.725 0,0.000 1.224 0,0.000 0.614 0,0.000 0.480-1,0.000 0.360 1,0.000 0.865 0,0.000 0.134 0,0.000 0.031 0,0.000-0.036-1,0.000 0.520 2,0.000-0.153 0,0.000-0.182 0,0.000-0.184-1,0.000-1.583 2,0.000-0.503-1,0.000-0.510 0,0.000-0.477 0,0.000-0.421 0,0.000-0.354 0,0.000 0.262 1,0.000-0.288-1,0.000-0.242 0,0.000-0.193 0,0.000-0.147 1,0.000-0.106-1,0.000 1.264 1,0.000 0.458 0,0.000-0.012 0,0.000-0.299 5,0.000-0.448-4,0.000-0.815-4,0.000-0.083 0,0.000-0.406-1,0.000-0.595 4,0.000-0.682 2,0.000 5.298 0,0.000-1.609-6,0.000-2.021 15,0.000-1.605-17,0.000-12.606 9,0.000-0.430 1,0.000-1.583-7,0.000-1.165-1,0.000-1.642-1,0.000-0.504 1,0.000 0.021 2,0.000 0.208-1,0.000 0.218 2,1.112-0.113 0,0.646 5.080-1,0.298 0.040 2,0.051 0.281 0,1.667-4.359 1,-0.742-0.245-4,-1.408 0.073 2,-0.831 1.324 4,-0.527 1.799-4,-0.331-0.735-2,-0.135 1.271 1,0.046-1.206 4,0.095-0.646 0,0.027-0.923-4,0.018-0.929 0,0.014 1.048-2,0.005 1.047 4,0.001-0.992 0,0.000-2.073-3,-0.002 4.852 1,0.000-0.329 0,-0.001 0.187 0,0.000 0.363 0,0.000-4.775-1,-0.001 4.909 4,0.000-0.355 0,0.000-0.053 0,0.000 0.144 0,0.000-4.822-2,0.000 1.507-2,0.000 0.389 2,0.000-1.686 1,0.000 4.763-1,0.295-1.888-1,0.461 0.658 0,0.534-0.069 1,0.541 0.208 0,0.122 0.684 2,-0.005 0.485-3,1.466-4.534-2,-0.924 1.515 4,-0.970 0.626 1,-0.779 0.169-2,-0.494-0.137-1,-0.255 0.444 1,-0.101 0.399-1,-0.028-0.260 3,0.019-1.031 1,0.043-0.687-4,0.037 0.136 0,0.022 1.353 0,0.013 1.190 0,0.008-1.529 2,0.001 1.359 1,-0.002 0.400-1,0.572-1.328 0,1.102-1.038 0,1.021 0.882-1,0.730 1.398-2,0.208 1.542 1,0.828 0.059-1,0.565-0.235 3,-0.641-0.319 0,-1.183-0.292 0,-1.029-1.309-1,-1.154-0.395 0,0.071 1.249 1,1.376-0.347-1,1.643 0.388 0,1.481 1.319-1,1.043-0.646 1,-1.224-2.225 0,-1.414-2.618-1,-1.863 0.667 0,-1.271 1.452 1,-0.696 1.603 0,-0.296 0.539 0,-0.104 0.129 2,-0.074-0.640 0,0.112 0.467-2,0.212 0.315-1,-0.021-1.458 1,-0.463 0.458 2,-2.932 1.228-1,-3.527 4.348-1,0.062 4.370 0,0.591 2.360-1,2.797-0.390 1,-0.852 2.002-1,-0.443 1.213 1,-0.152 0.622-2,0.041 0.203-1,0.276-0.885 1,0.102-0.939-1,0.102-1.125 1,0.095-1.161 0,0.026-0.134 3,-2.245 4.794 6,3.886-3.228-7,-2.481 3.198 1,0.103 1.025 1,-0.637 3.328-3,1.862-5.069-1,0.174-0.099 0,0.427-0.474 2,0.602-1.378 0,0.087-0.248-1,0.010-0.172 0,-0.042-0.111-1,-0.072-0.063 3,-0.415 0.678-1,-0.185 0.152 1,-0.180 0.173-1,-0.162 0.172 0,0.028-0.383 0,0.050-0.507 0,0.094-0.619 0,0.115-0.640 0,-2.911 3.486 1,0.863-1.573 0,-0.133 0.896 0,-0.277 1.528-1,0.929-0.030 0,1.611-1.345 0,1.411-1.405 1,0.866-0.134 2,1.606-13.478 2,0.207 0.619-1,1.728-0.089-6,1.857-3.269-1,-1.542 3.505 1,0.344-0.620 0,0.270-0.492 0,-0.493 1.015 1,0.069-0.122 0,0.049-0.089-1,0.033-0.061 1,0.021-0.039 0,-0.096-0.074 1,-0.342 0.259 0,-0.411 0.322 0,1.390-5.211 0,0.120-0.402 5,-1.625 5.380-5,0.729-1.041-1,0.310 0.251 0,0.248 0.418 0,0.188 0.481 0,2.321-3.306 2,0.487-0.993 3,-2.184 3.652-7,-0.021 0.627 3,-0.113 0.908 0,3.757-2.224 3,-1.995-0.275-5,-2.000-0.816 8,-1.788 0.326-5,-1.222 0.624-3,-0.720 0.451 1,0.510 0.576 1,1.661-0.222 1,1.687-2.050-1,-0.474 0.034 0,0.185 2.039 0,0.722 2.153 0,0.313 0.664 0,-0.076-2.983 2,-3.984 0.237-1,-6.441 4.526 0,-0.667 2.575-1,0.076 3.406 0,-0.786 1.668-1,1.296-2.607 1,-1.508 1.012-1,-0.202 2.373-1,0.237 2.094 1,3.380-3.650 0,-0.349 0.411 0,-0.374 0.354 0,-0.368 0.293 0,-1.594 1.595-1,-0.854 0.690 0,-0.805 0.642 0,0.731-0.724 1,0.306-0.122 0,0.504-0.254 1,0.599-0.323 0,0.620-0.345-1,0.590-0.336 1,0.679 0.267 0,0.355 0.163 0,0.272-0.130 0,0.199-0.318 2,0.139-0.424 3,-0.296 0.460-2,0.090-0.233-4,0.067-0.145-1,0.049-0.079 1,0.033-0.031 1,0.083-0.411 0,-0.091-0.240 0,-0.117-0.263 0,-0.124-0.259 0,-3.066 3.444 2,-0.463-0.433 0,-0.433-0.480-1,2.087-3.084-1,0.294-8.601 4,8.999-1.793 0,1.934 3.500-4,-1.422-5.074-2,-1.813 0.198 1,2.822-1.667 0,-1.984 3.630 1,1.169-2.200-1,-0.268-0.350-2,-0.543-0.081 1,-0.663 0.090 0,-0.681 0.187 0,-0.494 0.771 2,-0.109 0.169 0,0.023 0.138-1,0.107 0.108 1,0.154 0.081 1,2.096-4.009-1,0.960 0.758 1,1.319 0.167 1,0.383 1.074-1,0.209 0.755 0,0.008 0.561-1,-0.234 0.483 0,0.945-0.849 0,0.027-0.098 0,-0.665 0.552 1,0.182-0.256 0,0.281-0.333-1,-0.330 0.298 0,-0.471-0.769 0,-1.208-1.221 0,-1.338 2.012 1,0.416 1.250-1,1.279 4.092-1,-1.760 6.539 2,-4.530 1.662 2,-0.605 0.086 0,-3.535-1.228-4,0.737-0.215 0,-0.626 2.200 0,0.000 1.772 0,0.380 1.355 0,0.837-1.324-3,0.126 0.075 2,0.065-0.106-1,0.022-0.221 1,-0.009-0.284 0,-0.339 1.065 2,-0.120 0.708 0,-0.129 0.890 0,-0.125 0.941-1,0.450-1.771 0,-0.105-0.316 0,-0.115-0.529 0,-0.116-0.648 1,-0.326-0.273-1,-0.099-0.788 1,-0.074-0.746 2,-0.055-0.673 1,-0.264 0.223-1,-0.012 0.295-1,0.011 0.548 1,0.023 0.678-2,-0.146 1.318-1,0.597-0.112 0,0.684-0.385 0,0.792-1.003 1,0.552-0.469 0,0.482-0.441 2,0.360 0.089 0,0.374-0.616 0,0.204 4.632 0,0.487-3.379 4,0.749-14.368-1,-0.916 0.541-5,3.920-0.255-3,2.220-1.730 2,0.163-1.287-2,-0.661-0.779 0,-0.671-1.415-1,-2.236 4.306 2,0.368-0.698 1,0.400-0.436 5,0.392-0.236-3,0.357-0.090-4,0.410-0.360 0,-0.087 0.474 0,-0.213 0.583 1,-0.273 0.600-1,-0.286 0.561 4,-0.271 0.490 0,-0.292-0.174 0,0.254-0.520 1,0.364-0.282 0,0.411-0.107 3,0.415 0.015-2,0.304-0.182-5,-0.426 0.657 0,-0.625 0.766 0,-0.701 0.774 0,1.204-3.556 2,-1.510 1.560 4,0.019-0.209-2,0.573-0.757-1,3.420-0.896-1,-3.176 4.784 0,2.397-3.815 3,-2.005 1.084-3,-1.552 0.439-1,-1.161-0.492 1,-0.976 0.422 1,-0.243 0.723 0,1.316 0.235 0,1.634-0.475-1,0.285-0.498-1,-0.309-0.410 1,0.649-0.290-1,1.291-0.849 1,-0.213-0.583-1,-1.494 1.372 1,0.000 2.279 0,1.038 1.255 1,-0.092-0.032 0,0.760-3.199 1,-1.317 1.850-2,1.317-2.866-1,-1.854 1.590 0,0.252-0.942 0,0.198-0.579 2,-0.196 0.872-4,-0.049 0.822 1,-0.091 1.050 0,3.012-2.450-1,-0.362 2.215 7,-0.059-1.839 2,0.087-0.359-4,-1.156 0.751-5,-1.339-0.093 1,-1.382 0.270 3,-1.001 0.191 1,-0.511 0.203-2,0.638 0.359 1,1.130 0.421-2,1.115 0.344 1,1.037 0.054-1,0.852-0.144 1,0.277-0.909 0,-1.398-0.483-1,-1.071 0.752 2,0.668-0.403 0,1.654-0.795-1,0.020 2.077-1,-0.375 2.199 1,1.824 1.321 1,0.344 1.841-1,0.025-3.168 1,-3.856-3.331 1,-0.308-0.726-2,0.901 1.291-1,1.336 1.738 0,0.698 1.893 2,0.578 1.036-1,0.621-1.032 0,-0.046-1.502-1,-0.387-0.988 0,-0.139-0.802 0,0.331 0.101 0,0.237 1.476 0,1.228 0.639 3,1.444-0.388-1,0.995-0.767-3,-2.095-0.129 1,-3.305 0.350 0,-2.059-1.550 2,1.661-2.632 3,2.421 2.275-2,3.592 0.977-5,-4.979 2.765 2,-0.054-0.034 1,-0.255-0.057 0,-0.233 0.086-1,4.165-1.651-1,-1.910 1.563 1,-0.322 1.321 3,1.901 0.863 0,-0.169 0.482 0,-0.728 0.229-3,-0.429 0.070-2,-0.524-0.022 4,-1.538-0.052 0,-0.024-0.032 0,0.313-0.070-1,-0.315-0.029 0,0.247 0.013 1,0.508 0.002 0,-0.488-0.000 0,0.179 0.000 0,-0.262 0.000-1,1.105 0.000-1,-0.712 0.000 0,0.901 0.000 1,-0.616 0.000 0,0.820 0.000 0,-0.018 0.000 0,1.343 0.000 0,-2.415 0.000 0,0.100 0.000-1,-0.076 0.000 0,0.794 0.000 0,-1.264 0.000 2,0.311 0.020 0,-3.751 5.495 0,-2.825 0.568 1,-6.604-1.414-1,-3.754-1.498-2,4.258-0.778 0,-0.231 0.474-1,0.023 0.387 0,0.185 0.302 0,0.596-0.411 0,-0.159-0.225 2,-0.245-0.326-1,-0.289-0.375 1,-1.064 0.064 0,-0.291 0.010 0,-0.218 0.132 0,-0.155 0.200 0,0.570 0.076-1,0.338 0.222 0,0.425 0.218 1,0.452 0.200-1,-2.057 0.566 2,-1.184 0.141 0,-0.947 0.083 2,-0.724 0.041-1,1.716-0.558-5,0.813-0.053 0,1.077-0.058 1,1.186-0.058 0,1.184-0.054 0,-2.967 2.697 5,1.628-1.733 4,-0.232-1.544-3,-0.171-1.519-2,-0.070-0.015-2,0.078 1.295 0,0.206 1.141-1,-0.134-0.346 1,0.157-1.042-1,0.145-0.904 1,-0.810-0.260 0,0.780 1.265 0,-0.210 3.294 1,-0.771-0.797 0,1.109-0.982-1,-0.764 1.096-1,1.202-0.828 0,0.205-1.115 0,5.533-9.240 4,0.315-0.025-1,-0.147-1.297-2,2.929 0.968-1,4.858-1.374 2,-3.383 2.659-1,0.843-0.945-2,0.756-0.799 0,0.146-0.065-1,-0.083 0.205 0,-0.218 0.356 1,-0.805 0.756 0,0.197-0.489 3,0.298-0.677-1,0.350-0.763 0,-0.216 0.370-1,-0.011 0.349 0,-0.096 0.610 0,-0.149 0.759 0,0.413 0.108 0,-0.268 0.596 2,-0.278 0.448 1,-0.268 0.321 0,3.410-2.777 1,-0.450 0.140-2,0.820-1.135 0,-4.242 3.620-1,0.811-0.431 1,0.098 0.496-1,0.051 0.655 0,-0.285 0.275 0,2.889-2.887 0,-3.097-0.835 3,-0.651-1.315-2,0.271 1.719-1,0.468 2.134-2,1.312 1.440 2,1.199 1.338 1,0.757 1.072-1,-1.385 0.969 0,-0.542 1.900 0,-6.363 4.312 1,-0.599-0.220 0,-3.642-1.080-1,-0.934 0.170 0,-0.715 0.496 0,-0.144 0.017-1,-0.395 0.337-1,-0.895 0.878 1,-0.835 0.838 0,3.802-3.782 0,-0.096 0.373 0,0.100 0.323 0,0.153 0.321 0,0.173 0.292 1,0.171 0.249 0,0.018-0.253 0,0.033-0.715 0,-3.767 2.251 0,0.722-2.251 4,1.185-0.371-2,1.087 0.377-2,0.757 0.555-1,0.431 0.472 1,-5.338-0.117 0,-1.271-0.736 4,1.547-0.184-5,2.051 0.195-3,0.942 0.532 4,0.214 0.321 0,-0.955 0.934 1,-2.129 1.950-1,3.353-3.697-1,-0.196 0.511 0,0.506-0.011 0,0.716-0.148 0,0.777-0.218 0,-2.202 3.256 3,-0.138-3.153 2,-2.459-2.007-2,0.775-2.799-1,0.754 0.496-1,1.004 6.485 1,2.298-2.033 0,-1.097 1.394-3,0.214-1.646 0,-2.462-1.226 1,-0.163-2.942 3,-0.195-0.870 0,0.562-0.304-2,-0.936 0.836-1,3.559 5.927 2,-0.065-0.230 0,-2.238-4.190-2,-1.125-0.011 1,1.583 1.526-1,0.078 0.988 1,0.271-1.282 0,-1.439-1.618 0,0.575-0.742 0,2.827 5.116 1,-0.759-1.602 0,-3.153-1.552-2,0.072-1.846 1,0.939-0.993-1,-0.112 0.226 1,3.729 5.860 1,2.625-0.207 0,-6.417-3.128 0,-0.004-2.683-1,3.089 6.005 0,-1.394 0.012-1,-0.757-3.140 0,1.228 1.658 1,1.963 2.069 0,1.159-0.690 0,-1.073 1.105 0,-1.800 0.529-2,-1.821-1.136 1,-1.087-1.848 0,0.792-1.067 1,0.252 1.219 1,3.156 1.259-1,0.940 1.331 1,-0.736 0.596 0,-0.824-0.557-3,-1.036 0.333 0,-0.925 1.191 0,-0.445 0.498 2,-0.210-1.788 0,-0.331-2.220-1,0.085-1.452 3,0.134 0.698 0,3.096 1.587 0,2.529-0.363 0,-0.252 1.558-3,-3.021-2.341 1,-2.221-2.802 1,0.111 0.455 0,5.608 3.360-1,-1.143 0.406 0,-4.066-0.683-1,0.236-0.268 0,1.698 1.087 1,1.854 0.486 0,1.021 0.815 0,-1.694-1.505 0,-4.054 0.588-1,-1.406 0.039-1,3.314-2.898 2,-0.173 0.558-1,-0.375 1.003 0,0.412 0.146 0,0.561-0.043 0,0.622-0.165 0,-0.056 0.986-1,0.031 0.479 3,-0.158 0.572 1,0.485-0.829-3,0.293-0.288 1,0.367-0.434 0,0.392-0.500-1,-0.890 5.483 2,1.505-5.268 0,-0.037-0.197 0,-1.569 4.669 1,-0.545-1.950-3,-0.107 1.770-2,0.887-0.163 7,0.991-1.466-1,0.805-1.877-5,0.431 1.409 0,0.427-0.567 4,0.101 1.123 0,-0.070-1.914-2,-0.032 0.110 0,-0.027 0.029 0,-0.021-0.081 0,-0.014-0.236 0,-0.007 0.055 0,-0.001-0.182 0,0.000-0.118 0,0.002-0.308 1,0.000 2.427-2,0.002 0.068 1,0.000 1.147 1,0.000-0.755-1,0.000-0.743-2,0.000 0.397 0,0.000 0.636 2,0.000-0.449-1,0.000-0.920 1,0.000-1.010 1,0.000 0.051 3,0.000-13.970 0,0.000-0.173-2,0.000-0.099-4</inkml:trace>
</inkml:ink>
</file>

<file path=ppt/ink/ink3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04"/>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10010.318 2646.000 767,'0.000'6.119'0,"0.000"0.141"0,0.000 0.890-5,-1.253 0.599 4,-2.332-0.924 0,-0.021-0.629 0,0.475 0.583 0,0.926 0.096 1,0.750 0.415 0,0.596 0.773 0,0.487 0.158-1,-0.422-0.692 1,-2.949 0.109 1,-1.845-1.660 0,1.740 1.385 0,2.195-0.591-1,1.323 0.339-1,-1.356-1.015 1,-4.346-4.452 1,-0.314-2.119 0,4.771-5.608-1,1.649-0.131 0</inkml:trace>
</inkml:ink>
</file>

<file path=ppt/ink/ink3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05"/>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9978.318 2630.000 767,'0.000'6.261'0,"0.000"-0.197"0,-2.808 1.277-6,-2.133 0.439 4,-2.028 2.863-1,1.920-2.049 1,-0.384 1.404 0,0.202 0.386-1,0.551-0.278 3,0.570-1.045-1,-0.044-0.081 1,-0.182-0.011-2,-0.259 0.036-1,-0.293 0.064 3,0.190-0.355-1,-0.036 0.339 1,0.020 0.405-1,0.056 0.425 0,-0.174 0.744 1,0.111-0.046 0,0.121-0.202 0,0.120-0.291 0,-0.560 0.794 0,0.183-1.096 1,0.186-1.177-1,0.172-1.122 1,0.725-1.492 1,0.058-0.177 0,0.019 0.029 0,-0.007 0.162-1,-0.262 1.269-1,0.549 0.258 0,0.636 0.197 1,0.632 0.143-1,0.295-0.594 0,-0.051-0.413 0,-0.202-0.490 0,-0.279-0.498 0,-0.305-0.137 1,-0.296 0.098 0,-0.267 0.236 0,-0.226 0.303-1,-0.011 0.417-1,0.405-0.062 1,0.520-0.162-1,0.542-0.208 1,0.509-0.218 0,0.441-0.204-1,-0.049 4.059 1,0.784-1.711 0,0.395-1.414 2,0.268 0.404 2</inkml:trace>
</inkml:ink>
</file>

<file path=ppt/ink/ink3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07"/>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9642.318 2934.000 767,'0.000'6.205'0,"0.000"-0.169"0,0.000 2.008-5,0.000 0.282 4,0.000-1.857 1,0.000 3.124-2,0.000 0.473 2,0.000-1.472 0,0.000-1.855-2,0.000 0.700 0,0.000-0.190 3,0.000 1.111 1,0.000-0.962-1,0.000-1.109-1,0.000-0.271 0,0.000 1.028 0,0.000-0.023 0,0.000 0.361 0,0.000-0.204-1</inkml:trace>
</inkml:ink>
</file>

<file path=ppt/ink/ink3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09"/>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10458.318 2406.000 767</inkml:trace>
</inkml:ink>
</file>

<file path=ppt/ink/ink3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16"/>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10010.318 3094.000 767,'0.000'-6.310'0,"0.000"0.184"0,0.000-0.735-5,0.862 0.288 5,1.796 0.883-1,1.008-1.002 0,-0.260-0.715-1,1.136-3.864 1,-1.615 4.249 1,0.490-0.883-2,0.463-0.775 1,0.407-0.644-1,-0.363 0.626 1,-0.350 0.374 0,-0.487 0.558 0,-0.539 0.634 0,-0.533 0.695 0,0.611-4.445 3,-1.413 2.159 1,-0.855 1.935-1,-0.399 0.624 0,0.158-0.413-1,1.988-0.805 1,2.370 0.104-3,1.845 1.845 0,0.021 2.194 1,0.309-1.726 0,-3.051-0.110 1,0.022-1.562 0,0.034 0.577-2,0.935 0.833 0,-0.291-0.683 1,-3.142-0.168 1,-0.824-1.611 1,-0.354-0.483-2,1.567-0.675 0,1.396 0.527-2,1.017-1.549 1,-0.593 1.105-1,-1.037 1.682 1,-0.586-0.819 2,-1.307 1.457-1,-0.527-0.255 2,2.785-0.018 2,2.988 3.805-4,0.017-0.563 0,-3.688-3.098 0,0.888-1.204-1,1.069 2.889 1,0.705 0.458-1,1.573 0.534 1,0.249 2.462-1,-0.120 0.259 1,-5.186-5.180 2,1.381 0.225 0,4.163 4.492-2,0.112 1.178 0,0.548 0.526-2,-0.978-1.769 1,-4.557-6.178 2,-1.627 0.800 1,-0.336 0.657-4,1.466-0.167 1,4.856 4.260 2,0.061 0.354 0,-1.089-1.119-1,0.357-1.147-1,0.421-0.998 0,0.319-0.959 0,-1.027-0.638 0,-1.772-0.055 0,-0.515-0.421 1,0.611 0.281 0,0.687-0.554 1,0.030-1.816-1,-0.098 0.533 0,-0.193 1.473-1,-0.187 1.510-1,-0.521 0.794 0,-0.350-2.039 4,-1.900 0.128 1,-0.896-0.303 0,0.649-1.163-4,1.858 2.270 1,1.403-0.036-1,-0.404 0.531 1,-0.290-1.669-1,-1.917 1.156 1,3.197 1.707 2,3.174 3.495-1,-0.228 1.138-1,-0.786 0.036 0,-1.894-3.930 0,-5.055-2.883 1,3.452 1.640-1,3.292 4.248 1,-0.222-1.960-2,-1.138-1.212 0,-0.583-1.838 0,-1.138-1.142-1,-0.103 0.979 2,2.550 0.774 1,1.008 1.886-1,0.163-1.189-1,-2.435 0.666 0,-0.057-0.448 0,-0.045-0.254 1,-0.026-0.113-1,0.736-0.741-1,1.694-1.698 2,0.755-0.753-1,0.121-0.115 1,-0.274 0.280 0,-0.488 0.494-1,-0.573 0.579-2,-0.573 0.579 0,0.416 0.607 1,0.211 0.094 0,-0.141-0.029 3,-0.348-0.104 6,-0.450-0.143-1,-1.028 0.720-8,-0.341 0.155 1,-0.296 0.197-1,3.308-3.863 1,-0.421 0.497 3,-1.112 1.409 0,-0.876 1.156-1,-0.572 0.780 0,6.695 0.678 1,-4.867 2.496 0,4.283-0.333-1,-3.690 0.976-3,-12.909 1.058 3,0.266 4.480 1,2.117 3.505 0,-0.948-1.022-5,-0.927-1.656 1,-0.934-0.228 1,-0.901 3.130 3,3.590-3.831-1,-2.918 3.544-4,0.080-0.343 0,-0.025-0.323 3,0.194-0.536 0,0.428-0.698 0,0.075-0.245 0,0.075-0.173 0,0.315-0.348 0,-0.605-0.333 1,-1.407 0.019 0,1.168 0.337 0,1.811-0.555 2,1.476-11.014 0,3.409-1.935-2,-0.150 0.042-3,-0.029 1.406 0,-0.006-0.744 2,-0.003-1.170 0,0.000-0.816-2,0.277-0.106 1,1.587-0.940 1,1.817-1.004-2,0.782 1.311 1,0.900 0.839 0,0.614 0.725 1,0.358-0.531 1,0.168-1.095-1,-3.088 4.114-1,-0.452 0.180 0,1.364-4.636 0,-1.942 1.541 3,-1.341 0.870 0,-0.772 0.218 0,-0.377 0.323-1,-0.112 0.415-1,0.031 0.758 0,0.052 0.054 0,0.053-0.294 1,0.045-0.256 0,0.030 0.068-1,0.018 0.202 1,-0.775 13.747 3,-3.197-0.263-5,-1.430-1.663-1,-1.553-0.391-1,0.698 0.460 3,1.290-0.131-1,-0.275 0.688 0,-0.983 0.225 1,-0.671-1.277 0,0.014-0.487 0,1.642 0.413 1,1.042 1.491 0,-0.013 2.023-1,-0.581 2.456-2,2.555-4.919 1,0.368-0.168 0,-0.936 4.653 0,-0.261-1.639 1,-0.978-1.135 1,0.003-1.548-1,0.729-1.116 2,9.388-4.218 1,0.706-3.703 1,-1.746-3.178-5,0.639 0.031-1,-1.322-1.927 1,-0.490 0.833 1,1.437-0.597-1,1.273-0.292-1,0.681 0.086 1,0.323 0.129 0,0.298-0.070 1,0.146-0.058-1,-0.143 0.152 1,-0.141 0.120 0,-0.313 0.523 0,-0.241 1.693 0,0.649 1.530 0,0.558 1.590 2,0.325 1.037-1,1.135-0.693-1,1.123-1.376-1,-0.553-0.350-1,-3.179 1.275 1,-0.971 2.143 2,-7.197 6.597 2,0.722 0.820 1,0.214-0.956-4,-0.005 0.585 0,-0.004 0.546 0,-0.002 0.651-2,-0.001 0.582 2,-0.002-0.696-1,0.000-0.853 1,-4.148 3.084 0,0.802-4.564 0,-0.444-0.067 0,-0.230-0.220 1,-0.010 1.098-3,0.085 0.633 0,0.153 0.271 0,0.186 0.022 4,0.190-0.136 0,0.178-0.225-5,0.519-0.856 1,-1.500 4.348-1,1.602-2.198 1,1.265-1.739 6,0.813 1.893 1,0.801-1.430-3,0.057 2.147 1,-0.183-2.799-1,3.438-12.357-1,2.459 2.188-2,1.729-0.499-1,0.116-0.440-1,-0.105-0.623 1,-0.899-0.929 1,-2.117-0.671 1,-0.607-1.246 2,0.652-0.133-1,0.258 1.177-1,0.994-0.119-1,0.853 0.775 1,0.605 1.767-1,0.342-0.943 2,-2.442-2.863-1,-1.659-0.346 0,0.556-0.351-1,0.950 0.345 1,-0.393 2.836 0,1.216 1.724 0,0.383 3.498 1,-1.134 4.512 1,-5.604 2.913 0,0.268 0.317 0,0.013 0.445-3,-0.002 0.589 0,0.000 0.491 0,0.000 0.221 0,-0.447-2.303 0,-2.590-0.982 1,-1.565-0.623 2,0.725 0.648-1,-0.575 0.878-1,-1.077-2.433 0,-0.601-3.073 0,2.000-5.942 0,3.902-0.801-1,0.493 0.004 1,-0.095-1.269-1,-0.151-0.052 1,-0.026 0.189 1,-5.156 2.498 1,-0.814 2.167-2</inkml:trace>
</inkml:ink>
</file>

<file path=ppt/ink/ink3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21"/>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10218.318 2630.000 767,'0.000'6.254'0,"0.000"-0.176"0,-3.670 0.893-6,-2.592-0.444 4,-1.961 1.819 0,3.815-3.912 1,-0.172 0.157 0,-0.107 0.098-1,-0.059 0.052 1,-0.023 0.020 0,0.000-0.002 0,0.438-0.438-1,-3.532 3.524 0,1.150-1.145 2,0.967-0.963 2,-0.223 0.226 1,-0.741 0.744-1,-0.897 0.899-3,-0.493 0.626 0,1.600-0.829 1,2.355-1.461-1,1.437 0.707 3,2.381-0.571 2,1.162-12.574 0,0.104-0.126 1,3.878 0.671-7,-1.037 0.007 0,-0.521-1.095-1,0.327-0.394 2,0.752 0.074 0,0.433-1.125 0,-0.802-0.262 1,1.187 1.933 1,0.333 1.466 1,0.600-1.317-3,0.279-1.836 0,-1.051-0.438-1,-1.698 0.703 1,-1.328 1.333 1,2.207 0.121 2,1.025 4.091 0,0.896 1.591 1,-0.159 0.766-4,0.170-0.948 1,-2.741-4.347 1,-0.437-0.583 0,2.708 1.232-1,-2.033 0.023 0,0.726-0.414 0,0.637 2.428-2,0.832 3.209 1,0.175-0.063 1,-0.073-0.180 1,-7.018 6.591 0,-3.941-2.060 0,-0.562 0.740-1,0.298-0.291-1,0.660 1.276 0,1.055 2.595 0,1.086 1.108 0,-0.426-1.949-1,-1.102-2.536 2,-2.067-0.659 1,-1.491 0.964 0,1.084 0.967-1,2.017 0.493 0,1.831-0.443 0,1.291-0.703-1,0.797 2.346 2,0.462-1.079-1,0.041 2.053-1,-0.048-0.688 2,-0.032-2.222-3,-0.112-12.594 4,-0.059-0.767 0,0.008 0.332 0,0.005-0.021 0,0.001 0.168-3,0.000-1.996 0,0.000 2.208 0,0.700-0.324 1,1.382-1.296-3,1.333-1.216 3,1.160-0.487-1,0.612 0.946-1,0.277 1.169 2,-0.270 0.670 0,0.056-0.804 0,0.042-1.050-1,-0.337-1.053 1,-1.531 0.617 0,-1.135 0.791 1,0.819 0.377 1,1.223 0.211-2,-0.441 0.365 0,-1.146 0.338 0,-0.849-1.698 0,-1.321 1.899 1,-0.393-0.629 0,-0.228 0.104 0,0.269 0.315-2,1.447 0.915 0,4.933 3.890 3,-4.020 7.557 0,-7.395-0.891-2,0.275-0.078 0,-2.490-2.428 0,0.398 2.648 0,0.976 1.010-1,0.642-2.111 1,0.427 2.752 0,1.281 2.905-2,0.302 0.156 1,-0.283-1.104-1,-0.431-1.367 1,-0.368 1.154 0,-0.483-0.607 3,-0.379-2.020 1,-1.761-1.209-4,2.896-9.233 3,3.878-1.358 0,4.837 2.234-1,1.333 2.019-1,-2.489-3.126 0,-0.252-2.283-1,0.374 1.583 0,-0.260 0.174 0,-0.725-0.699 0,-0.924-0.526 1,-0.841-0.079 0,0.586 0.245 0,3.372 0.261 1,1.783 0.076 0,1.055-0.177-4,-0.706 0.763 0,-1.047 0.750 3,-0.939 0.568 0,0.002-0.306 0,0.161-0.402 0,0.194-0.323 2,-0.660 0.606-1,0.764-0.793-1,-1.412 1.439-1,0.587-0.563 0,1.884 1.684 2,0.587 2.280 2,-1.226 0.737-1,0.493 0.328-3,0.272-0.041 0,-0.102-0.108 1,0.061-0.005 0,0.647 0.002 0,0.433 0.002 0,-1.789 0.000 0,-0.102 0.000 0,0.618 0.000 0,-4.433-5.690 1,0.070-0.331 0,2.776 2.015-1,0.832 2.614-1,-2.631-4.644 2,-3.308-0.147-1,-5.639 3.385 0,-0.727 2.929 1,0.204 4.750-1,0.500-0.798-2,-2.182 0.675 1,-0.780 3.126-1,4.409-3.513 2,0.128 0.048 0,-3.063 4.498-3,2.417-0.713 1,2.070-1.335 3,0.009-0.707 1,-1.644 1.126-1,-2.037 1.122-1,-0.830 0.175-1,0.305 1.150 0,3.700-4.303 0,0.183 0.348 0,0.172 0.303 0,0.153 0.251 0,-0.961 0.110-1,-0.307-0.037 1,0.119-0.107 0,0.378-0.144 4,0.511-0.155 0,0.554-0.150-1,-1.596 3.979-5,0.208-3.254 2,-2.415-1.709 6,-1.669-0.226-2,2.321 0.079-3,1.185 1.301-1,1.188 2.156 1,1.594 0.449 1,1.024-0.384-1,0.506-0.070 0,0.187-1.246 0,0.047-0.501 0,-0.242 2.407 0,-3.675-2.753 1,-2.587-1.230-1,2.341 1.503 1,2.384 0.969 0,1.045 0.428-3,-2.063 0.278 1,-1.233-2.194 1,-1.853-0.899-1,-0.456-1.588 1,1.148-0.018 0,0.810 1.730 1,1.428 2.054-1,1.360 0.006 0,-1.479 0.286 0,-3.343-2.635 1,-2.190-0.061-1,-1.125-0.373-1,0.691 3.056-1,2.528 2.073 2,2.001-0.237 1,1.183-2.555-2,-0.867-1.513 1,-3.750-2.319 2,1.708 1.336-3,-2.828 3.201-1,4.104-3.323 2,-3.486 2.707-2,2.165-2.332 1,0.264-1.434 1,-0.712-2.756 0,3.207-5.437 3,3.427-0.821 1,-0.073-1.664-1,0.000 0.419-4,0.000 1.030 1,0.000-1.708-1,0.000-0.460-1,0.778 1.601 2,3.349 0.168 0,1.426 3.786 1</inkml:trace>
</inkml:ink>
</file>

<file path=ppt/ink/ink3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23"/>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10090.318 2806.000 767,'0.000'6.394'0,"0.000"-0.135"0,0.000-0.126 0,0.000-0.028 0,0.000 0.004 0,0.000 0.000 0,0.000 0.000 0,-2.002 1.602-14,-1.505 0.044 15,-0.740 3.627 0,2.446-4.696-1,0.317 0.493 0,0.323 0.371-2,0.299 0.264 1,0.120-1.178 0,-0.123-0.424 0,-1.514 4.625-1,-0.987-2.081 3,-0.036-1.093 1,0.617 0.755 0,0.815 1.464-2,0.790 1.427 1,0.836-5.312-1,0.124 0.166-1,0.095 0.849 0,0.087-0.299 0,0.057-0.422 1,0.081 3.785 0,0.003-2.118 2,-0.005 0.042 0,-0.022-0.282-2,-0.028-0.874 1,-0.019 1.774-1,-0.247 0.825 1,-1.304-3.450-1,-3.479-0.867 2,-1.295-1.020-1,3.395 2.432-1,2.391-0.339 1,0.657 1.674-2,0.066 0.214 0,-0.145-0.951 1,-4.883-0.021 1,0.754-1.705 0,0.058 0.250-2,-0.873 0.716-1,-1.368 1.047 1,-0.871 0.439 0,-0.454 0.888 0,3.802-3.913 1,0.056 0.314-1,0.072 0.290 0,0.485-0.259 1,-2.017 5.070-2,1.652-0.456 1,1.446-0.561 4,1.051 0.065-2,0.747 0.511 0,0.397 0.211-2,0.149 0.279 10,-0.001-2.236-15,-0.017-2.041 1,-0.181-12.170 10,-0.075 0.060 0</inkml:trace>
</inkml:ink>
</file>

<file path=ppt/ink/ink3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24"/>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9978.318 3286.000 767,'0.000'-6.107'0,"0.000"-0.153"0,0.000-0.558-5,0.000-2.535 4,0.000 1.156 0,0.000-0.809-1,0.000 0.134 0,0.000 0.952 0,0.000 1.022 3,0.000-1.491 1,0.000-0.730-1,0.000 1.171 0,0.000-0.217-2,0.000-0.229 0,0.000-0.096 1,0.000 0.613 0,0.199 1.010 0,1.222 0.714 0,1.563 0.078 0,1.209-1.094 0,-0.722-0.325 0,-1.148 0.019 0,-1.071 0.614 1,-0.736 0.636-1,0.834-1.356 0,2.143-2.765-1,-1.306 4.697 0,1.744-4.688 0,-1.195 2.070 0,-1.196 1.941 1,-0.170-0.437 1,1.674 0.865 0,2.104-0.554 0,-1.829 1.427 0,-0.433-2.852-1,0.607 1.869 0,2.606 0.987 2,-2.773-1.978-2,-0.972-3.003-2,-1.104-0.008 1,-0.753 1.314 0,-0.391 1.446 1,-0.176 0.903 0,0.544-1.947 0,2.856 0.559 1,0.465 2.111-1,-0.179-1.533 0,-1.338 0.321 1,-0.832-0.157-1,-0.457-0.012 0,1.935-0.743 0,2.322 4.167 1,1.231 2.701 0</inkml:trace>
</inkml:ink>
</file>

<file path=ppt/ink/ink3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28"/>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9434.318 2950.000 767,'0.000'6.253'0,"0.000"-0.210"0,0.000 0.486-5,0.000 0.821 5,0.000 1.148-1,0.000 2.871-2,0.000-4.804 1,0.000 0.462 1,0.000 0.244-1,0.000-0.195 1,0.000-0.372 1,0.000-0.467-1,0.000 4.947 0,0.000-1.438 2,0.000-1.257 1,0.000-0.997-1,0.000-0.606 0,0.000-0.376 5,0.000-12.672-3,0.000-1.034-2,1.337 0.962-3,4.442 1.423 0,0.444-3.117 2,-2.739 1.983 0,-0.169-0.699-1,-0.337-0.366-1,-0.426-0.123 0,-0.464-0.848-1,-0.435-0.263 1,-0.396 0.171-1,-0.345 0.443 3,-0.287 0.590 3,-0.088 0.642-1,0.739-4.041-4,0.659 2.767 1,0.744 1.996 2,3.014-1.314 2,-0.640 2.163-2,0.154-1.137 0,-1.105-2.663-1,-1.187-0.869 1,-1.128-2.355-2,-1.238 5.571-1,-0.181 0.108 2,-0.027-6.324 2,-0.328 6.197-4,-0.063 0.252 1,-0.107-3.962 1,-0.016 0.876 1,1.266-0.592 0,2.391 0.774 1,0.704 2.680-2,2.141 5.709 0,-5.361 6.531 1,-0.911 1.357 0,-0.943 0.418 0,-1.419-0.559-1,-1.600 2.461-2,1.412-3.593 0,-0.254 0.744 1,-0.197 0.678 2,-0.146 0.588-5,0.233-0.285 2,0.248-0.251 0,0.329-0.437 1,0.361-0.535 0,0.362-0.566-1,-0.676 5.106 5,1.175-2.154 5,0.732-0.994-9,0.388 1.414 3,0.141 2.167-4,-0.095-4.989 1,-1.526 4.797-1,-0.627 0.116 1,-0.231 0.541 0,0.049-0.075 1,0.216-0.449 0,0.302-0.641-2,0.329-0.706-1,0.318-0.687 0,0.285-0.617 1,-0.037 2.537-1,-0.222 1.333-1,-0.322 0.550 9,-0.354 0.024 3,-0.345-0.299-5,0.039-1.379-6,0.143-1.236 0,0.238-1.325 1,0.280-1.275-1,0.284-1.142 2,-0.317 3.885 2,0.759-2.425 0,0.456-1.251 0,0.223-0.476-1,0.079 2.671 1,-0.060-2.193 0,-0.007-0.113 2,0.029 4.189 10,-0.038-4.386-15,-0.035-12.848 4,-0.016-1.555 0,0.000-1.352 0,0.000 2.693-2,0.000 0.325-1,0.000-1.624 0,0.000-1.375 0,0.000 0.970 0,0.000 1.158 0,0.000 0.329 1,0.000-0.873 0,0.000-0.073 1,0.000 0.897-1,0.000 0.656 1,0.000-1.938-1,1.744 2.218 0,3.527 2.531 2,0.160-1.753-1,-2.432-0.789-1,-2.460 12.171 2,-0.529 1.081-1,-0.009-0.466-2,-0.002 1.888-1,0.000-1.224 0,0.000 0.408 1,0.000 0.318 1,0.000 0.836 0,0.000 0.728-2,0.000-1.403 1,0.000-0.763 0,0.000-0.826 1,0.000-0.508 2,0.000-0.052-1</inkml:trace>
</inkml:ink>
</file>

<file path=ppt/ink/ink3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30"/>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9498.318 3366.000 767,'0.000'6.028'0,"0.000"0.124"0,2.636 0.044-5,2.716-0.372 4,-0.460 0.656 0,0.780 2.365-1,-0.087 1.149-1,-1.440-1.176 1,-1.568-1.725 1,-0.923 0.792 2,-1.411-1.639 1,-0.143 1.376 0,1.911-0.976 1,2.404 0.540-4,2.017-1.453-1,0.165-1.907 2,-1.592 1.327 0,-0.963 3.091-1,0.042 0.259 1,0.480-2.269 0,-0.277-1.732 0,-0.089 1.598 2,-1.455-0.228-1,2.273 3.790-1,-0.515 0.501-1,-1.405-1.796-1,-0.884-1.212 0</inkml:trace>
</inkml:ink>
</file>

<file path=ppt/ink/ink3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34"/>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9466.318 2982.000 767,'0.000'-6.033'0,"0.000"-0.149"0,0.000-0.779-5,0.774 0.185 5,1.655-6.338-3,-0.106 2.177 0,0.523-1.806 0,0.421-1.396-1,0.322-1.030 0,0.237-0.132 1,0.164 0.453 0,0.105 0.794 0,0.062 0.954 0,1.313-1.315 2,0.180 0.042 4,-0.363 0.336-1,-0.220 0.489 4,-0.112 0.543-4,-0.038 0.530-5,-0.436 0.478 1,-0.644 0.406 3,-0.719 0.327 0,-0.750 2.336 0,-0.080 0.684-1,0.048 0.715 1,0.131 0.694 0,-0.188 0.736 0,-0.158 0.146 0,-0.222-0.008 1,-0.256-0.114-1,-0.199-0.561-1,-0.287-0.219 1,-0.263-0.217-1,-0.231-0.202 0,0.067-0.677 0,0.178 0.434-1,0.283 0.595 1,0.328 0.655-1,2.266-4.384 2,-0.303 2.042 0,-0.947 1.357 1,-0.932 0.529-1,-0.849 0.749 1,-0.302-1.922-1,3.685 1.999 1,1.938 4.550-1,1.872 1.164-1,-1.716 0.021 0,0.887-1.117-1,-1.355-2.027 0,-0.851-1.757 1,-0.609 0.452-1,1.688-1.478 2,-1.251 1.791-1,2.197-0.220 0,-0.688 2.454 0,-0.199 0.682 0,1.271-2.898 0,-2.092 0.022 0,0.837-1.318 0,0.501-1.872-1,-1.588-0.684 0,-0.587-0.657 1,0.593 0.091 0,1.039 0.321 0,2.096-1.141-1,-3.311 4.293 0,-0.069 0.223 0,0.112-0.010 0,0.025 0.053 0,-0.036 0.093 0,-0.020-0.138 0,-0.187-0.107 1,-0.214-0.152 1,-0.220-0.173-1,-0.209-0.176 0,-0.343-0.013 0,-0.500 0.235-1,1.561-4.355 1,-1.908 1.482 1,2.762 0.447 1,1.937 0.907 5,0.633-0.735-8,-4.066 3.008-1,3.686-3.606 1,-0.732 2.486 1,-0.369 1.918-1,-4.703 9.629 4,-1.933 0.328 0,-4.854-2.452-1,-2.376 0.410-2,0.862 2.962-2,-0.869 1.958 0,3.387-4.183 0,-0.778 0.564 1,-0.037-0.585 0,0.030-0.753-1,-4.353 1.941-1,0.964-1.403 8,1.099-0.354-4,0.275 2.152-2,0.897 3.106 3,-0.069 0.402 0,-0.546-0.389-6,-0.621-0.621 3,-0.173-0.825 2,-0.396-0.183 0,-0.272-0.037-1,-0.152 0.029 0,1.723-1.115 0,1.697-0.422 0,1.701-0.393 0,0.549-0.019 1,-0.627 0.028 0,-1.100 0.515-1,0.252 0.182 0,1.238-0.456 0,0.793 1.960 0,1.410-2.117 0,0.596 1.219 1,-0.101-0.969 0,-0.149 0.383-1,-0.025-0.290 1,0.008-0.179-1,0.001-0.103 1,-4.504 0.010-1,-3.242-2.928 1,1.514 0.451-2,-0.091 0.963-1,-0.153 0.863 1,-0.321 1.100 0,-0.188 2.039 0,3.560-3.605 0,0.048 0.394 0,0.275 0.181 0,-0.070 0.853 0,-0.102 0.933 0,-0.115 0.924 0,-0.142 1.108 0,0.394-0.288 0,0.496-0.649 0,0.521-0.823 0,0.495-0.866 0,-0.316 0.251 2,-0.673 0.363 1,-0.887 0.632-1,-0.937 0.739-2,0.090-0.518 1,0.251-0.425-1,0.484-0.631 1,0.590-0.710-1,0.610-0.703 1,-2.184 4.081 3,-1.645 0.056-1,2.311-4.706-2,-0.148-0.197-1,-0.081-0.184 1,0.042-0.258 0,-3.710 3.658 0,0.935-1.112 0,1.732-0.672 1,1.806-0.279 0,0.863-0.108 1,-0.188-0.229 0,-0.639-0.198-1,-0.859 0.043-1,-0.578-0.131 0,-0.375-0.094 0,0.736 2.370-1,1.048 1.935 2,0.378 0.970 0,-0.249-1.055-3,-0.577-1.406 0,-1.044-0.217 2,-1.732 1.704-1,2.657-4.074 0,-0.362 0.501 0,-0.418 0.792 0,0.396-0.251 0,0.586-0.473 0,0.660-0.576 0,-1.145 3.883 1,2.028-0.561 4,1.426 0.660-3,0.722 0.600 0,0.255 0.118 0,0.066 0.975-1,-0.060-0.675 10,-0.086-3.337-14,-0.053-13.684 7,-0.106-0.043-3,0.002-2.259-3,0.002-0.412 1,0.002 0.676 0,0.000 1.056 1,0.000 0.146 1</inkml:trace>
</inkml:ink>
</file>

<file path=ppt/ink/ink3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37"/>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9450.318 3126.000 767,'0.000'6.121'0,"0.000"0.541"0,0.000-0.118 0,0.000 0.000 0,0.000 0.360-9,0.000-0.730 10,0.000 0.003 0,0.000 1.729-2,0.000 1.334-1,0.000 1.227 0,0.000 1.053 0,0.255-3.885 1,0.394 0.016 0,0.450-0.599 1,0.448-0.937-1,2.530 3.417 5,-0.302-1.367-4,-1.131 0.092-1,-1.161 0.036 1,-0.784-0.946 0,-0.454-0.858 0,-0.306 1.916 2,-0.353-14.416-4,0.413-1.070 4,0.000-1.008 2,0.000-0.869-2,0.000 0.590-4,0.000 1.390 2,0.000-1.708 0,0.000-0.988-1,0.000-0.615-1,0.000 0.225-1,0.000 0.081 3,0.000-1.539 2,0.000 5.104-3,0.000 0.068 1,0.000-5.094-2,0.000 2.182 2,0.000 1.898 2,0.000-0.274-1,0.000-1.475-1,0.000-0.486-1,0.000-0.676 1,0.000-0.379-1,0.000 0.446 0,0.000 1.218 1,0.000 1.303 0,0.000-0.019 2,0.000 0.293 0,0.000 1.125 4,0.000 12.446-3,0.000 2.140-4,0.000-0.392-1,0.000 0.006 0,0.000-0.170 0,0.000-0.081 1,0.000-0.400 1,0.000-0.751 0,0.000-0.389 0,0.000 0.789 0,0.000 1.211-1,0.000 3.260 0,0.000-3.209 0,0.000 0.757 1,0.000 0.375 1,0.199-1.744-2,0.320-0.420-1,0.382-0.526 0,0.398-0.564 0,2.616 5.704 2,-1.752-5.522 2,-0.233 0.140-1,-0.313 0.230-1,0.509 4.844 0,-0.943-1.372 0,-0.671-1.737 1,-0.371-1.263 1,-0.183-0.541 0,1.148-0.133-2,4.458-0.567 3,-0.066 1.201-2,-2.030-0.823-1,1.138-2.317-1,1.600-4.415 1,0.010 0.539-1,0.006-0.011 2,0.231-1.083 0,-4.088-5.082 0,-2.202-0.926-1,-0.284-2.156 0,0.025 2.224-1,0.025 0.383 0,0.028-3.269-1,0.022-0.710 3,0.014 1.209-1,0.007 1.907-2,0.003-0.366 1,0.000 0.834 3,-0.003 0.943-1</inkml:trace>
</inkml:ink>
</file>

<file path=ppt/ink/ink4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39"/>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9514.318 2838.000 767,'0.000'6.052'0,"0.000"0.150"0,0.000-0.078-5,0.000 3.465 4,0.000 3.190-1,0.000-4.652 0,0.000 0.104 0,0.000-0.278 0,0.000-0.494 0,-0.774 4.266 1,-0.213-5.756 1,-0.455 0.184 1,-0.705 1.793-1,-0.053 0.219 0,0.146 0.123 0,0.258 0.053-1,0.422-1.056 1,0.256-0.390-1,0.243-0.449 1,0.218-0.458 0,0.155 0.301 0,0.015 5.327 4,0.405-1.756-2,0.169-0.868-1,0.055 0.397 0,-0.016 0.880-2,-0.038 0.873 0,-0.058-5.128 0,-0.008 0.392 1,-0.007 0.369-1,-0.005 0.469 0,-0.004-0.498 0,-0.004-0.691 1,-0.003 3.841-1,-0.003-2.525 3,-0.002 1.075 0,0.002-0.125 1,0.003 0.739 0,0.001-0.933-2,0.000-14.336 2</inkml:trace>
</inkml:ink>
</file>

<file path=ppt/ink/ink4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43"/>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9786.318 2278.000 767,'-6.313'0.000'0,"0.217"0.000"0,-0.764 0.000-5,-1.702 2.248 4,-0.324 1.274 0,-2.468 1.044-1,4.967-1.881 0,-0.408 0.262 0,-1.523 0.994 0,0.087 0.393 1,0.297 0.326 0,1.725-0.854 0,-0.018 0.074 1,-0.105 0.058 0,-0.162 0.043 1,-1.060 0.451-2,0.376-0.487 1,0.534-0.603-1,0.595-0.632 1,-5.246 0.932 1,5.358-2.547 1,-5.198 0.087 1,1.744-0.879-1,1.104-0.454-4,-1.322-0.173 0,-1.805 0.013 2,0.285 0.085 1,1.439 0.094-1,1.425 0.070 1,1.035 0.042-1,1.080 0.413 2,0.067 4.238 1,-0.636 1.105-2,2.332-1.615-2,-0.304 3.448 0,3.117-1.141 1,6.366-2.798 1,1.416-4.136 0,-0.193-1.832 0,-0.569-1.687-2,5.018-0.090 1,-0.066 0.788-3,0.378-0.861 1,-5.267 1.683 1,0.223-0.272 0,0.274-0.254 1,0.297-0.228-1,0.846-0.630 1,-0.141-0.170-1,-0.292-0.108 0,-0.372-0.060 0,-0.455 0.439 0,0.044 0.372 2,0.152 0.455-1,0.218 0.484 0,0.595 0.158 1,0.080 0.152-1,0.014 0.029 0,-0.031-0.053 0,-0.059-0.104 0,-0.119 0.063-1,-0.284 0.213 1,-0.318 0.279 0,-0.319 0.302-1,5.005-0.571 1,-0.313 0.916 1,-0.495 0.700-1,-1.727 0.382 3,-1.582 0.119-1,-0.685 0.027 0,2.290 0.031-2,0.104-0.073 1,-2.188-0.064 0,-0.169-0.020-1,2.718-0.012 0,-1.236-0.006 1,0.010 0.001-2,-1.374 0.005 1,-0.200 0.002 0,0.234 0.000 1,-0.335 1.835 0,-5.629 4.331 0,-0.784 0.440 0,-3.982-0.826-2,-0.594-0.313 0,-0.971 0.745 0,0.004 0.082-1,1.358-0.103 2,1.505 0.109-1,-0.029 1.213 1,-1.148 0.270 1,-0.639-1.594-1,-0.728-1.844 0,-1.990-0.308 1,1.767-0.686-1,-0.971 0.556-1,-0.701 0.363 1,-0.438 0.337-2,0.303-0.008-1,0.552-0.116 1,0.664-0.175 0,0.681-0.198 0,0.814-0.575 3,-3.590 1.921 0,1.362-2.120 2,-2.845-1.689 2,3.704-1.229-4,-0.657-0.192 0,0.773 0.076-1,-5.020 1.201-3,1.969 1.527 0,-0.089 0.395 4,-2.140-0.296 0,5.127-1.845-1,0.164-0.296-1,0.248-0.266 0,-5.204 0.091 0,5.007-0.604 0,-5.140-0.129 0,0.751-0.152 4,2.058-0.045 0,2.109 0.009-3,-1.821 0.000-1,0.006 0.072 2,0.022 0.021 2,0.963 0.012-3,-1.215 0.006-3,0.023 0.201 4,2.595 1.219 1,-0.193 1.562-1,-0.964 1.276-3,0.420-0.763 1,0.497-1.212 2,-2.514-0.755 0,-0.062-1.323-1,2.933-2.837 2,10.219-2.961-1,0.788 0.750 0,0.554 2.641-1,3.185-0.939-1,0.251-1.488 0,-2.543 1.250-1,0.510-0.546 1,-1.093 0.369 0,-0.104-0.192 0,-0.189-0.145-1,-0.237-0.104 0,-0.016 0.168 1,0.135 0.342 1,0.229 0.439 0,0.278 0.478 0,1.819-0.572 1,0.264-0.434-1,0.134-0.656 0,0.044-0.732-1,-0.858 0.270 0,-0.599 0.374 0,-0.678 0.578 0,-0.674 0.659 1,5.972-1.585 2,-4.155 2.460 1,0.582-0.138 0,0.346-0.231-2,-1.282-0.113-3,-0.297-0.658 0,-0.383-0.743-1,-0.414-0.749 1,-0.960 0.372 2,-0.283 0.143 1,-0.238 0.329-1,4.484-2.864 0,0.307 2.042 4,0.226 2.062-3,0.858 1.467-2,0.172 1.016 0,-1.047 0.510 13,-3.023 0.144-17,-12.927 0.300 9,-0.583 0.365-2,-1.122 2.074-4,-2.282 2.023-1,4.634-2.123 1,-0.269 0.180 0,-0.197 0.113 1,0.112-0.071 0,-0.103 0.033 0,-0.080 0.015 0,-0.058 0.003 0,-0.041-0.005 1,0.761-0.528-1,-5.065 1.815 1,0.846-1.184 0,0.750 0.202 3,-0.463 1.439-1,4.204-1.907-2,-0.166 0.147 0,-0.176 0.083-1,-0.167 0.038 0,-1.248 0.006 0,-0.425-0.013 0,0.112-0.024 1,0.433-0.029 2,0.591-0.029 0,0.118 0.512-3,-0.112 0.298-1,0.185-0.089 1,0.364-0.335 2,0.456-0.472 0,-4.188 2.863 0,1.080 0.816-2,0.633-1.037 4,0.228-0.108-3,-0.166 0.192-1,-1.134-1.136 1,-1.374-1.601 0,0.880-0.669-1,2.294 0.625 0,1.649 1.057 4,-1.784-0.321 0,-1.641-1.222-4,1.528-0.020 0,2.052 0.663 1,0.718 0.947 0,-1.261 1.017 2,1.048 0.623-1,0.858-0.937-2,-3.137 0.320 1,1.096 0.559 1,2.388-0.191-1,-0.902 1.099-1,-0.741 0.243 1,-0.633 0.076-1,-0.049-0.465 0,-0.139-0.198 0,-1.477 1.279 1,3.263-3.383-1,-3.975 3.911 0,1.249-0.831 1,2.121 0.517-1,1.803 1.482 1,0.412 0.856 0,-0.670-2.813 0,-2.543-1.930 4,6.950-11.685 1,3.635 1.625-4,-0.718-0.979 0,-3.272-1.588-2,-0.431 0.472 0</inkml:trace>
</inkml:ink>
</file>

<file path=ppt/ink/ink4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44"/>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9386.318 2502.000 767,'0.000'6.659'0,"0.000"-0.126"0,0.000-0.128 0,0.000-0.009 0,0.000-0.308-9,0.000 0.083 8,0.000 3.121 1,0.000 0.967-1,-0.325-3.930 1,-0.500 0.844-1,-0.568 0.917 1,-0.566 0.888-2,-0.453 0.630 1,-0.281 0.166-1,-0.171-0.046 0,-0.089-0.173 0,-0.030-0.237 1,0.008-0.256 0,-0.192 2.211 0,-0.300 0.864 0,-0.342-0.038 4,-0.337-0.590 5,-0.308-0.881-11,-0.263-0.986-1,0.768-1.947 1,0.372-0.644 2,0.477-0.538-1,0.516-0.433 0,0.508-0.335 3,-1.906 6.062 4,1.026-4.894-3,-0.404 0.371 2,-0.260 0.193-2,-0.148 0.062-1,-0.317 0.946-3,0.435-0.190 0,0.563-0.270-1,0.599-0.298 1,0.572-0.292 2,0.462 0.275 1,0.475-0.067 0,0.375-0.009 0,0.280 0.027 0,-0.157-0.310 0,-0.408-0.486-1,-0.523-0.549 1,-0.547-0.538 0,-1.804 3.401 0,0.643-1.397 1,1.109-1.339-1,0.854-0.540 1,0.502 0.850-2,0.439-0.708 1,0.392-0.048-1</inkml:trace>
</inkml:ink>
</file>

<file path=ppt/ink/ink4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46"/>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9354.318 2566.000 767,'0.000'6.026'0,"0.000"0.156"0,0.000 1.136-5,0.000 1.831 4,0.000-1.168 0,0.000 2.441 0,0.000 0.777-1,0.000 0.866 0,0.000-5.551 0,-0.274 2.387 0,-0.420 0.441 1,-0.472 0.292 0,-0.462 0.175 0,-0.418 0.089 0,0.001-0.850 0,0.117-0.768 0,0.227-0.885 0,0.277-0.888 0,-0.558 3.955 4,0.925-2.612 2,0.610-1.575-3,0.353 0.162 0,0.153 3.431 0,0.054 2.232 0,-0.053-5.507-4,-0.004-0.082 0,-0.006-0.221 0,0.031 6.205-1,-0.053-6.485 4,0.005 4.640 1,-0.022-2.505-1,-0.010-1.293-1,-0.007 1.863 2,-0.003-2.309 0</inkml:trace>
</inkml:ink>
</file>

<file path=ppt/ink/ink4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47"/>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9562.318 2438.000 767,'-4.392'4.392'0,"0.111"-0.112"0,-0.632 0.632 0,0.045-0.045 0,0.000 0.002 0,-0.002 0.001 0,-0.839-0.536-12,-0.843-0.133 15,-1.144 0.496 0,-0.361-0.028-9,0.165-0.362 6,0.491-0.549-2,1.145-0.489-1,0.926-0.149 2,-2.479 3.075-2,2.080 0.952 9,1.058-0.137-1,0.080-0.524-5,0.246-1.767 0,-1.642-1.074 0,-1.097-2.348 1,3.053 4.543 0,2.966 1.079 1</inkml:trace>
</inkml:ink>
</file>

<file path=ppt/ink/ink4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53"/>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10154.318 3190.000 767</inkml:trace>
</inkml:ink>
</file>

<file path=ppt/ink/ink4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57"/>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10218.318 3334.000 767,'0.000'6.063'0,"0.000"0.139"0,0.000 0.610-5,0.000-0.006 5,0.000-0.718-1,0.000 0.963 0,0.000 0.622 0,0.000 0.862 0,0.000-0.461 1,0.000-0.748-1,0.000 0.755 1,0.000-1.895 0,0.000 0.504 0,-4.492-2.522 2,-2.574-3.729 0,0.479-0.550-1,0.588 0.001-3,-0.204-0.142 1,4.643-7.117 2,1.346-0.450 1,0.199 1.251-4,0.046-2.050 0,0.012-1.763 0,-0.007-1.302 1,-0.021 5.514 0,-0.003-0.142 0,-0.003-0.096 1,0.001-5.401-1,-0.006 0.281 0,-0.002 0.310 1,-0.002 0.695 0,-0.001 1.839 0,0.001 1.723 1,0.001-1.297 2,0.000 0.342-1,0.000-0.905-1,0.000 0.239 0,0.000-0.675-1,0.000 1.414-1,0.000-2.647 0,0.000 3.652 0,0.000-0.249 0,0.000 0.081 1,0.000 0.283 0,0.000 0.389-1,0.000-5.061-2,0.000 4.464 1,0.000-0.916 0,0.000-0.285 5,0.000 0.148 3,0.000 0.421-6,0.000-0.415-2,0.000 0.180-1,0.000 0.095 1,0.000 0.034 1,0.000-0.371 2,0.000-0.001-1,0.000 0.002 1,0.000 0.004-1,0.000 1.180 0,0.000 0.316 0,0.000 0.341 0,0.000-5.214 0,0.000 1.065 0,0.000 0.959 0,0.000 1.470 0,0.000 1.211 2,0.000-0.093 5,0.000 13.470-4,0.000 1.752-1,0.000 0.205-4,0.000 1.009-1,0.000-0.004 0,0.000 0.036 1,0.000 0.232 0,0.000 0.281 2,0.000 0.544 0,0.000-4.489 1,0.000 0.630-2,0.000 0.597 0,0.000 1.211 1,0.000 0.262-1,0.000 0.086 0,0.000-0.030 0,0.000-1.490 0,0.000-0.520 1,0.000-0.584 0,0.000 4.667 0,0.000-1.089 4,0.000-0.557-2,0.000 0.039-2,0.000-2.107 0,0.000 1.410 0,0.000 0.649 1,0.000-0.451 1,0.000 0.512-4,0.000 0.497-1,0.000 0.457 0,0.000 1.558 1,0.000 0.157 1,0.000-0.008-1,0.000-1.704 1,0.000-0.715 0,0.000-0.824 2,0.000-0.850-1,-0.238-0.338 1,-0.386 0.027 1,-0.463 0.273 1,-0.485 0.422-3,-0.700 2.618 0,-0.010 0.535-1,0.197 0.360 0,0.306 0.222 0,0.498-2.101 0,0.254-0.694 0,0.234-0.814 0,0.208-0.838 1,0.152 0.161-1,0.168-0.395 5,0.126-0.204 0,0.090-0.069-3,0.053-1.176-1,0.082 4.906 1,0.039-1.560-1,0.010-1.284 2,0.026-14.925-4,-0.161-0.987 5,0.000-0.905 2,0.000 1.585-5,0.000-2.071-2,0.000-1.594 1,0.000-0.238-1,0.000-0.807 1,0.000 5.696 0,0.778-4.386 1,1.570 2.816 0,1.649 0.930 2,0.021-2.667 3,-1.288 0.054-5,-1.168 0.837-3,-0.790 0.501 2,-0.505 0.429 0,-0.271 0.299 0,-0.086 1.120 0,-0.022-0.292 0,0.002-0.802 4,0.027 0.049 0,0.027 0.059-2,0.025 0.325-1,0.017 0.558-1,0.011-0.046 1,0.006-0.590 0,0.001 0.193 0,-0.001 0.615 1,-0.001-2.597-1,-0.002-1.739-1,-0.001-0.350 2,0.000 0.458-1,0.000-0.791-3,0.000 0.563 4,0.000-0.560-3,0.000 4.415 1,0.000-0.022 0,0.000 0.211 3,0.000-4.461-1,0.000 1.116-4,0.000 0.356 5,0.000 1.294 0,0.000 0.571-1,0.000-1.051-1,0.000-1.436-1,0.000 1.717 0,0.000-0.054 0,0.000-1.154 1,0.000 1.468 2,0.000 1.479-2,0.000 0.145 0,0.000-1.835 1,0.000 0.157 0,0.000 1.025-1,0.000 0.796-2,0.000-0.060 0,0.000 0.170 4,0.000 0.274-1,0.000-0.137 0,0.000-1.200-1,0.171-0.586 0,1.042 0.385 0,1.323 0.519 0,1.215 0.203-1,-0.102 0.063 0,-1.039 0.271 1,0.532-2.466 1,1.630 0.565 0,-0.382 1.199-1,-1.220 0.890-1,-0.803-1.751 0,-1.596-1.073 2,-0.729 1.717 0,0.085-0.269-1,1.451 1.536-1,3.917-0.842 2,-1.710-1.313 0,-1.109-0.623-1,-0.495 2.030-2,1.068 1.088 1,2.842 3.812 2,0.455 2.630 0,-0.236-0.250 0,-0.163-0.315 0,-0.078-0.072-1,0.073 0.026 0,-0.169-1.176 0,-2.003-4.969 1,2.822 0.938-2,1.816 2.382 0,-1.540 0.047 0,-2.143-4.053 3,-3.295 0.483-1,-0.667-0.214-2,3.240-0.438 0,0.999 3.435 1,1.458-0.896 1,-0.296-0.968-2,-1.702-0.637 0,-1.445-0.594 1,0.553-0.673 0,0.899 0.194-1,0.501 0.516 1,0.614 0.063-1,0.866-0.406 0,0.583-0.304 0,-0.351-0.669 2,-2.029-0.145-1,-1.968-0.404 1,-1.615 0.119 0,-0.941 1.417-1,-0.670 0.050 1</inkml:trace>
</inkml:ink>
</file>

<file path=ppt/ink/ink4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59"/>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9930.318 2870.000 767,'0.000'6.185'0,"0.000"-0.153"0,0.000-0.012-5,0.000 0.904 5,0.000 0.384-1,-0.325-0.342 1,-3.854-1.361-1,-0.858-1.391 1,0.900 3.057 0,2.494-1.348 0,0.810 0.087 0,0.529 3.422-2,0.306 0.742 2,0.117-1.171 1,0.013-1.679-3,0.009 0.802-1,-0.078-2.096 5,-0.047 0.488-1</inkml:trace>
</inkml:ink>
</file>

<file path=ppt/ink/ink4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5:03"/>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9610.318 3318.000 767,'0.000'6.309'0,"0.000"-0.222"0,0.000 0.577 0,0.000 0.003 0,3.844-0.971-8,2.725-2.354 9,-2.391 4.531 0,-2.893-0.823-1,-0.798-0.723-1,-0.344 0.159 0,0.814 1.051 0,2.438 2.507 1,0.397 0.378-1,0.123-1.372-1,0.562-2.461 1,0.824-0.476 1,-0.594 3.488 5,-1.839-0.102-6,-1.179 0.028-1,-0.645-0.196 1,-0.292-3.205 2,3.283-1.582 0,2.391-5.448 1</inkml:trace>
</inkml:ink>
</file>

<file path=ppt/ink/ink4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5:07"/>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9658.318 3318.000 767,'0.000'6.196'0,"0.000"-0.160"0,0.000 0.826-5,0.000-0.208 5,0.000 1.920-1,0.000-2.532 0,0.000 0.245 0,0.000 0.474 0,0.000 0.617 1,0.199-0.078 0,1.222-0.367 0,1.563-0.137-1,1.438-0.048 0,0.418-1.553 1,-2.676-11.239 4,-2.196 0.037-1,0.034-0.594-3,-0.002-0.568-1,0.000-0.587 0,0.000 0.036 0,0.000-1.839 0,0.000-0.501 1,0.000 2.037-2,0.000 0.194-1,0.000-0.324 5,0.000 1.052-1,0.000 1.029-1,0.000-2.109 0,0.000-0.202 1,0.000-1.204 0,0.000 0.882-2,0.000-0.964 0,0.000 0.237-1,0.000 0.726 2,0.000 0.796 0,0.000 0.665 0,0.000 0.199 1,0.000 0.360-1,0.000 0.198 1,0.000-0.189 0,0.000-0.965-1,0.000-0.833 0,0.000 0.791-1,0.000 0.703 1,0.000-0.437 0,0.000-0.433 0,0.000 0.290 0,0.000 0.286 0,0.000-0.618-1,0.000-2.859 1,0.000 3.982 0,0.000-2.079-2,0.000-0.385 0,0.000-0.038 0,0.000 0.188 0,0.000 0.318 1,0.000 1.326 0,0.000 0.509 1,0.000 0.519 0,0.000-4.695-1,0.000 1.694 6,0.000 0.909-1,0.000 0.528-4,0.000-0.455 10,0.000 1.786-14,0.000 13.265 7,-4.504 0.250-2,0.461-0.925-3,0.627 1.857 0,1.064 1.438 1,0.946 1.614-1,0.804 0.399 1,0.483-4.952 1,0.075 0.729 0,0.055 1.305-1,0.035 0.711-1,0.018 0.574 0,0.004 0.386 1,-0.002 0.496 0,-0.007 0.430 1,-0.009 0.355-1,-0.010-0.371-1,-0.010-0.792 1,-0.009-0.989 0,-0.007-1.032 0,-0.005-0.328 1,-0.005-0.410 4,-0.004-0.191-1,-0.002-0.042-3,-0.003 4.454 1,-0.001-1.145-1,0.000-1.022 2,0.002-0.748 0,0.000-0.507-1,0.002 1.579 0,0.000 1.096-3,0.000 0.025 1,0.000-0.496 0,0.000-0.658 1,0.954 0.362 1,1.936-0.774 0,1.648-1.430-1,0.687-2.457 0,0.144-2.253 1,3.185-1.340 0,-0.050-1.928 0,-0.663-0.366-1,0.416 0.140 1,-1.896 0.208-1,-0.190 0.072 0,2.445-0.404 0,-3.239-2.566-1,-0.080-2.993 0,-0.084-1.538 0,0.924 1.185 0,1.507 1.765 0,1.263 1.208 0,-1.209-1.533 1,-2.546-2.539 0,-1.394-0.531 1,0.122 1.814-1,2.107 0.023 3,-2.054-1.530-2,-2.541 0.907-2,-0.699-5.594 0,-0.566 5.448 1,-0.090 0.080 0,1.245-1.036 1,0.671-0.847-3,0.259-0.467 0,-0.019-0.192 3,-0.218 0.143-2,-0.271 0.095-1,-0.304 0.151-1,-0.301 0.174 1,-0.275 0.175 1,-0.238 0.162 1,0.981 0.937-1,0.760 0.048 1,0.526 0.001-1,0.337-0.031 9,0.190-0.050-4,0.081-0.059-6,-0.014-0.250-1,0.009-0.545 1,-0.011-0.636-1,-0.022-0.657 1,-0.029-0.630 1,0.148-2.085 0,-0.467-0.485 0,-0.537-0.293 0,-0.538-0.148 0,-0.496-0.047 0,-0.511 1.965 0,-0.287 0.593 0,-0.235 0.675 1,-0.188 0.688-1,-0.143 0.654 1,1.066-0.190 3,0.586 0.448-1,0.243 0.330 7,0.006 0.231-7,0.383-0.265 2,0.248 0.708-6,0.269 0.748 0,0.256 0.705 1,-0.398 0.655 2,-0.275-0.241 0,-0.361-0.440 0,-0.392-0.534-1,-0.380-0.556-1,-0.158 0.021 0,0.067-0.120 1,0.173-0.014-1,0.229 0.057 0,0.252 0.099 1,0.117 0.104 0,-0.130 0.586 0,-0.227 0.659 0,0.894-3.941 0,-1.035 0.847 3,-0.811-1.190 1,-0.519 1.081-2,-0.268 1.678-2,-0.180-0.302-1,-0.074 13.988 6,0.284 0.406-1,-0.779 1.533-6,-1.657 0.074-1,-0.064-1.927 1,-0.466 0.132 1,-0.305-0.204-1,-0.181-0.392 1,-0.090-0.473 0,0.666 0.063 0,0.308 0.522 1,0.368 0.302-1,0.385 0.136 4,0.372 0.017 0,0.339-0.063-5,0.104 0.066 1,-0.079 0.299-1,-0.186 0.375 0,-0.245 0.403 0,-0.270 0.396 2,-0.771 3.637-1,0.063-0.678 0,-0.315 0.789 0,-0.287 0.538 4,-0.528 1.119-2,-0.114-0.581-5,-0.030-0.872 1,0.025-0.985 0,0.059-0.977 1,0.593-1.235 3,0.385-0.028 0,0.433 0.202 0,0.436 0.339 0,0.258 2.003 0,0.470 0.398 0,0.382 0.273 0,0.295 0.173-1,-0.962-0.134-1,-0.537 0.327 1,-0.203-0.106-1,0.026-0.374 4,0.102-0.217 0,0.275-0.843-5,0.310-0.872-1,0.306-0.821 1,0.279-0.724 3,-0.242 2.852 0,-0.180-1.300 1,-0.445 0.018 2,-0.474-0.157 2,0.049-1.229-9,0.115-0.860 1,0.229-0.931 0,-0.912 4.090 0,1.103-2.765 6,0.831-1.765-2,0.507 1.577 1,0.471-0.884-1</inkml:trace>
</inkml:ink>
</file>

<file path=ppt/ink/ink4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5:17"/>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10650.318 8390.000 767</inkml:trace>
</inkml:ink>
</file>

<file path=ppt/ink/ink4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9610.318 5014.000,'80.000'1344.000</inkml:trace>
</inkml:ink>
</file>

<file path=ppt/ink/ink4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10730.318 4790.000,'-192.000'368.000</inkml:trace>
</inkml:ink>
</file>

<file path=ppt/ink/ink4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10458.318 5142.000,'16.000'1232.000</inkml:trace>
</inkml:ink>
</file>

<file path=ppt/ink/ink4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10634.318 7974.000,'0.000'0.000</inkml:trace>
</inkml:ink>
</file>

<file path=ppt/ink/ink4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9290.318 5046.000,'192.000'656.000</inkml:trace>
</inkml:ink>
</file>

<file path=ppt/ink/ink4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9498.318 5766.000,'-64.000'528.000</inkml:trace>
</inkml:ink>
</file>

<file path=ppt/ink/ink4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10618.318 6006.000,'0.000'368.000</inkml:trace>
</inkml:ink>
</file>

<file path=ppt/ink/ink4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11066.318 8566.000,'0.000'0.000</inkml:trace>
</inkml:ink>
</file>

<file path=ppt/ink/ink4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10938.318 10150.000,'0.000'0.000</inkml:trace>
</inkml:ink>
</file>

<file path=ppt/ink/ink4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9706.318 8038.000,'0.000'0.000</inkml:trace>
</inkml:ink>
</file>

<file path=ppt/ink/ink4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9706.318 8038.000,'0.000'0.000</inkml:trace>
</inkml:ink>
</file>

<file path=ppt/ink/ink4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6810.318 7478.000,'0.000'0.000</inkml:trace>
</inkml:ink>
</file>

<file path=ppt/ink/ink4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5450.318 8134.000,'0.000'0.000</inkml:trace>
</inkml:ink>
</file>

<file path=ppt/ink/ink4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1322.318 7222.000,'0.000'0.000</inkml:trace>
</inkml:ink>
</file>

<file path=ppt/ink/ink4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9578.318 10102.000,'0.000'0.000</inkml:trace>
</inkml:ink>
</file>

<file path=ppt/ink/ink4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1:5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8949.864 3473.546 767</inkml:trace>
</inkml:ink>
</file>

<file path=ppt/ink/ink4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1:5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8949.864 3473.546 767</inkml:trace>
</inkml:ink>
</file>

<file path=ppt/ink/ink4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29:0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2451.000 708.000 767,'-4.447'-4.447'0,"0.128"0.128"0,-2.118 1.260-5,0.703 0.258 5,1.168-1.982-1,-0.110-3.721-1,2.174 3.028 1,-0.104-0.529 1,-0.482-1.124 0,0.006 0.258-2,0.058 0.517 0,0.086 0.639 0,-2.587-4.033 1,1.484 1.870 2,0.542 0.740 2,-3.002-1.052 0,-2.012 0.243-3,0.179 0.685-3,2.040 0.579 1,2.321 0.556 4,1.359-2.089 1,-1.398 2.536 0,-2.093-0.016-2,0.923 0.680-3,1.201-0.236 1,0.509-0.552 1,-0.296-0.168 0,-0.884-0.367 0,-0.626 0.052 0,-0.156 1.163-1,-0.292 1.570 1,-1.155-2.279 1,3.770-0.417-1,0.383 0.197 0,-1.642-0.012 0,0.431 1.108 0,1.730-2.593 0,-0.500 1.608 0,-0.592-0.361 1,0.128 1.149 0,-3.178-0.939-3,0.331-0.144 3,1.771-0.098-1,-1.322-0.341 0,-1.999 1.753 0,-0.207 1.335-1,2.312 0.626 0,0.458-1.034 1,-0.484 1.138 0,-1.214-0.725 3,4.238-1.937-2,1.267-1.338-1,-1.186 1.326-1,-3.804 2.258 1,-2.226 2.580 0,1.662 0.743 0,0.050 0.131-1,0.211-0.002 0,-2.037-1.514 2,1.061-2.607-1,1.100 0.351 0,-0.037 1.160-1,-0.698-1.078 1,-0.345-1.263 0,-0.642 1.697 0,-0.349 1.859 1,1.202 0.957-2,-1.282 0.310 1,2.373 0.046 1,-0.983 0.008-1,0.277-0.030-1,-1.846-0.802 1,0.512-1.574 0,0.210-1.136-1,1.006 0.635 0,-0.594 0.177 2,1.851-2.127 1,-0.108 0.072-1,-1.432 2.377-2,0.135 0.600 2,2.504-2.220-1,-0.736 0.355 0,-2.092 1.246 0,1.213 1.523-1,0.202 0.510 0,-2.258 0.305 2,0.709 0.136-1,0.818-0.045 0,-0.270-0.054 0,-0.919-0.036 1,1.878-0.015-2,-0.740-0.003 1,-0.597-0.000 0,-0.385-1.183 0,0.305-1.706-1,0.665-0.004 1,0.064 0.463-1,0.735 0.773 1,-0.848 0.549 0,0.092 0.937 0,0.394 0.305 1,0.329-0.036 1,-2.458-1.227-3,0.089-2.466 0,2.373 0.929 1,-0.649 0.440-1,0.341 0.785 1,-2.397 0.456 1,0.472 0.806-1,0.957 0.276 0,0.460 0.043 0,-0.638-0.039 0,0.213-0.054 0,-0.156-0.029 1,0.430-0.014-1,0.952-0.004 0,-0.254 0.001-1,-0.988 0.002 2,0.966 0.001 0,-0.103 0.001-2,-0.246 0.000 1,-1.163-0.000 2,1.167 0.000-3,-0.615 0.000 1,0.957 0.000-1,-1.455 2.603 1,1.402 0.901 1,0.087-0.732-1,-2.124-0.361-3,0.429-1.445 3,0.421-0.818 1,-0.051 1.473 0,2.221 1.399-2,-0.251 1.354 0,-0.298 1.051 0,0.226 0.231 0,0.616-0.414 0,0.549-0.700 2,-2.000-0.257-1,-0.198-2.595 3,-0.246-1.399-2,-0.932 1.571-1,2.409 1.398 0,-0.096 1.228 0,0.100 0.411-1,0.106-0.959 0,-0.423-1.072 1,-0.101-1.155 0,-2.725 0.206 1,2.283 2.320-1,0.571 1.558-1,-0.477-0.426 1,-0.914-1.503-2,1.258-1.163 2,-1.110 2.033 1,1.753-1.669 0,-1.990-0.620 0,-0.842-0.850-3,0.711-0.814 1,-1.228 0.985 2,2.705 1.195 0,-0.704 1.975 0,-0.059 0.427-1,0.428-1.093-2,0.205-1.373 2,-0.002-1.336 1,-1.525-0.311 0,-0.184 2.417-1,1.923 1.666 0,0.242 1.930-1,0.559-0.145-1,0.398-1.559 1,-2.148-0.295 2,1.271-1.602 1,-0.919 1.254-3,-0.345 0.773 0,0.714-1.011-1,0.833-1.444 2,-1.373-0.612 2,0.305 0.427 0,-1.742 1.960-1,2.261-0.488-1,-0.150 0.358 0,-0.406-1.364-1,-0.601-1.476 1,-0.752 0.679-1,2.187 3.012 4,1.581-0.368-2,0.570 0.008-2,0.902 0.329 0,-0.290 2.228 2,-0.139-1.759-1,-1.689 0.225-1,1.955-0.538 1,-2.182 1.627 2,1.472-1.154-2,0.415 0.999-2,-0.561-1.065 1,-2.048-0.605 1,1.987-0.696 2,-1.879 0.424-1,0.580 0.027 0,1.675 1.445-3,-0.863 0.557 2,-1.148-0.800 0,1.325-1.250-1,-0.378 1.100 0,-0.613 0.569 0,-0.145-0.276 0,0.980-0.597 1,1.261-0.495 0,-0.120 0.601 1,-0.685-0.477 0,-2.687 0.185 0,-0.918-1.246-1,2.724-0.151 1,0.441 1.820 0,-0.007 1.690-2,0.525-0.633 0,-0.482-0.282 0,-0.359 0.687 0,1.133 0.011 2,1.299-0.390 0,-0.155 0.028-1,-1.462 0.142 0,0.501 0.648 0,0.932-0.718-2,0.750-0.646 0,-0.205-0.091 3,-1.080-0.481 0,-0.792-0.858 0,-0.964-0.011 0,-0.346 1.114-2,0.962 1.522 1,1.145 1.720-1,1.175 0.495 0,0.826-0.350 0,0.464-1.080 0,0.107-0.554 1,-0.665-1.362 1,-1.958 0.220 1,-2.462 0.586-2,-0.315 2.856 0,2.969-5.023 0,-1.868 4.040-1,-0.237-1.106-2,0.175 3.466 5,2.669-4.686 1,0.348 0.649-3,0.324 0.087-2,0.295-0.363 0,0.246-0.578 0,0.196-0.664 0,0.073 4.549 1,0.151-2.510 2,-0.736-2.077-1,-2.300 1.012 3,-0.246-1.560 0,0.108 1.477 0,0.393-2.024-1,-0.571 0.010-3,0.467-0.079 0,0.335 2.917 1,1.872-0.824 0,0.458 0.263 0,0.267 0.073-1,0.127 0.448-1,-0.161 0.143 2,-1.216-1.549 0,-2.613 0.641 1,1.451-1.432 1,0.506 2.192-3,0.704 1.660 0,-0.011 0.435 0,-0.775-1.051 0,-0.681-1.592 1,0.224-1.122 0,0.475 0.048 1,0.660 1.306 1,0.626 1.628-3,0.465 0.177 0,0.260-0.135 1,0.096 1.608 1,-1.169-0.160 0,-1.932-0.839-4,-0.143-0.875 4,0.780-0.658 0,1.016-1.108-1,0.660-0.151 1,0.361 1.001-1,0.235 0.181-1,0.133-0.356-1,0.060-0.552 2,0.017-0.353 1,-0.009-0.325-1,-0.025-0.598 1,-0.009 2.497 0,-0.038-1.248-1,-0.013 1.351 0,-0.007 1.397-1,-0.002-0.575 0,0.000-0.816 2,0.001-1.438-1,0.001-0.551 0,0.001 0.956 1,0.001-0.079 0,0.000 0.020-2,0.000-0.932 0,0.000 1.176 0,-0.000 1.253 4,0.000 0.403-4,0.000 1.236 0,0.000-0.585-1,0.000-1.309 1,0.000-0.806 2,0.000-0.404-1,0.000-0.616 0,0.000-1.084 0,0.000 1.647 1,0.000-1.523 1,0.000 1.796-2,0.431-0.025 0,0.826-1.188 0,2.000 0.786 0,0.441-2.208 0,-0.842 1.359 1,-2.138 0.594 1,-0.647-0.966-3,-0.122 0.476 0,-0.028-0.609 0,-0.019 1.790 1,2.683-1.912 1,2.971-0.994 1,-2.798 1.275-1,-1.571 2.248-2,-0.990-2.335 1,-0.228 1.532-1,-0.057-1.858 1,-0.005 1.370 0,0.024 0.922-1,0.705 0.680-1,1.328 0.413 1,1.204 0.105 0,1.061 0.457 1,0.536 0.256-1,-0.772-0.851 0,-1.043-0.589 0,-1.169-0.774 3,-0.984-1.153 0,-0.547-0.072-1,-0.271 0.716-1,-0.129 1.040-1,-0.013-0.499 1,0.762-1.359 1,1.490-0.415 0,0.451-0.850 0,1.007 3.177-1,-1.815-2.642 0,-0.439 1.812 0,-0.475-1.544-1,0.892 0.924 2,0.880 0.079 0,-0.035 0.415-3,-0.537 0.581 0,-0.115 0.787 1,0.371-0.058 0,0.542-0.242 1,-0.044 2.140 0,-1.595-4.693 0,-0.181 0.271 2,-0.153 0.504 0,-0.194 0.035-4,-0.172-0.051 0,-0.145-0.101 0,-0.120-0.613 2,-0.026 4.402 0,-0.189-2.563 0,0.024 0.340 2,1.895-0.233 0,0.716-1.212-2,0.052 1.692 0,-0.501 1.647-1,-0.729-0.176 1,-0.695-1.594-1,-0.464 1.137 2,-0.259 0.073 2,-0.111 0.671-3,-0.021 0.908-2,0.017-1.552 2,0.026-2.195-1,0.015 0.211 1,2.720-0.768 1,0.887 1.044 2,-0.668-0.191-3,-1.050-0.589-2,-0.906-1.158 1,-0.521 0.862 0,-0.548-0.383 4,-0.069 0.202-1,0.138 3.220-1,0.049 2.064-2,0.006-5.005-1,0.001-0.211 1,0.001-0.534-1,0.002 4.197-1,-0.000-2.820 3,-0.001 1.399 2,-0.001 0.449 4,-0.001 1.076-8,-0.000-4.465 1,-0.000 0.556-1,0.000 0.531 0,0.221-0.360 2,0.346-0.296-1,0.401-0.455 0,1.854 4.544 0,-0.027-0.808 4,-0.494 0.608-2,-0.762-0.233-2,-0.744-1.189 1,-0.492-1.031 0,-0.258-1.569 0,-0.148 1.936 1,0.006-2.302 3,0.020 0.963-3,0.175 0.642-1,0.898-0.599-1,1.077-0.917 0,1.887 1.232 1,-1.004-0.788 1,-1.337-0.091 0,-1.047 0.764 0,-0.644 0.246 0,-0.029-0.772-1,0.016-0.542 0,0.011 1.496-2,0.047-0.270 2,0.023 0.376 1,0.007-1.374-1,0.001 0.019-1,-0.001-0.402 2,-0.001-0.070-1,-0.001 2.217 0,-0.001-0.241 0,-0.000 0.566 0,0.000-1.418-1,0.000 0.281 2,0.000 0.455-1,0.000 0.122 0,0.000 0.226-1,0.000-0.071 2,0.000 0.467-3,0.000-2.515 1,0.000-0.054 0,0.000 2.218 2,0.000-1.081 1,0.065-1.038-2,3.126-0.854 1,2.888-5.574 0</inkml:trace>
</inkml:ink>
</file>

<file path=ppt/ink/ink4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29:1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1143.000 2604.000 767,'0.000'6.013'0,"0.000"1.068"-4,0.000 1.264 2,0.000 0.174 1,0.150 1.539-2,0.916 0.509 1,1.172 0.100 0,-0.647-4.554 2,-0.036 0.014-1,-0.149-0.001 1,-0.207-0.011-1,0.475 4.719 2,-0.722-1.492 0,-0.517-1.301 1,-0.330-1.475 0,0.523 1.965 0,1.448-1.418-2,0.911 2.190-1,-0.360 1.405-1,-1.515-4.666 2,0.400 5.084-1,-0.487-2.069 1,1.295-1.267 1,0.671-0.882 0,-0.323-0.414-1,-0.117 1.152 1,0.432-0.684 0,0.404-1.445-1,-0.466 0.512 0,-0.809 1.325-1,-0.818-0.054 0,-0.647-0.926 1,-0.397 1.706 0,-0.288-1.528 0,0.069 0.962 2,0.768-0.010-3,1.011-0.893-1,0.756-0.802 2,-0.124 0.288 0,-0.546 0.862 0,-0.541 1.042 0,-0.647-1.005 0,-0.394 1.149 1,0.714-2.016 1,5.840-4.909 0,-2.953 4.892 0,-1.514-0.591-2,1.087-0.155-2,-0.282-0.192 0,-1.175 0.994 3,-1.149 1.559 0,-0.711 0.874-2,-0.215-2.310 0,-0.036 0.310 0,0.722 0.616 0,1.393-0.673 1,1.159-0.876 1,0.967-0.390-1,0.890 0.288 0,-0.694-0.110 0,-0.682 1.736 0,-2.531-0.753 1,-1.027 0.666 0,-0.311 0.243 0,-0.015 0.666-2,0.091-0.058 1,0.402 0.849 0,1.984-1.570 0,0.850 0.161-2,-0.356 0.755 2,-0.715 0.036-1,0.014-1.688 0,1.890-0.424 2,0.698-0.910 2,-2.402 1.336-1,-1.436 0.769-2,-0.480 0.726-1,1.744-1.216 0,2.167-0.192 1,-1.796-0.656 1,-0.814-0.144-1,-0.513 1.947-2,-0.182 0.068 2,2.366 0.399 1,-0.659-2.470-2,-0.267 0.146 0,0.469 0.090 1,0.992 0.690 0,-0.154 0.900-1,-1.258-0.495 2,-0.989-0.275-1,-0.744-0.457 1,-0.459 2.163-1,1.516-0.158 1,1.122-2.623-1,-0.094 1.333 0,-0.195 1.866-2,1.578 0.098 1,2.021-1.223-1,-0.586-1.656 2,-1.068 0.279-1,-1.441 0.835 5,-1.325 0.837-4,-0.263 0.754-1,0.661-0.961-1,0.563-1.498 3,0.582 1.380 0,-0.736-0.487 0,1.327-0.145 0,0.533 0.229-1,-1.723-0.153 0,-1.580 0.267 1,-0.874 0.815-2,-0.365-0.909 2,-0.029-1.024-1,0.164 0.144 0,2.345-0.696 1,4.531-0.697 0,-2.947 0.446-1,0.182 0.528-2,-0.913 0.511 0,-1.127 0.606 1,-0.975 0.166 0,-0.648-0.712 1,-0.391 1.720 0,-0.235-1.755 2,-0.010 0.220-1,0.062 0.113 1,1.127 1.616-3,3.193-1.942 0,1.434 0.496 1,0.228 1.399-2,-1.727 1.237 0,-1.109-0.715 2,0.417-0.685 0,-0.017-0.994 1,-0.819-1.011 0,-0.777-0.426 0,0.267 1.601 0,0.744 2.280-3,-0.977-3.817 1,0.183 0.135 0,0.141-0.031 0,0.103-0.130 0,0.071-0.179 0,1.377 3.494 1,-1.016-1.499 0,-1.017-0.914 2,-0.838 0.699 2,-0.233 1.439-5,1.618 0.623 0,1.043-0.342 1,-0.552-1.139 0,-1.071-0.796 1,-0.727 1.074 0,-0.534-0.338-2,-0.285-0.551 1,-0.028-0.499 0,0.709-0.907 0,2.111 0.937 1,1.689 1.829-1,-0.905-0.040 2,0.244 0.504-4,-2.048-3.596 1,-0.262 0.315-1,-0.305-0.084 0,0.379 4.124 7,-0.857-2.442-7,-0.490-1.466 1,-0.321 1.290 2,-0.225-1.273 1,0.007 0.187-1,0.068 2.897-1,0.590-1.830 0,1.054-0.546-1,1.011-0.916 0,0.229 1.342 2,-0.564 0.187 0,-0.756-0.895 0,-0.430 1.476-3,-0.843-1.542 2,0.426 0.625 2,3.122 1.062-2,-0.588-1.028 0,-0.926 1.008-2,-0.912-0.876 1,-0.637-1.130 0,-0.391 1.292 1,-0.386-0.264 2,-0.043-0.623-1,0.045-0.629 0,0.045 1.807 0,0.044-0.096-1,0.010 1.070-1,-0.001-2.724 1,-0.001 0.319-1,-0.001 0.239 0,-0.001 0.802-1,-0.000 0.764 1,-0.000 0.342 2,0.000-0.492-1,0.177-0.485 0,1.051 0.196 1,1.274 0.515-2,0.200-0.724 1,-0.392-0.611-1,-0.647-0.561 2,-0.629 0.306 0,-0.492 0.731-1,-0.333 1.444 0,-0.221-0.535-1,-0.084-1.192 2,-0.050 0.504 0,0.048-1.158 0,2.150 0.380 0,0.983 2.714 0,-1.370-3.690-3,-0.197 0.066 1,-0.247-0.059-1,0.471 5.471 0,-0.829-1.381 2,-0.542-1.912-1,0.408 0.042 4,4.486-2.582 1,-1.581-0.743-2,-1.842 1.147-3,-1.171 0.730 1,-0.560 1.537-1,-0.164-1.526 1,0.258-0.069-1,1.557-0.194 1,1.330-0.390-1,-0.242 0.113 1,-0.703 0.340 1,-0.783 0.027-1,-0.631-0.371 0,-0.385 1.844 0,0.757-1.874 1,2.073 0.846-1,-0.028-0.753 0,0.024 0.675-1,-0.831-0.381-1,4.282-2.712 5,-1.944 2.312-1,0.358-2.657-2,0.836-1.313-1,-0.065 1.903 1,-1.019 1.051 0,-2.172 0.698-1,-2.399 1.120 0,-0.432-0.820 2,5.742-1.407 1,2.425-3.022-1,-1.763 1.283-3,-2.756 4.008 3,-1.361 0.654-2,1.463-2.673 0,1.329 0.001 3,2.040 0.904-3,-1.530 1.172 0,-1.023 0.053 1,0.566-0.318-2,0.273-2.084 1,0.894-2.538 2,-0.514 1.507 2,-0.927 1.676-1,-0.527-0.727-2,-0.106 1.071-2,1.826-1.595 2,0.411-1.391 0,-1.210 0.750 0,0.721 0.050 0,0.364-0.795 0,-1.416 1.787 0,0.485 2.722 0,-0.877-2.008-1,2.364 0.155-1,0.277-0.297 3,-2.161-1.035 1,1.769 0.331-3,0.701 1.011 0,-2.314-1.270 1,0.908 1.164-1,-0.355 0.136 0,-0.080-1.465 0,1.536-1.996 5,-2.408 3.774-2,-0.865-0.791-2,2.813-3.010-1,-4.163 3.873 2,1.387-0.347 0,2.698-5.415-1,0.102-0.082-1,-0.234 0.487 0,-5.182 5.941 2,-1.085 1.154 0,2.944-2.197-2,4.794-1.882 1,0.259-1.496-1,-0.825 1.118-1,-1.062 2.036 2,-2.613 1.790 0,-0.125-1.641 1,2.113-2.373-1,2.006-1.935 1,-0.614-0.985-1</inkml:trace>
</inkml:ink>
</file>

<file path=ppt/ink/ink4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29:1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1899.000 4632.000 767</inkml:trace>
</inkml:ink>
</file>

<file path=ppt/ink/ink4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4:1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2471.600 678.600 767,'0.000'-6.088'0,"0.000"-0.119"-3,0.000-0.036 2,0.000 0.174 0,0.000-0.443 1,1.557-0.578-1,2.728 0.921 1,-1.060-0.068 0,-2.099 0.296 0,-1.067-1.548 1,-0.212 0.441-1,0.065 0.938-1,0.074-0.007 1,5.393 2.109 2,-2.401-2.080-2,-2.101-0.803-1,3.417 1.334 1,0.329 1.399 1,0.566-0.379-2,-1.627-0.344 2,-1.511-1.349-1,-1.860 0.190-1,-0.321-0.250 1,0.126-0.928 1,0.010-0.073-2,-0.000 0.473 1,-0.004 0.140 0,-0.000-0.300 1,0.000 0.357-2,0.000 0.046 2,0.000-0.683-1,0.000 0.431-2,0.000 0.621 2,0.000-0.129 1,0.000-0.140-1,0.000-0.696 0,0.000 0.419 0,0.000-0.655-1,0.000 1.104 2,0.000-0.234-1,0.000-0.344 0,0.000-0.942 0,0.000-0.263-1,0.000 1.918 0,0.000-0.209 0,0.000-0.397 2,0.000 0.553 0,0.000-1.368 0,0.000 1.443-1,0.000-0.061 0,0.000-0.021 0,0.000-0.463 1,0.000-0.757-2,0.000 0.302 0,0.000 1.005 1,0.000-0.030 1,0.000-0.746-1,0.000-0.362-2,0.000-0.080 1,0.000 0.152 2,0.000-0.003 0,0.000-0.268-1,0.000 1.458 1,0.000-0.955-1,0.000-0.296 0,0.000 0.532-1,0.000 0.361 2,0.000-1.053-1,0.000 0.019-1,0.000-0.132 0,0.000 1.535 2,0.000-0.717 0,0.000-0.135-2,0.000-0.099 2,0.000-0.458-1,0.000 0.032-1,0.000 0.498 1,0.000 0.062-1,0.000 0.699 2,0.000-0.131-1,0.000-0.648 1,0.000 0.529-1,0.000-1.890-1,0.000 1.401 1,0.000-0.432-1,0.000-0.091 2,0.000-0.149-1,0.000-0.353 0,0.000 0.956-1,0.000 0.841 1,0.000-0.430 0,0.000-0.160 2,0.000 0.312-2,0.000 0.057 0,0.000-0.542-1,0.000 0.797 1</inkml:trace>
</inkml:ink>
</file>

<file path=ppt/ink/ink4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3:17:17"/>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2615.600 16.600,'-48.000'681.000</inkml:trace>
</inkml:ink>
</file>

<file path=ppt/ink/ink4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5:0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1281.600 1787.100 767,'0.000'-6.379'0,"0.000"0.225"0,0.000 0.000 0,0.000-0.705-4,0.000 0.732 5,0.000 0.001-2,0.000 0.039 0,0.000-1.601 0,0.000 0.438 3,0.000 0.776-4,0.000 0.089 2,0.000 0.148 1,0.000-0.114-1,0.000 0.033 0,0.000 0.273 0,0.000-1.292 0,0.000 1.046 0,0.000-1.011-1,0.000 0.519 2,0.000 0.092-1,0.000-1.127 0,0.000-0.596 0,0.000-0.226-2,0.000 0.169 0,0.000 1.103 1,0.000 1.271 2,0.000-0.641 0,0.000 0.008 1,0.000 0.069-2,0.000-1.135 0,0.000 0.100-1,0.000 0.809-1,0.000 0.025 3,0.000-0.917 0,0.000-0.497 0,0.000 0.109-2,0.000 2.165 0,0.000-2.479 0,0.000 0.032 2,0.000-0.404 0,0.000 2.609-2,0.000 0.138 0,0.000-2.139 1,0.000 1.112-1,0.000 1.071 1,0.000-0.862 2,0.000-2.173-1,0.000 2.792-2,0.000-1.075 1,0.000 0.091 1,0.000-0.470 0,0.000 0.832-1,0.000-0.585-2,0.000-0.082 5,0.000 0.696-3,0.000-0.721-1,0.000 1.465 1,0.000-1.943 2,0.000-0.772-5,0.000-0.099 1,0.000 0.606-1,0.000 0.807 3,0.000 0.837 0,0.000-1.259 1,0.000 1.840-1,0.000-0.805 1,0.000 0.656-1,0.000-0.704 4,0.000 0.936-4,0.000-1.672-1,0.000-0.344 2,0.000 1.879-2,0.000-0.415 1,0.000-0.199-1,0.000-0.039 1,0.000 0.843-1,0.000-1.608 1,0.405 1.563 2,0.833-1.428-1,1.105-1.339-2,1.263-1.072-2,0.495 0.211 1,-0.738 0.671 1,-1.055 0.509 1,-0.607 1.333 0,0.478-0.463 0,0.856-2.207 1,-0.387 0.551 0,0.583-0.512 1,-0.077 2.021-3,0.568 0.569 0,0.016 0.229 1,-0.655-0.338 1,0.254-2.899-1,0.061-0.163 0,0.051 1.486-1,0.225 1.608 0,-0.162 1.887 2,1.861-1.064 1,-1.361 1.779-2,0.457-2.497 1,-0.872-1.033 0,-1.164 2.307-2,1.873-1.444-1,0.817 3.374 4,-0.561-0.732 0,-1.883-2.106-2,-0.086 0.024 0,-0.358-0.259-1,-0.706 1.021 0,1.177-1.067 1,1.383 0.988 0,1.133 0.358 0,0.109-0.671 0,-2.289 0.190 1,-0.194 0.341 0,1.497-0.822-2,-0.382 0.293 0,-0.500 0.044 1,-0.893 0.374-1,-0.009-2.308 2,-0.622 2.340-1,0.639-0.811-1,0.889-1.083 1,0.715-0.800-1,0.487-0.642 0,0.194-0.126 0,-0.224 1.293 0,-0.341 1.632 1,-0.047 1.127 1,0.498-0.056 1,-0.765-0.135 0,-1.379 0.041-2,-0.187-3.245-1,0.140 1.327 2,-0.150 0.349-1,0.129 0.943-1,0.401 0.726 0,2.187-1.512 1,0.618 0.741 1,-1.246-1.070 0,-1.375-1.427-2,1.200 2.695 2,0.909 0.278 0,-0.870 0.249-3,-0.860-1.480 2,-2.254 1.009 2,0.027-0.123-1,1.690 0.333-1,2.494 1.128 0,0.221 2.540 0,-1.404-3.471 1,2.689 2.394-1,0.621 2.639 0,-0.987 0.445-1,-0.932-2.343 1,-1.712-2.745 2,2.675 1.750-2,1.563-1.210-1,-0.735 0.545 0,-1.880 1.084 0,2.668-0.349-1,-0.696 1.589 3,-0.558 1.242-1,-0.597 0.524 1,2.099 0.163 0,-2.432-0.247-3,-0.329-2.564 2,-1.883-2.119 1,3.674 3.350 1,0.543 0.761-2,0.512 0.268-2,-1.308 0.220 0,0.098 0.119 1,-1.231 0.067 3,1.240 0.015 0,-0.686-0.041-2,-0.670-0.023 0,0.853-0.005 1,0.164 0.001-2,0.345 0.001 0,-0.336 0.001-1,0.206 0.000 2,-0.449 0.000 2,0.223 0.000 0,-0.734 0.000-2,0.192 0.000-1,0.423 0.000 1,0.695 0.000 0,-1.503 0.000 0,2.020 0.000 0,-1.372 0.000-1,-0.557 0.000 1,1.430 0.000-1,-0.453 0.657 1,-0.842 2.478 1,-0.048 0.989 0,0.164-0.940-2,-0.745 1.037 2,-1.474 1.305-1,-3.442 0.621 0,-0.960 0.174 0,4.823-1.584 1,0.335-0.116 0,0.130 0.533 0,-0.695 0.397-3,0.755-1.555 2,-1.156 2.301 0,-3.135-0.158 0,2.297-0.499-1,1.638-1.418 2,-1.597 1.922 0,1.349-0.234-2,0.802-2.795 0,0.344 1.031 1,-2.662 1.315 0,1.484 0.748 0,0.700-0.388 0,-0.368 0.841-1,-1.899-0.248 1,0.141-0.652 1,0.985-0.214-2,0.520-0.259 1,1.460-0.174 0,0.234 0.263 1,-0.875 0.240-2,-0.294-0.105 0,0.219 0.462 0,-1.173 0.341 2,-0.560-0.764-1,1.368-0.407 1,-1.239 0.047 0,1.332 2.339-1,-0.727-2.030-1,-0.073-0.439 0,0.148 1.753 0,-1.197-0.653 2,2.083 0.959 0,1.017-2.539-1,-1.223 0.096 1,-0.839 2.007-1,0.690-0.385 0,-1.114-1.660 0,0.711 2.508-1,-2.054 0.412 1,-1.296-0.908 0,3.141-0.446 2,0.104-0.439-2,-0.660-1.005-1,0.414 0.287-1,-0.079-0.265 1,0.396 1.160 1,-1.646 0.806 2,-0.460-0.952-1,2.028 0.109-2,-0.506-0.661 1,-0.413 0.410 0,-0.260 0.130-1,-0.008-0.591 0,2.385 1.991 2,-0.494-1.649-1,0.955 0.756-1,-0.453-0.108-1,-1.104-0.589 1,-1.031-0.586 1,0.556 1.599 0,1.510-1.772 2,-1.192-0.298 2,-1.870 2.273-4,2.142-1.220 0,0.797-0.044 0,-0.123 0.658-3,-0.381 0.804 2,-1.207-0.436 0,-1.309-0.857 1,-0.328 1.604 1,0.395 0.248 0,-0.090-1.774-1,0.623 0.830 0,0.354 0.491-1,-0.333 0.091 1,-0.887-0.166-1,-0.891-0.242 2,0.373-0.193-1,1.672 0.336 0,1.578 0.848 0,0.156 0.690-1,-0.599-1.129 2,-0.766-1.608-1,-0.625-0.122-2,-0.982 2.684 6,-1.011 0.741-3,-0.637-1.382-3,-0.366 0.705 0,2.059-1.036 5,1.629-1.748 0,0.470-0.479-4,-0.703 1.103-1,-0.931 1.088 2,-0.953 0.278 1,-0.710 1.106-3,-0.646-0.706 0,-0.314-0.714 2,0.620-0.272 1,1.373 0.792-1,0.934-0.333 0,0.370-1.284 0,1.670 0.545 1,-2.179 0.768-1,-0.888 1.808 1,-0.816-0.168-1,-0.592-1.344-2,-0.324-1.677 0,-0.200 0.857 3,-0.071 0.694 2,0.297-1.330-1,2.425 1.239-2,0.999-0.480 0,-1.898-1.177-1,-0.870 0.622 1,-0.566 0.807 0,-0.302-0.134 1,-0.088 2.109-2,0.072-2.457 1,0.013 1.828-1,0.032-0.157 1,0.018 0.378 1,0.004 0.467-2,0.001-0.922-1,-0.001-0.838 0,-0.000-0.789 2,-0.001-0.107 0,-0.000 0.577-1,-0.000 0.720 2,0.000 1.368-1,0.000-0.026 1,0.000 0.320 2,0.000 2.480-5,0.000-5.936 4,0.000 5.305-5,0.000-3.166 1,0.000-1.283 4,0.000-0.583 0,0.000-0.104-1,-0.112 0.328-1,-0.687 1.062-1,-0.879 1.257 0,-0.718 1.483-1,0.429-1.891 1,0.682-2.199 1,0.041 1.419 4,-0.694 2.071-1,-0.646 1.006-6,0.300-1.037 1,0.553-1.074 0,-0.257 0.008 4,-0.612-1.298 1,-0.431 0.440-5,-0.167-0.468 4,-0.016-1.222-1,0.053-0.815-3,-0.481 0.746 1,-0.481-0.255 1,-1.354-0.093 1,-1.126 0.382-2,1.172-0.388 1,1.655-0.418 0,0.921 1.769 2,-0.608-1.025 0,-0.023-0.905-1,-2.356 2.214-2,-0.549 0.149-1,1.321-0.576 0,1.947-0.846 1,1.217 1.977 3,0.226-1.672 1,-3.771-2.018-1,0.386 1.900-4,2.039-1.006 1,0.257 2.029 0,0.430-1.486 1,-1.930 0.948 0,-0.240-0.456 1,0.961 0.108-1,0.726 0.844 1,-0.150-1.450-1,-1.746-0.316-2,0.692 0.628 4,-0.572 1.378-2,1.125-2.085-1,-0.684-0.265 1,0.592 0.914-1,1.108 0.777 0,-0.110-0.338 1,-0.374-0.876 0,-0.468 0.966 0,1.261 0.157 1,1.777-0.563 0</inkml:trace>
</inkml:ink>
</file>

<file path=ppt/ink/ink4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5:0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1607.600 1095.100 767,'0.000'6.342'0,"0.000"-0.216"0,0.000-0.004 0,-4.519 0.374-5,0.061 0.061 5,0.159 0.949-2,0.274 1.783-1,0.034 0.462 4,-0.211-0.115-4,0.392-2.124 1,0.368-1.936 4,0.391 2.813 2,0.151 1.366-2,0.069-0.599-5,0.246-1.572 1,0.679-1.549 1,0.110 2.178 2,0.510-1.575 2,-0.488-0.478-2,-1.811 2.412-3,0.276-0.630 1,-0.713 1.140 0,-0.520-0.496 0,0.233-0.603 1,1.066-0.293 1,1.144-0.082-1,0.980-0.917 0,0.628 0.944 1,-1.142-1.305 1,-3.424 0.949-3,0.713-0.490 1,0.824 2.493-1,0.701 1.531 0,0.281-0.616 0,-0.005-1.208 0,0.272-0.503 1,0.703 0.138 0,-0.044-0.384 2,-0.887-1.109-1,-0.309-0.704 0,0.684-0.519 0,0.369 1.934 1,0.151-0.309-3,-0.345-1.568 1,-0.305 0.726-1,0.323 0.510 0,0.415 0.282 1,-0.307 0.438-1,-0.470 0.301 0,0.162 0.227 1,0.292 0.288-1,-0.328-0.442 1,-0.695-0.414-1,0.052-0.738 2,0.737-1.064 0,0.745 0.138 1,0.554 1.302-2,0.442 1.313-1,0.281 0.498 1,0.132-0.978-1,0.032-1.656 0,-0.662-0.470 3,-1.271 0.761-1,-0.418 1.711-1,0.333 0.372 1,0.139-0.149-1,-0.663-0.072-2,-0.328-0.741 4,0.436-1.256-4,0.389-0.576 2,-0.502 0.562 1,-0.625 0.656-1,0.416-0.011-1,0.864 0.668 2,0.824 0.728-1,0.523-0.858 0,0.292-0.907-1,0.154-0.624 1,0.064-0.279 0,-0.550-0.089 0,-1.427 0.287 0,-0.251 0.473 2,-0.180-0.098-2,-0.628-0.430-2,-0.149-0.021 2,0.542 0.612 1,0.822 0.385-1,0.632 0.831 0,-0.025 2.818-1,-0.383-1.026 0,-0.552-1.380 0,0.025 0.392 1,0.564-0.811 3,0.614-1.537-1,0.378 0.849-4,0.052 0.204 0,-1.751-0.885 2,-1.133-0.734 1,-1.788 2.834 0,1.011 1.437-1,1.435-0.708-2,1.083-0.752-1,0.697-0.756 3,-0.127-0.675 0,-0.516-0.594 1,-0.398 0.084 0,0.228 0.976 0,0.318-0.281 1,-0.466 0.039-2,-1.011 1.448-2,-0.044 1.391 2,1.048-1.159-1,0.803-1.138 1,0.441 0.367-1,0.336-0.386 1,0.214-1.043 1,0.103-0.149 0,-0.067 1.414 0,-0.682 1.373-2,-0.846 0.118 0,-0.383-1.069 0,0.305-1.539 0,0.148-0.373 0,-0.411-0.628 4,-2.067 1.650 0,0.451-0.843-3,1.880-0.117 2,1.115-0.331-2,0.327 1.807-1,0.022 0.392 0,-0.934-1.691 0,-1.151-1.304 1,-0.147 0.238 1,-0.157 1.838 2,0.456-1.004-5,-0.563-0.497 2,-1.752-0.147 0,-1.214 0.135 0,1.678 2.285 2,2.613-1.252-2,0.800-1.328-1,0.373 2.460-1,0.346-0.783 4,0.020-0.999-2,-0.080 0.406 0,-0.086-0.761 1,-0.025 0.564-2,-0.012-0.966 0,-0.007 1.136 0,-0.003 0.385 2,0.005-0.397 1,0.003 0.128-2,0.001 1.650-2,0.000-0.266 2,-0.000-1.946 1,-0.000 0.280-2,0.000-0.719 0,0.000 2.858 0,0.000-2.141 2,0.000-0.838 0,0.000 0.849-2,0.000 1.969 2,0.000 1.244 1,0.000-0.473-4,0.000-0.627-1,0.000-0.125 2,0.000-1.582 2,0.000-1.410 0,0.000 0.633 0,0.000-0.116 1,0.000 2.104 0,0.000 0.568-4,0.000 0.452-1,0.000-0.573 2,0.000-1.433 1,0.000-1.067 1,0.000 0.139 1,0.000-0.551-1,0.000 3.025-2,0.000-2.742 1,0.000 2.176 1,0.000 0.152-3,0.000-2.685 1,0.000 0.413 1,0.000 1.421 0,0.000 0.294 0,0.000-1.135-1,0.000 1.761 2,0.000-2.712-1,0.000 2.526 1,0.000 0.254 0,0.000-0.624 0,0.000-0.672-1,0.000 0.325-1,0.000-0.975 2,0.000 0.142 0,0.000-0.163-1,0.000-0.586-1,0.000 0.830 1,0.000 1.481-1,0.000-1.885 1,0.000-0.415 0,0.000-0.052 2,0.000 1.215 0,0.000-1.184-4,0.000 0.109 2,5.089-1.443 2,-0.604 0.436-2,-1.792 0.001-1,0.036-0.022 1,0.116 1.953-1,-1.500 0.023 0,-0.563-0.138 1,2.406-1.279 2,1.596 0.000-3,-0.313-1.135 0,-0.122 2.170 1,-2.121 0.167 1,-0.051 1.367-2,-0.199-2.498 0,0.453-0.131 0,1.318 0.768 0,1.007-0.949 2,-1.348 0.059 1,-2.664 0.301 0,0.241 0.595-2,3.848-1.363 1,-0.879 1.271-2,0.364-0.241 0,-0.870 0.705 0,1.051-1.752 1,-0.782 0.809 0,-1.444 2.247-1,-1.119 0.210 1,1.356-0.281 0,2.394-2.394 0,0.705-2.684 1,-1.146 2.229 1,-2.987 2.212-2,-1.155-0.928-1,2.820 1.157 1,-0.107 0.521 0,0.204-2.992-1,1.131 0.367 1,0.281 0.344 1,-0.437 1.698-4,-1.168 0.212 2,-1.016-0.681 4,-0.149-1.098-5,1.623 1.298 2,0.370-0.323 0,-0.344 0.522-1,-0.327 0.554 0,-0.416 1.467-1,-0.839-3.894 3,0.390 0.167 1,0.360-0.060-1,0.011-0.613-3,2.561 3.686-1,-0.583-2.392 1,-0.671-1.951 4,-1.001 2.076 1,-1.039 1.033-1,-0.882-0.565-1,0.037-0.343-2,0.794-1.206 0,2.630 1.374 1,1.262 0.973 0,-1.798 2.370 2,-2.038-4.701-2,-0.030-0.010-2,1.328 4.417-1,-1.141-2.574 1,-0.714-0.329 5,3.479-1.606 3,-0.365-1.135-5,-0.164 0.754-2,-1.130 0.648-1,-1.285 0.446 1,-0.884 0.075 0,0.183 0.155 1,0.642 0.387 0,0.554-0.225 0,1.312 0.655 0,0.800-1.751 1,-1.189 1.176 0,-0.446 1.201-1,0.270 0.388 0,-0.854-1.781-1,-0.555-0.034 0,1.012 2.198 3,1.132-1.292 0,0.484-0.324-4,-0.279 0.188 0,-1.302 0.409 0,-1.243 0.565 2,-0.905-0.924 0,-0.485-1.260 0,-0.309 0.737 2,-0.103 1.028 1,0.055-0.311-1,0.518-0.756-4,1.843 0.808 1,0.162-2.109 1,2.073 1.966-1,0.255-0.842 1,-2.382-1.137 1,-0.273 2.308 0,-1.299-1.254-2,-0.539-0.344 1,1.518-0.186 2,1.534 1.616-3,0.115 0.160 2,0.985-0.515-2,-0.734-0.740 1,-1.795-0.764 0,-1.201 0.406 0,-0.652 1.335 1,1.676-0.836-1,3.336-1.707 1,-2.330 0.405-2,-1.967 0.785 1,-0.831 0.336 1,0.340-0.407-2,6.083-4.230 3,-3.791 3.637-2,2.688-1.560 0,-2.303 1.978 1,-1.740 1.068-2,0.022-0.585-1,2.157 0.385 1,1.068-1.506 2,-0.024 0.381-2,-0.668 0.463-1,-1.595-0.163 2,-1.300 0.406 2,-0.709 0.158-1,-0.208-0.195 0,-0.066-0.185-1,0.149-12.288 3,-4.760-0.375-4</inkml:trace>
</inkml:ink>
</file>

<file path=ppt/ink/ink4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5:1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2260.600 1652.100 767,'-6.161'0.000'0,"-0.518"3.255"-4,1.384 2.134 3,0.900-1.093 1,0.107-0.059-1,-1.395 1.603 0,1.835-0.395 0,0.839 1.919 3,-2.914-1.899-2,0.468-1.778-1,0.067 0.097 0,0.286 0.229 1,0.105 0.277 0,0.195 0.057 0,0.385-0.084 0,-1.498 2.573 0,2.059-0.411 0,-0.337 0.134 1,-0.328-1.387-3,-2.433-0.263 2,0.836-1.085 1,0.517 0.984-1,0.512-1.079 1,-0.639-0.156-1,-0.850 1.479-1,2.775 0.146 1,1.284 0.264 1,0.159 0.140-2,-1.497 0.506 0,-3.462-0.374 1,-3.693 1.490 0,4.407-2.860-2,-0.016 0.212 0,0.135 0.166 0,1.410-0.889 1,-3.731 3.194 0,1.820-1.049-1,1.197-1.250 6,-1.304-0.722 1,0.991-2.541-2,-0.169-0.120-3,-0.727 2.066 0,2.042 0.001 1,0.246 0.411-2,0.029 0.485 0,-0.265 0.183 1,-2.017 0.339 0,1.520-0.986 0,0.403 0.631 1,-0.509 2.019-1,-1.363-2.000-1,0.304-1.417 0,0.065 1.665 1,0.671 0.448 0,0.712-1.127 0,-1.406-0.662 1,-0.395-2.231 0,-0.326 0.118 0,0.138 1.421-2,0.241 2.945 0,0.853-0.285 2,-1.354-0.702-1,1.378-1.654-1,0.678-0.277 1,-2.227 1.985 0,2.751-1.079 0,-1.812 2.002 0,-0.199-0.702 0,-0.149-2.455 2,-0.052-1.615-2,0.403 1.522 0,-0.196 2.588-1,2.333-1.021 1,-2.200 0.646 0,-0.988-1.819 0,-0.246-1.820 0,-0.161-0.820 1,0.001 1.393-2,2.543 2.071 1,1.421 0.934 0,-0.616 1.210 0</inkml:trace>
</inkml:ink>
</file>

<file path=ppt/ink/ink4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5:2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1790.600 1950.100 767,'0.000'6.043'0,"-5.971"-2.631"-3,-1.910-0.765 1,1.385 1.565 0,1.721 2.199 0,1.101-0.376 2,-0.672-1.381 0,-0.764-1.480 1,-0.990 1.270-1,2.238 0.296 1,-0.091 0.541 0,-2.679 0.686-1,0.826-0.991 1,0.353 0.458-3,0.044-0.230-1,-0.129-0.646 2,-0.102-0.471 1,1.078 0.087 0,0.587 2.675 0,2.257 0.486 1,0.020-1.409 0,-1.687-0.309 0,-0.933-0.731 0,-0.787 1.167 0,0.557-0.069-2,0.901-0.507 0,0.052 0.157-1,-1.743 2.340 2,-0.890 1.794 2,-0.205-0.245-5,0.961-1.975 1,1.675-1.026 2,1.385 0.023 1,-0.005-0.139 0,-1.545-0.336 0,-0.980 0.240-1,0.828 0.275 1,1.453-0.135-1,1.123 0.137-1,0.689 1.082 1,0.506 1.099 0,0.188 0.444-1,-0.612-1.405 0,-1.976 0.459 2,0.711-1.842 3,0.254 1.231-4,-0.187 0.720-2,-0.410 0.208 0,-0.222-0.068 1,0.594-1.795 0,0.308 0.130 3,1.134 1.071 1,0.486 1.267-3,0.108 0.896 0,0.042-0.688-3,0.018 1.186 2,-0.025-0.292 2,-0.027-1.393-1,-0.021-1.518 1,-0.014-1.221-1,-0.008 3.303 1,-0.004-0.827 0,-0.001 2.614-3,0.001 0.352 0,0.001-2.790 2,0.001-1.500 0,0.000 1.120 2,0.000-1.871 0,0.000-0.093-1,-0.000 0.541-1,0.000 2.937-1,0.000-0.980 2,0.000-0.075-2,0.000-0.522-2,0.000-0.225 2,0.000 1.983 1,0.000 1.050 2,0.000-0.914-1,0.000-1.621-4,0.000-1.423 2,0.000 0.867 4,0.089-1.754-1,1.102 2.896 0,0.402-2.569-3,0.457 0.023-1,-0.204-0.197 1,-0.562-0.417 0,-0.484 0.248 1,-0.005 0.889 0,0.768 1.192 2,1.041 0.712-2,0.846-0.744-2,0.304-1.765 2,-0.292 0.313 0,0.160 1.055 4,0.016 0.249-5,-0.705-0.741-1,-0.947-1.082 0,0.336 1.853 4,0.719 0.016-2,-0.352-0.417 1,0.413 1.310 0,0.228 0.049-1,0.074-0.631-3,0.038-0.690 1,0.307-0.215 2,0.633-0.431-1,0.427-0.824 1,0.324-0.572 0,-0.457 1.218 1,-0.157 1.309 3,-0.299 0.321-3,-0.154 0.979-4,0.108 1.318 1,0.048-0.596 0,-0.045-1.707 1,-0.014-1.235 2,-0.458-1.125 0,-0.449-0.613 0,-0.245-0.019 0,-0.293 0.095 0,-0.352-0.108-1,-0.231-0.062-1,0.860 2.762 1,3.176 0.940 0,-1.802-3.662 1,0.423 0.194 0,0.197-0.027-1,0.257 0.053-2,-0.064-0.278 0,-0.134-0.317 0,-0.168-0.316 0,-0.175-0.291 2,-0.341-0.554 0,3.099 2.074 1,-1.607-2.583 1,0.472 1.936 4,-1.563 1.705-6,1.683 0.447-1,0.873-2.025 0,-1.461-1.187 1,-0.776 0.931 2,-0.475 0.220-1,0.554 0.554 0,0.438 0.684-2,-1.689-1.286 0,0.211 0.917 0,0.060-0.068 1,-0.189-0.845 0,1.611 1.204 0,0.550-0.310 2,-0.447-0.772-1,0.280 0.216-2,0.161 0.146-1,0.789 0.795 0,0.181 0.792 1,-1.609-0.381 1,-0.890-0.280 1,0.335-0.021 1,0.974 0.542-3,0.314 0.871 0,-0.075 0.733 1,0.833 0.640-1,-3.141-4.793 1,3.002 2.691-1,0.903-0.863 0,0.689 0.038 2,-0.724 0.425 0,-3.719-2.721-1,-0.331 0.192 0,2.809 5.114 1,-1.384-2.093-2,0.368-1.107 1,0.401-0.613 1,0.648 1.419-1,0.696 1.031 3,-0.770-0.040-6,-0.988-0.225 1,0.244-0.700 2,0.990-0.465 1,0.320 1.571 0,-3.692-3.574-2,2.473 4.529 0,-0.700-1.166 0,-0.218-1.358 2,1.007-1.155 2,0.724-0.432-3,-0.311 1.037 0,-0.254 0.272 2,-0.502-0.424-3,-0.635-0.804-1,-0.392-1.042 3,0.629-0.372-1,0.801-0.132 1,-0.030-0.214-1,-0.649-0.312 0,1.662 2.189 0,-2.885-0.579 0,-0.385 0.422 0,0.539-1.065 0,1.115-1.233 0,1.061-0.695 0,1.145 0.204 1,2.011 1.446-2,-1.492 0.274 0,-1.618-0.967 2,-0.265-0.727-1,-0.240-0.909 0,2.229-0.603 1,-1.293-1.081 1,-0.307-0.375-2,-0.016 0.006 1,0.304 0.092 0,1.899 0.073-2,-1.901 0.037-1,-0.129 0.008 1,-0.563 0.002 0,2.035 0.001 1,-0.630-0.003-1,-0.382-0.002 2,-0.259-0.001 0,-0.113 0.000 0,0.608 0.000 0,-0.036 0.000-1,-0.272 0.000-1,-0.755 0.000 1,0.964 0.000 1,-1.085 0.000 0,0.304-1.091-1,-1.054-1.937 1,1.070-0.769-2,-0.010 2.095 1,0.531 1.092-1,-0.803 0.156 2,-0.363-3.749 0,0.002-0.180-1,-0.981 0.790-1,0.346-0.635-1,-0.227-0.096 1,2.243-0.468 1,-0.515 1.446 1,-0.369-0.681 0,-1.899-1.972-1,0.380-0.769 0,0.563 1.939 0,-0.461-0.016-1,-1.199 0.171 1,1.387-0.017 1,0.168 0.134 0,-0.979-0.579-1,0.776 0.247-1,1.469 0.269 0</inkml:trace>
</inkml:ink>
</file>

<file path=ppt/ink/ink4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5:3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2567.600 807.100 767,'-6.051'0.000'0,"-1.496"0.000"-3,1.132 0.000 2,-1.455 0.000-1,0.495 1.146 2,3.981 4.718 1,0.378 0.318-1,-1.916-1.223-1,-1.437-3.194 1,-0.719-1.456 1,0.953-0.485-2,-0.204 0.121 1,-0.607 0.060 1,-0.011-0.005 0,0.188 0.000-2,-0.060 0.000 2,0.092 0.000-1,-1.100 0.000-2,1.262 0.000 2,0.362 0.000 0,0.166 0.000 0,-0.849 0.000 1,0.575 0.000-1,-0.562 0.000 1,0.342 0.000-3,0.164 0.000 2,-0.900 0.000 0,0.965 0.000 1,-0.408 0.263-1,-0.113 1.798-1,1.890 1.651 1,0.691 0.618-1,-0.344 0.890 1,1.339 1.149 0,2.573-0.157 1,0.928-0.078 0,-5.288-1.744 0,0.214 0.759-1,-0.344-0.970-1,1.910 2.018 1,2.327 0.063 0,-0.924 0.854-1,-2.096-2.513 1,-2.290-1.179 1,1.001-0.427-1,3.705 4.317 1,0.821-0.585-2,-1.420-0.852 0,-2.588-0.872 1,2.590 0.859 0,0.048-0.037 1,-2.270 0.125-1,1.468 0.213-1,-0.667-1.137 2,-0.042 0.468 0,0.002-0.073-3,-0.493 0.354 1,0.908 2.404 1,1.617-1.307 0,1.065-0.310-1,0.634 0.507 2,0.048 0.026 0,-0.137-0.087-1,-0.052 0.485 1,0.003-0.963-1,0.002 0.133-1,0.001 0.194 1,0.000-0.231 0,0.000 0.629 0,0.000 0.119 0,0.000-0.808 1,0.000 0.664-1,0.000-0.206 0,0.000-0.302 1,0.000-0.209-2,0.000-0.174 1,0.000 0.724-1,0.000-0.966 1,0.000 0.197 0,0.000 1.128 2,0.000-0.594-4,0.000 0.667 2,0.000 0.372 0,0.000-1.119 0,0.000-0.441-1,0.000-0.081 2,0.000 0.367 0,0.975-0.185-1,4.243-2.205 1,-2.682 2.588-1,-0.257 0.949-2,0.912-1.450 1,0.309 2.263 2,-1.216-2.447 0,0.967 1.979-3,-0.229-0.544-1,-1.546-1.124 3,-0.318 2.012 3,-0.812-1.001-5,1.167-0.028 4,3.262-2.885 0,-0.644 1.872-2,-0.428 0.112 0,-1.534-0.494-1,-0.702 0.694-1,-0.635-0.410 1,-0.382 1.517 1,1.913-1.773 2,3.839-2.153 1,-0.333 1.390-4,-2.565 1.139 0,-2.053 0.108 1,-1.041 1.002 0,1.761 0.736 1,0.881-2.928-2,1.708 0.808 1,0.640-0.979-1,-1.203-0.018 1,-2.928 1.057 2,-1.000-0.098-2,-0.245 0.484-1,1.945 0.276 2,1.884-1.127-1,-1.241 1.517-1,-1.329 1.187-1,-0.803-1.045 1,-0.367-0.178 1,-0.065-0.959 1,2.261 1.463 3,1.882-0.341-5,-0.527 0.363 0,0.932 0.054 0,-1.944-2.044 1,-0.863 0.722-1,-0.745 0.298 0,-0.520-0.421 0,-0.308 1.526 4,-0.193-0.344-2,0.077-1.212-1,0.953 0.429 0,1.711-0.110-1,0.671 0.463 0,-1.012-0.683 1,-1.001 0.962 1,-1.081-0.097 0,-0.210-0.846-1,-0.011 0.946 0,0.215 0.272-2,1.205-0.423 0,1.202-0.627 1,-0.063 0.388 3,-0.742 0.106-2,-0.689-0.800-1,-0.295 2.479 2,-0.655-0.581 0,0.577-0.672 0,0.672-0.983-2,0.741 1.657 0,-0.024 0.161 0,-0.622-1.334 0,-0.654 0.168 2,-0.406 0.193 2,-0.257-0.420-2,-0.131 0.081-3,-0.059 0.395 1,-0.014-0.200 1,0.014-0.803 0,0.008 1.785 1,0.034-1.529 0,0.016-0.461 0,0.004 1.414-1,-0.001-1.170-1,-0.000 1.299 0,-0.001 0.493 0,-0.000-0.668 0,-0.000-0.864 1,0.000 1.889-1,1.170-1.336 0,2.159-0.932 4,-0.110-0.916-1,-1.086 0.705-2,-1.672-0.089 0,-0.576 2.015 1,0.551-1.279 0,1.072-0.665-2,1.510 1.153 0,-0.854 1.282-1,-1.219-0.033 3,-0.368-0.046-1,-0.308-1.280-2,-0.203 0.388 2,-0.106 0.760 2,-0.008 1.344-2,0.011-0.171 0,0.015-0.070-2,0.012-1.212 2,0.007-0.537 0,0.004-0.466 0,0.598 1.237 0,1.209 1.302 2,0.861 0.687-3,-0.378-1.690-1,-0.631-1.964 2,0.165-0.781 1,0.578 0.131-1,0.453 0.918 0,-0.730-0.539 0,-0.530 0.923 2,-1.092-0.571 0,0.271 1.905-1,0.618-1.844-1,0.587-0.188-2,-0.238-0.680 0,-0.386 0.797 1,0.225 0.090 1,2.352 0.391 2,1.527 0.229-1,-1.602-1.149-2,-0.956-0.106-1,-1.035-0.337 3,-0.701 1.662 1,-0.776 1.012-1,0.448-1.788 0,5.386-5.793-2,-0.809 2.042 2,-1.110 1.198-1,1.934-1.906 1,-1.484 1.514-1,-0.223 2.475-1,1.967-1.377 1,0.602-0.266-2,-0.503 0.774 1,-2.586 0.657 1,0.905-0.975 2,1.948-1.062-2,-1.821 1.530 0,-1.908 0.280 0,2.656-1.094 1,-0.184-1.008-2,-1.134 0.752 0,-0.986 1.980 1,1.415-2.827 1,1.056-1.667 0,1.482 0.707-3,-0.398-0.133 1,-1.037-1.061 1,0.094-1.462 2,0.792-0.305-1,-0.369 0.126-1,0.427 0.015-1,0.572-0.003 2,-1.114-0.002-1,0.171 0.000-1,0.397 0.000 1,-0.689 0.000 0,0.635 0.000 1,-0.568 0.000-2,1.614 0.000 0,-1.571 0.000 1,1.184 0.000 1,0.806 0.000-3,-1.162 0.000 1,-1.189 0.000 2,0.825 0.000-1,0.145 0.000 2,-0.617 0.000-2,-0.328 0.000 1,0.061 2.716-1,-0.835 0.659 0,0.898-0.968-1,0.769-1.103 1,-0.716-0.091-1,-0.378 1.119 1,1.441 0.996 0,0.701-1.076 0,0.434-1.146-1,-2.051-0.845 1,-0.215-0.363 1,0.830 0.666 0,-2.292 3.647 0,1.355-0.994-1,0.262-2.203 0,-0.471 0.775-1,0.290 1.661 0,0.082-0.350 1,0.152 0.349 1,-0.677-0.437-3,2.194-0.085 1,-1.878-1.974 4,0.977-0.445-4,-0.474 0.244-1,0.983 1.362 1,-1.489 1.044 2,-0.525-0.517 0,-0.071 0.340 1,2.754 1.238-4,0.089-2.276 0,2.691-0.510 0,-0.868 0.454 1,-3.080 0.535 0,0.982 0.529 5,0.527-1.038-4,0.148 0.078 0,1.693 0.930-1,-1.050 0.478 0,-1.740 0.268 0,-1.836-0.450 1,0.382-0.198 2,1.977-1.720 3,-0.716-1.217-4,1.191-0.148-3,-0.957-0.048 0,-1.479 0.008 1,0.586 0.003 2,0.214 0.052 1,-0.018 0.053-1,1.190 0.008-1,-0.656-0.005 1,-0.382-0.001-3,-0.874-0.000 1,1.936-0.000-1,-1.664 1.824 5,-0.988 3.019 0,2.649-2.393-5,-0.136-1.463 1,-1.353-0.809 1,0.645-0.311 0,-0.719 0.021 1,-0.440 0.068-1,1.026 0.179 0,-0.338 1.805 0,-1.131 0.369-1,2.453 0.728-1,-0.170-1.067 2,-0.345-1.053 2,1.289 1.227-2,-0.992 0.766-1,0.383 0.719-1,0.040 0.261 1,-0.337-0.786 1,-0.293-0.577 1,-0.173 0.057 0,-0.025 0.093-2,0.846-0.589 1,1.206-0.738-1,-1.712-0.139 0,-1.784 0.774 0,-0.730 1.140 4,0.425 0.862 0,0.649 0.078-4,0.006-0.913 0,-0.218-1.094 1,0.455-0.928-1,1.860-0.640 1,0.612-0.379 3,-0.072 0.251-6,-0.350 0.820 1,-0.559 0.840 2,-0.438 0.718 0,-0.139 0.595 0,0.047 0.372 0,0.563 0.355 0,0.918-0.011 0,-0.148-1.002 0,-0.562-1.138 0,-0.198-0.870 0,0.612-0.565 0,-0.248-0.387 0,-1.034-0.193 1,-0.464-0.055 0,-0.060 0.015-1,-0.598 0.043 0,2.328 0.132 0,-0.077 1.474 3,-2.608 0.546-4,2.848 1.313-1,0.170 0.856 3,0.478-0.410-1,-0.370-1.073 0,-1.211-1.118 1,-1.226-0.849-3,1.281-0.506 4,-1.132-0.387 0,0.550-0.048-2,-1.218 0.205-1,1.631 0.767 0,-0.178 0.945 1,0.040 1.470-1,-1.269 0.970 0,-1.326-0.850 2,0.799-0.731 0,1.462-0.172-1,-0.584 0.054 0,-0.828 0.112 0,0.333-0.522-1,1.127-0.499 1,2.017 0.486 0,1.240 0.718-2,-1.067 0.369 0,-1.621 0.241 1,-0.367 0.260 1,0.879-0.627 3,-1.015-1.230 1,-0.188-0.895-6,0.040-0.543 1,-0.599-0.281 1,0.034 0.039 0,-0.310 1.004 1,1.314 1.758 0,1.232-0.473-1,-2.240-1.286-1,-0.265-0.308 1,0.238 0.514-1,0.575 0.778 1,-0.050 0.094 0,-0.250-0.300-1,-0.512-0.496 1,-0.557-0.514 1,2.219-0.317 1,-1.842-0.498-1,0.622-0.106-1,1.159-0.052 1,0.510-0.000-4,0.605 0.016 3,-1.232 0.029-1,-0.573 0.022 2,0.373 0.014 0,-0.641 0.007-2,-0.313 0.002 1,-0.371 0.000-1,-0.307-0.000 1,0.402 0.026-1,1.047 1.905 0,-0.205 0.589 2,-1.178-0.398 1,1.179-0.276-2,-0.226-1.116 0,-1.226 0.177 1,2.337 1.677-1,0.374 0.013 1,-0.644-0.519-3,-1.222 0.143 0,-1.103 0.492 1,-0.177 0.077 3,0.369-0.711-1,0.352-0.818-1,-0.172-0.623 1,2.087-0.362-1,-1.651-0.344 0,1.567-0.105 1,0.512 0.089-1,-1.333 0.054-1,0.565 0.016 0,-0.493 0.009 0,-0.753 0.004 0,-0.138 0.001 3,0.670-0.000 0,0.252-0.000-3,-0.450-0.001 0,-0.338-0.000 2,1.439-0.000 0,-1.038-0.000 0,2.126 0.000-2,-2.879 0.000 1,0.659 0.000-1,1.643 0.000 1,-1.781 0.000 1,1.062 0.000 0,-0.408 0.000-1,1.691 0.000-2,-0.115 0.000 0,-1.203 0.000 1,-0.193 0.000 2,-0.309 0.000-1,-0.201 0.000 0,1.271 0.000 0,0.337 0.000-1,-0.646 0.000 1,0.094 0.000 1,0.318 0.000-1,0.400 0.000 0,0.125 0.000-1,0.152 0.000 1,-0.508 0.000-1,-1.271 0.000 1,0.309 0.200 0,0.879 1.147 2,0.089 1.069-2,-0.138-0.165-1,-0.146-0.660 1,-0.618-0.731 0,0.884-0.418-1,0.720-0.276 1,-0.821-0.156 0,-1.508-0.069 0,2.381-0.043 1,-1.528 0.049 2,1.116 0.012-3,-1.052 0.016-2,-1.486 0.012 0,1.526 0.008 4,-0.949 0.007-1,0.025 0.001-1,-0.839-0.001 0,1.854-0.001 2,0.625-0.001-1,-0.595 0.000-2,-1.244 0.000 0,2.088 0.000 3,-0.607 0.000-1,-1.451 0.000-3,0.058 0.000 1,1.104 0.000 1,-0.893 0.000 0,-0.052 0.000 1,-0.846 0.000-2,-0.143 0.000-1,-0.006 0.000 2,1.521 0.000 1,0.194 0.000 0,-0.855 0.000 0,1.354 0.000-3,-1.613 0.000 2,0.515 0.000 1,0.922 0.736-1,-2.531 1.752 0,0.043 0.130 1,3.669 0.228-3,-1.409-1.821 0,-0.828-0.562 5,1.462-0.340-5,-0.341-0.238 2,1.303-0.004 1,-1.580 0.070-1,-1.102 0.497 0,-0.034 1.995 1,-1.638 0.735 0,2.259-1.094 0,-0.935-1.382-1,0.722-0.401-2,-0.366 0.545 1,-0.340 2.688 2,-0.148-0.153 1,1.348-0.849-3,-2.831 1.459 1,-0.251 0.038 1,1.068-1.633-1,-0.381 0.863 0,0.702 0.388 0,0.803-1.375 1,-0.809 1.158-1,0.162-0.187-1,1.399-1.199 0,-1.194-0.699 2,-1.678 4.001 0,-2.945 1.340-1,0.675 0.256-1,1.674-1.425 0,1.799-2.353 2,-0.943 0.562 0,-1.083 3.025-1,0.148-1.940 0,1.011-1.364-1,1.129-1.911 2,-3.684 4.660 0,3.634-4.128-1,-3.417 4.449 0,-2.395 0.110-1,1.678-0.511 1,4.127-4.527 1,0.428 2.421-2,-0.500 1.194 0,-0.745-0.142 0,0.368-2.176 1,0.931 1.239 1,-1.580 2.126-2,0.188 0.971 1,-1.010-1.870-1,0.380-0.103 0,0.888 1.632 1,-0.846 0.254 1,0.856-1.621 1,-1.414-0.825-2,0.876 1.188-2,-0.094-1.247 1,1.471-0.692 2</inkml:trace>
</inkml:ink>
</file>

<file path=ppt/ink/ink4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5:4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2423.600 951.100 767,'0.000'6.022'0,"0.000"0.489"-3,0.000-0.184 2,0.000-0.096 0,0.000 0.004 1,0.000 0.112-1,0.000 0.624 2,0.000 0.301-1,0.000-0.801-1,0.000 0.084 0,0.000-0.009 2,0.000-0.424-1,0.000 1.154 0,0.000-0.155 0,0.000-0.491 0,0.000-0.582 0,0.000 1.225 0,-0.611 0.476 0,-2.667-2.270 1,0.247 0.843-2,1.337 2.182-1,1.188-1.294 2,0.355 0.045-1,0.172-0.240 1,0.057-0.748 0,0.030 1.141 0,-0.043 0.226 3,-0.052-1.125-4,-0.013 0.800 1,-0.004 0.266-1,0.002-1.312 2,0.003 0.898 0,0.000-0.726 0,0.000-0.431-2,0.000 0.731 2,0.000 0.922-1,0.000 0.341-1,0.000-0.679 0,0.000 0.429 3,0.000 0.162-2,0.000-1.243-1,0.000 1.065-1,0.000-0.517 1,0.000-0.482 2,0.000 0.321 1,0.000-0.726 0,0.000-0.110-4,0.000 1.165 2,0.200 0.691 0,2.320-0.210-1,0.840-1.044 0,-1.223-1.172 2,-1.165 0.606 0,-0.879 0.087 0,-0.205 2.697-2,1.029-0.797 0,2.256-0.573 0,1.606-1.012 2,0.258-1.181-2,-1.508-0.432 1,-0.159 1.240 1,0.649-0.892 1,-1.178 0.560-3,-1.483 0.983 0,-0.600 0.921 2,2.308-0.730-1,0.080-1.755-1,0.267 0.392 0,0.010 0.366 0,-0.754-0.580 0,-0.563 0.728 1,-1.476 0.648 2,0.547 0.488 0,2.692-0.649-2,1.204-0.379-1,-1.594-1.485 1,-0.763 2.036 0,-0.954-0.012 1,0.289 0.293-3,0.665 0.589 1,-0.251-0.528 0,-0.685-0.991 0,-0.406 1.269 2,-0.416-0.156 2,0.611-1.538-2,0.731 0.622-2,-0.158 0.012-1,-0.534-0.196 1,-0.588-0.279 1,-0.196-0.001 0,0.720 1.574-1,0.591-1.276 2,0.260 0.538-1,-1.179 0.960 2,-0.395 0.309-1,-0.353-0.952-3,-0.251-1.038 0,-0.161 2.388 4,-0.131 0.271-1,0.000-0.137-2,0.031-1.615 1,0.025-1.043 1,0.014 1.830 1,0.153-0.607-2,4.193-1.253 0,-0.447 0.145 1,-2.432 0.709-2,-1.043 0.891 1,-0.437-1.568-1,0.088 0.111 2,2.177 0.578-1,1.914-0.808 0,-0.135-1.223-1,-0.206 1.002 1,-1.241 0.047 0,-0.723 2.280 0,-1.416-0.120 0,-0.536 0.464-1,-0.097-0.913-1,0.048-1.018 3,0.072 0.083 0,0.051-0.394 0,0.022 1.117 0,0.001 0.769-1,0.372-1.585-1,1.503 1.539-1,1.230-2.432 3,-0.263 2.026 0,-1.396-0.110 1,-0.927-0.872-4,-0.531 0.052 3,-0.115 1.065-1,0.460 0.574 0,1.685-0.603-1,0.942-0.754 0,-1.372-0.792 1,-0.426 2.156-1,-0.471 1.308 0,-0.392-0.108 0,-0.229-1.585 0,-0.105-1.969 0,-0.101 1.108 4,1.757-1.235 0,2.358 1.105-2,-1.829-1.075-1,-0.347 1.539-1,-0.842-1.142 0,1.283-0.375 2,1.746 0.501 0,-0.883-0.230 0,1.050-0.018-1,-0.892-0.301-1,-1.558 0.600 0,-1.434 0.360 2,2.378 0.179-1,2.911-2.042-1,0.669-0.915 2,-1.830 1.290-1,-0.253 0.919-1,1.787-1.794 1,-0.355-1.972 2,-1.513 3.818-1,0.104-0.036-2,1.242-2.453 0,2.032-0.313 2,-2.350-0.133-1,0.190 0.690-1,1.631 1.079 0,-1.056-2.064 0,-0.242-0.613 2,-0.175 0.943 0,-0.077-0.555-1,0.887-1.116 0,0.002-1.159 0,-0.484 3.926 1,-0.505 2.052-1,-0.313-1.801-2,1.524-0.769 3,-1.256 0.874 0,1.378-2.311-1,-0.032-1.356-1,0.536-0.868 0,0.177-0.542 2,-0.803 0.512 0,0.158 3.083-1,0.057-0.473-1,-0.433-1.606 0,-0.260 0.155 1,1.689 1.693-1,-1.697 0.119 0,0.287-0.883 3,-0.186-1.806 0,1.310 0.222-1,1.592 1.970-3,-1.818-0.577 0,-1.080-0.579 1,1.227 1.319 1,-0.544 1.219 1,-1.087-1.297 0,0.148-1.224 0,0.127 0.012-2,1.681 0.659 0,0.149 0.500-1,-0.925 0.402 1,-1.383-0.010 2,-0.364-0.026 0,0.540 0.263-1,0.481-0.101-1,-0.363-0.845 1,2.123-0.382 1,-0.796-1.468 1,-0.924-0.686-1,-0.051-0.076-2,1.079 1.281 2,-1.108 2.568-1,0.582-1.354 1,-0.227-1.256-2,-0.284-0.833-1,1.372-0.335 2,0.882-0.094 0,-1.782 0.026 1,0.921 1.362 0,-1.517 1.207-2,0.236 0.520 0,0.371-0.908 1,0.812-1.095-1,-0.008-0.719 1,-1.340-0.320 1,1.856-0.098 1,-1.241 0.073-3,-0.216 0.446 1,-0.878 1.776 0,1.110 1.241 0,1.440-0.828 1,-1.438-1.294-2,0.733-0.828 0,-0.041-0.547 2,-0.488-0.060 0,-0.306 0.071 0,1.333 1.670-2,0.525 0.736 0,0.719-0.208 0,-0.060-0.101-2,1.196 0.608 1,-3.761-0.850 2,-0.322-0.122-1,4.618 0.952 1,-2.403-0.520 1,-0.334 0.463 1,-1.101-0.136-2,-0.841-0.475 1,2.408 0.462 0,-2.070-0.034 0,0.410 0.874-2,-0.250 0.758 0,-0.249 0.136 1,-0.710-0.996 1,1.690-0.526 0,-1.186-1.775 0,1.677-0.833 0,-0.931-0.224-1,-0.724 1.035-1,-2.508 4.470 1,-3.783 2.064 0</inkml:trace>
</inkml:ink>
</file>

<file path=ppt/ink/ink4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5:4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2567.600 807.100 767,'0.000'-6.042'0,"0.000"-0.193"-3,1.134-1.037 1,2.298 1.521 0,1.945-0.960 1,-0.898 0.424 0,-0.740-0.611 2,-2.352 0.983 0,1.074 0.368 1,3.849 3.789 0,-5.590-4.608-3,1.251 0.631 1,1.664-1.641-2,-0.696 0.474 1,-1.416 0.490 0,-1.470-0.421 0,0.482 0.449 0,3.354 0.530 3,-0.651 0.202 0,-2.008-0.546-1,-1.050 0.166-1,2.849 0.519 0,1.414 0.011 1,-2.583-1.196-1,-0.413 0.777-2,4.760 3.785 4,-4.799-5.637-2,-0.978-0.206-2,-0.359 1.474 1,3.831 0.865 2,1.621 2.572 1,-0.046-1.372-4,-1.913-0.983 1,-1.969-0.720 2,-1.283-1.466-1,-0.634 1.208 0,0.130 0.287 0,1.089-1.005 1,1.918 1.710-1,0.206-0.332-1,-0.504-1.165 0,1.380 0.366 1,0.083 0.337 0,-1.426-0.571 2,0.994 0.265-3,-0.476-1.975 0,-1.914 1.892 0,-0.583 0.349 0,-0.354-1.818 1,-0.304 1.008 1,-0.017 0.521 0,0.034-1.443-1,0.035-0.702-1,0.023 1.730 1,0.009 0.093 2,1.891-1.498-1,0.796 2.004-2,-0.112-0.781 0,-0.847 0.511-1,-0.595-1.001 3,-0.821 0.706 1,-0.361 0.526-2,-0.102-0.121 0,0.176-0.812 0,1.812-1.009 0,0.517 0.648-2,0.047-0.231 0,-0.632 0.897 1,-0.718 1.094 1,-0.443-1.434 0,-0.551-1.339 1,-0.103-2.350 3,-0.027 0.369-7,0.008 1.327 0,0.016 1.066 2,0.016 0.278 1,0.015-0.433 0,0.010 0.056 1,0.005 0.318 0,0.002 0.149-1,0.000-0.662 0,-0.001-0.482 0,-0.001 1.067 0,-0.000-0.376 1,-0.000-0.368-2,0.508-1.620 0,0.980-0.590 0,0.727-0.027 0,-0.195 0.826 1,-0.539 0.851 0,-0.614 0.927 0,-0.393-0.573 0,-0.272-0.778 1,-0.170 0.736-1,-0.082 1.673 0,-0.025 0.731 1,0.006-1.115 2,0.020-0.171-1,0.021 0.606-4,0.014 1.106 1,0.008-1.673 0,0.009 1.066 4,0.003-0.935-2,-0.003 1.681 0</inkml:trace>
</inkml:ink>
</file>

<file path=ppt/ink/ink4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5:5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2855.600-8.900 767,'0.000'6.105'0,"0.000"0.145"-3,0.000 0.850 2,0.000 0.743 0,0.000 1.156 0,0.000-2.887 0,0.000 1.643 0,0.000-1.514 0,0.000 0.156 3,0.000 2.108-1,0.000-0.098-3,0.000-0.092 1,0.000-1.757 0,0.000-0.010 2,0.000 0.408 1,0.000-0.266 0,0.000 0.400-2,0.000-0.183 0,0.000-0.514-1,0.000-0.291 1,0.000 0.154 0,0.000-0.186 2,0.000-0.003-2,0.000 0.006-1,0.000-0.009 2,0.000 0.066-1,0.000-0.029 0,0.000 0.053 0,0.000 0.342 0,-3.607-1.157 1,-0.726 0.441-1,3.089 0.362-1,1.431 0.847-1,-0.184-0.623 3,-0.005-0.212-2,-0.000 0.874-1,0.002-0.785 4,-0.122 0.525-1,-1.493-0.841-2,-1.677-0.778 0,-0.318 0.844 1,2.042 1.104 1,1.535 0.610-1,0.142-0.358 0,-0.045-0.442-1,-0.021 0.699-1,-0.018 0.500 2,-0.014 0.621-1,-0.008 0.429 0,-0.004 0.339 0,-0.001-0.146-1,0.000-0.447 2,0.001-0.405 0,0.001 4.663-1,0.001-5.124 6,0.000 0.480-4,0.000 0.227-3,0.000-0.615 0,0.000-0.544-1,0.000-0.673 1,0.000-0.706 1,0.000 4.245 1,0.000-3.878 2,0.000 0.701 0,0.000 0.302 0,0.000 0.032 0,0.000-0.135-2,0.000-1.138-1,0.000-0.071-1,0.000-0.032 0,0.000-0.004 0,0.000 0.015 2,0.000 0.027 0,0.000-0.085 0,0.000-0.153 0,0.000 5.449 0,0.000-0.772 0,0.000-0.486 1,0.000 1.866 0,0.000-4.244-1,0.000 0.035 0,0.000-0.208-1,0.000-0.348 1,0.000-0.482 0,0.000-0.532 0,0.000 4.774 1,0.000-1.734 0,0.000 0.855 1,0.166 2.515-3,0.264-5.872 0,0.312-0.057 0,0.322-0.173 1,1.087 4.657-1,-0.149-0.675 1,-0.427-0.035 1,-0.485 0.682 2,-0.678-4.847-3,-0.118-0.361-1,0.024 4.392 0,-0.236-1.745 2,-0.114 0.325 2,-0.043-0.061 0,0.580 0.651-6,1.183-0.060 1,0.463-0.144 3,-0.255 0.579 0,-0.185 1.225-2,-0.442-4.871 0,0.397 0.335 0,0.418 0.300 0,0.398 0.255 0,-0.147-0.651 0,-0.130-0.250 0,-0.235-0.334 0,1.094 4.883 0,-1.150-0.844 4,-0.914-0.013 0,-0.366 0.484-3,1.099 0.111 0,1.610-0.341 0,1.222-0.508-1,0.170-0.323 0,-0.283-0.014 0,-0.423 0.083 1,-0.216 0.437 0,-0.046 0.568 0,-1.706-3.698 1,-0.067 0.371-1,-0.083 0.019 0,-0.086-0.200 3,-0.080-0.318-1,-0.070-0.364-3,-0.083-0.523-1,0.081 0.026 0,0.113 0.122 0,0.124 0.175 2,0.028 0.521 1,-0.200 0.184 0,-0.266 0.150 0,-0.285 0.116-1,-0.021 0.008 0,0.071-0.608 0,1.744 4.313-1,0.202-2.634 4,-0.208-1.382-1,-0.337-0.672-3,-0.297-0.225 1,-0.301 1.714 0,-0.598 4.554 3,-0.954-5.527-2,0.069 0.203-3,0.200 0.161 0,0.266 0.121 0,0.285 0.087 1,0.006-1.122 0,1.623 4.461 1,0.214-2.432 0,0.067-1.557 2,-0.593 0.958 1,-0.876 1.992-4,-0.808 0.494 1,-0.590-1.810 0,-0.258 0.126 1,-0.143 0.169 0,-0.056-0.973-1,0.385-1.302 0,1.670 1.086 2,2.105 1.915-1,-0.179 1.141 0,-1.707-4.446-3,0.094 0.184 0,0.059 0.038 0,0.032-0.058 0,-0.051 0.156 2,-0.292-0.211-1,-0.345-0.233 1,0.583 4.740 1,-1.071-0.546 0,-0.670 0.329-1,-0.398 0.066-1,-0.193-0.115 0,0.531 0.386 2,1.212 1.002 1,-0.449-5.090-3,0.017 0.211 1,-0.080 0.153-1,-0.136 0.104 0,-0.047-0.424 1,0.088-0.154 0,0.137-0.197-1,0.160-0.212 1,0.162 0.543 0,-0.111-0.022 1,-0.183 0.023-1,-0.213 0.049 1,1.899 4.909-2,0.261-0.036 4,-0.227 0.256-2,-1.217-5.758-2,0.267-0.020-1,0.298-0.025 0,0.297-0.026 2,-0.090-0.270-1,-0.144-0.006 1,-0.243 0.005-1,1.212 5.693 1,-1.188 0.074 1,-0.967 0.070 0,-0.411 0.170-1,1.140-0.591 0,1.737-1.123 1,1.248-0.574-1,-0.012-0.659 0,-0.480-0.370 0,-0.292 1.542 0,-1.985-2.976 0,0.032 0.932 3,0.051 0.733-1,-0.170-0.695-4,0.036-0.176-1,0.037-0.330 1,0.035-0.404 0,0.185-0.188 1,-0.018-0.883 3,2.180 3.292 0,-0.316-1.293 1,-0.141 2.992 0,-1.967-4.973-3,-0.055-0.238 0,0.065-0.024-1,2.279 5.396-3,-0.709-1.511 4,-0.779-0.188 1,-0.574-2.803 0,0.404 0.345-1,0.216 0.041 1,0.082-0.152 0,-0.440-0.858 0,-0.272-0.218-3,1.264 5.106-1,0.177 0.347 4,1.395-0.716 0,-1.975-5.190-1,0.215 0.135 0,0.131 0.190 0,2.362 3.387 0,-0.160-1.059 0,-0.246-0.343 1,-0.707 0.159 0,-0.673 0.478-2,0.481 1.225 0,0.781-0.313 0,0.504-0.632 1,-0.108 0.707 1,0.202 1.870-2,-2.906-5.398 0,-0.088-0.382 1,2.261 3.297-1,-0.634-2.021 3,0.172-0.454-1,-0.856-0.316 1,-0.295 1.371 0,1.267 0.244-1,-0.183-1.702-2,0.439-0.048 0,-0.355-0.710 0,-0.307-0.657 2,0.581-0.430-1,0.876-0.236 0,-0.018-0.076 0,-0.374 1.059 1,-2.220 1.407 1,0.931-1.075-1,1.109-0.023-1,0.267-0.651-2,0.841-0.161 0,2.727 1.422 0,0.437 0.607 3,-1.178 0.303-2,-1.740 0.087-1,-1.060 0.310 2,0.898 0.522 0,1.558 0.274-1,0.175-0.291 1,-2.284-1.513 0,-1.468 0.330 3,0.449 0.917 3,-1.059-2.132-5,1.917 1.628-3,-1.162-2.631 0,0.748-0.368 2,0.380 0.525-1,-0.518 1.633 1,-0.728-0.012 3,-0.710-0.893-4,2.713 1.301-1,-0.746-1.444 2,0.269 0.855 0,-0.698-1.136 1,1.143 0.196-1,-1.110 1.246 0,-1.604-0.606 0,1.372 0.668 0,0.441-0.815 2,0.362-1.095-4,1.372-1.034 1,-0.429-1.578 4,-0.841 1.964-2,-0.834 1.074-1,-0.082-0.656 0,2.473 0.566-1,-0.902-0.503 0,-1.405 0.064 1,0.418-0.689 0,0.923 1.759 3,0.142 0.998-3,-1.330-2.078-2,-0.064-0.918 0,1.190-0.768 2,0.016 0.035 2,-0.833 1.952-1,0.974-1.074-1,-0.092-0.090 0,-0.527 0.197-1,-0.151-1.503 0,1.011-0.566 1,-0.432-0.535 0,1.179-0.322 0,-0.909-0.156 1,-0.922 2.571 0,-2.082 2.698 0,2.016-3.772 0,1.282-1.397-2,-1.063-0.337 1,0.245 0.001-1,0.298 0.093 2,-0.127 0.035-1,-0.121-0.273-1,-5.889-5.815 3,-0.447-0.396-2,-0.000-0.215 0,0.000 0.374-1,0.000-1.181 2,0.000 0.367-1,-1.401 0.236-2,-2.843 0.542 2,-2.624 2.358 0,1.806-0.313 0,-0.632 0.044 1,0.504 1.095-2,-0.383-2.068 0,2.296-0.450 1,-0.120-0.298 1,-2.153 0.133-2,-0.105 2.340 1,0.332-1.948 2,0.398 0.137-2,0.466 0.603-1,-2.491 1.369 2,-0.504 1.614-1,2.143-3.525 0,1.383 0.572-1,-0.208-0.360-1,0.152 0.251 1,-0.830-0.626 1,-1.580-1.328 0,-0.208-0.519-1,0.461-0.408 0,0.721 0.005 1,0.640 0.842-1,0.447 1.047 1,0.649 0.875 1,0.301-0.119 0,0.213-0.340-1,-0.900-1.222 0,-1.155-0.516 0,-0.850-0.099 0,0.323 0.906-1,0.746 1.110 1,0.067-0.356 0,-1.002-2.047 0,0.476 1.022 1,0.981 2.027-1,-0.692-2.029-1,1.675 0.997 3,-1.755-0.364-1,-1.644 0.441-2,0.436-0.127 1,1.726-1.136-1,1.165 0.224 1,-1.568-0.039 2,0.012 0.508-1,1.436 0.906-2,-0.256 0.558 0,-2.192 0.084 1,0.841 0.736 1,-1.148-1.706-2,0.828-0.593 0,1.741 0.549 0,-0.944-1.864 2,0.532 1.489 0,-0.201 0.398-1,-0.601-1.315 1,1.711 0.007 0,-1.049-0.008-1,-0.448 1.006-1,-0.570 0.943-1,-0.516-0.351 1,1.556-0.775 3,1.306 0.107-2,0.004-0.019 0,-1.102-1.719 1,-0.263-0.694-2,0.866 1.459 1,-0.296-0.619-1,-1.532-2.396 0,0.065 1.191 1,1.102 1.636 0,1.453 0.923 1,0.885-2.154-1,0.706 1.263 1,-1.395-1.071 1,-1.529-0.020-3,-0.820-2.114-1,2.444 4.453 0,0.055-0.230 5,0.084-0.116-3,-0.007-0.156-2,0.086 0.238 0,0.077 0.312 1,-2.035-4.750-1,0.081 0.882 3,0.244 1.018 0,0.377 0.472 0,0.994-1.233 1,0.779-1.697-3,-0.460 0.705 0,-0.606 2.111 1,0.444 1.412 1,0.741 0.572 0,-0.068-0.291-1,-1.802-1.522 1,-0.663-0.346 1,0.024 0.058-4,0.880-0.281-1,1.167-0.302 2,0.861-0.935 1,0.030-0.519 0,-0.383 1.783 2,-0.460 2.202-1,-2.125-3.821-2,1.970 4.127 4,0.211-0.213-2,-1.356-4.522-4,-0.227 0.290 1,0.249 1.270 1,0.786 1.794 2,0.053-1.476 1,0.383 1.206-1,-0.658-1.285-2,-0.186 1.022 0,-0.158 1.230 0,0.018 0.377 2,0.639-1.592 1,0.868-0.612 1,0.735-2.281-6,0.640 4.788 1,0.098-0.215 5,0.073-0.100-3,-0.368-0.994-2,-0.604-0.399 0,-0.696-0.392 0,-0.690-0.353 0,0.155 1.113 2,0.053 0.127-1,0.185 0.186 1,0.258 0.212-1,0.289 0.214 1,0.289 0.201 0,0.270 0.179 1,0.239 0.152-1,0.203 0.125 0,0.105-1.176 1,0.208-1.071-1,0.105-1.114 1,0.070-0.721 0,0.043-0.418 0,-0.196-0.695-3,-0.330 0.039-1,-0.380 0.175 1,-0.376 0.241 0,-0.255 0.727 2,-0.276 0.193 0,-0.232 0.149 0,-0.186 0.110 0,0.159 0.210 0,0.184 0.254 1,0.253 0.556-1,0.278 0.708 1,0.274 0.753 5,0.172-0.187-6,-0.037-0.754-2,-0.105-0.610 2,-0.146-0.477 3,-0.300-2.546-2,0.101-0.114-5,0.181 0.137 1,0.213 0.276 0,0.237 1.007 3,0.178 0.559-1,0.155 0.557 1,0.127 0.511 0,-0.020 1.705 1,-0.166-0.238 0,-0.225-0.415 1,-0.254-0.516-1,-0.410-2.586-2,-0.013-0.298 0,0.100-0.054 1,0.163 0.101-1,0.196 0.738 0,0.186 0.907 1,0.171 1.007-1,0.149 0.990 1,0.123 0.900 0,0.016-4.349 0,0.212 1.979 1,0.089-3.336-1,-0.023 1.303 11,-0.001-1.565-9,-0.004-0.731-6,-0.008 0.620 0,-0.005-0.065 1,-0.005 0.317-1,-0.005 0.548 1,-0.001-3.938 12,-0.007 3.151-12,-0.003 0.893-1,-0.002 0.935 13,-0.001 1.538-9,-0.001 0.338-3,-0.000 0.171 1,-0.000 0.052 1,-0.166-0.415 2,-0.260 0.053 0,-0.300 0.349 0,-0.304 0.512 0,-0.056 0.599 5,0.002-0.020-8,0.073-0.157 0,0.115-0.237 1,0.061-1.569 1,0.175-0.624-1,0.163-0.594 1,0.136-0.412-1,0.124 0.304 1,0.096 0.507-1,0.071 0.584 1,-0.174-0.446 0,-0.306-0.227 0,-0.358-0.074 2,-0.358 0.025 5,-0.240 0.370-10,-0.265-0.218 0,-0.224-0.269 0,-0.180-0.279 1,-0.033-0.585 2,0.240 0.137-1,0.321 0.248 1,0.340 0.292 0,0.419 1.842 0,0.217 0.357 0,0.188 0.325 1,0.156 0.283-1,0.115-1.370 1,0.120-0.298 1,0.081-0.388-1,0.050-0.407-1,0.013 1.358-1,0.010-0.505 0,0.003-0.574 0,-0.002-0.584 0,-0.005-0.554 0,-0.169-3.240-1,-0.268-1.622 0,-0.309-1.098 0,-0.313-0.682 7,-0.126 0.474-4,0.002 1.179-6,0.085 1.544 1,0.131 1.663 0,0.151 1.617 1,-0.458 0.512 6,-0.260-0.074 1,-0.077 0.051 1,0.049 0.130 2,0.129 0.174-2,0.174 0.192-8,0.088 0.539 0,-0.037 0.124 0,-0.091 0.089 1,-0.121 0.060-1,-0.228-1.159 3,0.129 0.779 2,0.199 0.917 0,0.227 0.928 0,0.254 1.321-1,0.189 0.903 1,-0.130-3.655 1,0.440 2.330-1,0.268-1.436 1,0.102 2.427-2,0.010-0.988-1,-0.009-2.647 0,-0.028 0.532 0,-0.025 1.842 4,-0.015-0.879-6,-0.016 0.003 2,-1.036 0.765 1,-3.251 2.117 1,0.437 0.826 0,-1.669 0.416-3</inkml:trace>
</inkml:ink>
</file>

<file path=ppt/ink/ink4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0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3604.600 70.600 767,'0.000'6.058'0,"0.000"0.078"-4,0.000 2.006 3,0.000-1.132-1,0.000 1.746 0,0.000 1.552 0,0.000 1.410-1,0.000 0.654-1,0.000 0.316 1,0.000 0.083 0,0.000-0.067 1,0.000 0.537 1,0.000 0.270-1,0.000-0.264 1,0.000-0.578 6,0.000-0.730 1,0.000-0.768-9,0.172 2.694-1,0.262 0.474 0,0.295-0.616 7,0.289-1.229 7,0.261-1.498-12,0.020-1.008-1,0.140-0.145 0,0.116-0.369 2,0.093-0.491 7,0.071-0.537 0,0.065 0.134-8,0.058-0.115-1,0.048-0.270 1,0.039-0.353 5,0.031-0.383 3,-0.185-0.645-8,-0.180-0.286 0,-0.220-0.237 0,-0.233-0.189 0,-0.227-0.146 3,-0.208 0.516-1,-0.184 0.303 1,-0.155 0.142 0,-0.127 0.025 2,-0.100-0.055 1,0.089 0.564-6,0.198-0.056 0,0.261-0.065 0,0.282-0.066 0,0.229 0.473 2,-0.027-0.397 1,-0.121-0.449-1,-0.167-0.440 0,0.043-0.217 1,0.166-0.063 0,0.226 0.035 0,0.241 0.092-1,-0.136-0.457 0,-0.101 0.177 0,-0.162 0.204 0,-0.189 0.206 0,0.462-0.179 0,0.231 0.021-1,0.038-0.019 1,-0.091-0.043 3,-0.169-0.056-1,0.703 5.561-5,-1.359-5.651 1,-0.175 0.174 1,0.089 0.110 1,0.243-0.178 0,0.341-0.267 0,2.445 4.966 1,-1.131-5.248-1,0.093-0.253 0,2.507 4.814 0,-0.585-0.447 0,-1.272-0.353 0,-1.111 1.279 0,1.091 0.211 0,1.079-0.438 5,0.468-0.128-5,-0.710 0.957-3,-2.589-5.269 1,-0.112 0.377 2,-0.054-0.084 0,0.035-0.177-1,0.088-0.221 1,1.593 4.839 2,0.584 0.746-1,-1.583-4.663-2,-0.202 0.106 1,-0.285 0.016-1,0.441 0.462 1,0.098-0.056 1,-0.122-0.370-1,-0.445-1.087 2,0.909 5.616-2,-1.239-4.936-1,0.157-0.010 1,0.256-0.025 1,0.296 0.248-1,0.295 0.395-1,0.270 0.452 1,-0.047 0.170-1,-0.239-0.018 1,-0.337-0.132-1,-0.205-0.616 0,-0.066-0.677 1,1.723 4.176 1,-0.266-2.077 1,-0.990-1.467 0,-0.946-0.690-3,-0.671-0.214 1,0.448 1.867 0,0.435-1.848 0,0.330 0.514 0,0.179 0.042 0,0.070-0.263-1,-0.005-0.439 1,1.828 4.607-2,-0.041-0.631-1,0.043 0.136 3,-0.046-0.264 1,-0.360-1.442 0,-0.361-1.463 0,-0.273-1.111 0,-0.107 2.810 0,0.440 2.427 2,-1.033-4.213-1,0.156-0.047-4,0.120-0.208 0,0.088-0.286 0,2.280 4.237 2,0.008-2.090 0,-0.635-1.465 2,0.187 1.380 0,0.232 0.764-3,0.207-0.553 0,-0.596-1.365 1,-0.895-0.815 0,-0.381-0.096 2,1.173 1.523 0,-0.212-1.353-2,1.760 0.588 2,0.967 0.309-4,-1.612-0.910 0,0.024 0.890 3,0.018-0.360 1,-1.232-1.276-2,1.696 2.688-2,-0.156-0.779 1,-0.487-1.359 1,0.212-0.529 0,0.823-0.387-1,1.925 0.706 1,1.274 2.145-1,-1.805-1.134 1,0.392-0.190-1,0.044 0.019 1,-0.533 0.479 0,-0.184-0.305 0,0.459-1.393 0,1.639-0.042 1,-1.300-0.043-1,-0.929 0.130 1,1.178-0.388 0,0.534-0.353 1,1.514 1.105-6,-4.989-2.612 3,-0.026 0.292 0,3.111 2.881 1,-0.252 0.429 1,0.347 0.497-2,0.348-1.205 1,-0.197-2.255 0,0.125 1.526 1,0.284 2.080 6,-1.019-0.949-10,-0.027-1.423 0,-0.275-1.558 2,0.055 0.136 2,0.804 1.016-1,0.333 0.590-1,-0.915 0.351 1,-0.208 0.008 1,0.240-0.278-2,-0.042-0.521 1,-0.367-0.635 0,-0.188-0.623 0,0.588-0.164-1,1.162 0.839 5,1.251 0.729-5,-0.724-0.598 0,-1.014-1.335 0,-0.335-1.150 1,-1.173-0.471 0,-0.331 1.513 3,-1.864 0.869 0,2.625 1.558-3,-1.627-1.133 0,0.543 0.337-1,-0.993-1.278 0,0.712-0.738 1,1.401-1.931 2,0.827-0.976-2,-0.145-0.031 0,-0.083 0.025-1,-1.065 0.043 0,1.936 0.021 0,-2.322 0.058 3,-0.228 0.014-2,-0.020 0.008 0,-0.054 0.003-2,0.079 0.000 2,0.381-0.001 1,1.567-0.001-1,-0.654-0.002 3,-1.550-0.001-3,1.655-0.000 1,-1.421 0.000-2,1.916 0.000 0,-0.022 0.000 2,-0.692 0.000-2,-0.842 0.000 1,0.009 0.000 3,-0.104 0.000-4,0.274 0.000-1,0.523 0.000 2,-0.360 0.000 2,-0.886 0.597-2,0.743 3.039-1,-2.268 0.856 1,-0.246-0.308-1,0.602 0.178 0,0.234 0.466 1,-1.098 0.503 0,-0.709 0.099 1,0.731 0.385-1,0.905-1.076 0,0.298-1.846 0,0.618-1.272 0,1.001-0.896 1,-0.797-1.391-2,0.148 0.677 0,-0.106-0.012 0,1.274 0.000 1,0.324-0.525 1,-1.058-1.036 0,0.359-0.748-2,0.145 0.173 0,0.360 0.472 0,2.479-0.657 0,-4.126 0.997 1,0.287 0.024 0,0.256-0.047 0,0.220-0.094 0,0.184-0.122-2,0.149-0.134 0,-0.149-0.003 1,-0.349 0.088 0,-0.468 0.147 1,5.000-0.963-1,-0.149 0.771 4,1.009 0.678-2,-0.774 0.568-2,-2.442 0.360 0,0.426-1.652 4,0.776-0.671 2,0.253 0.328-6,0.010 0.229-2,-0.912-0.064 1,-0.872-0.190 2,-0.624-0.186 0,4.584 0.323 0,-5.364 1.172 1,-0.189 0.151 1,-0.478 0.142-1,4.373-0.110-4,-2.534 0.341 1,1.100-2.288 1,2.125-1.878 10,-5.462 2.089-10,-0.021 0.145-1,-0.134 0.245 0,5.114-1.033-1,-0.895 1.143 3,-3.737 0.328-1,0.294-0.233 1,0.020 0.012 2,-0.146 0.159 1,-0.375 0.234-2,4.550-0.546-4,-1.844 0.881 3,-0.309 0.593 1,2.421 0.318 1,1.139 0.135-1,-0.156 0.030-4,-0.661-0.015 0,-0.729-0.028 3,-0.021-0.026 0,0.679-0.018 0,0.765-0.010 0,-1.448-0.324-1,-1.313-0.642 1,-1.375-0.633 1,0.572-0.469 0,2.535 0.202 3,-0.823 0.577-3,0.135 0.565-4,0.136 0.379 6,-0.901 0.086-3,-0.637-0.809-2,0.004-1.025 0,-0.869-0.170 2,-1.301 0.395 0,2.025 0.090 3,-0.054 1.046-3,0.464 0.600 1,1.593 0.160 1,0.413 0.057-4,-0.755-0.002-1,-0.738-0.023 3,-0.271-0.026 0,-1.235-0.020 0,-1.631-0.010 0,2.107-0.490 1,-0.357-2.306 2,-2.465 0.244-3,2.321-0.604 0,-1.755 0.640 0,1.296-0.392-1,-0.425 0.620 0,-0.063 0.793 2,0.676 0.676 0,1.796 0.466-2,0.435 0.290 1,-1.245 0.111-1,-0.628 0.039 0,0.247-0.003 2,-0.247-0.029-2,-0.679-0.026 1,-0.309-0.017 0,0.245-0.012 0,1.723-0.007 0,1.065-0.003-1,-0.977-0.000 0,-1.378 0.000 1,-0.973 0.000 1,1.021 0.000 1,-1.133-1.100 1,-0.626-1.009-3,0.606-0.336-1,-0.474 0.444 1,-0.146 0.524-1,1.225 0.493 2,0.207 0.823 1,-0.003 0.318-1,0.873-0.047-1,0.807-0.087-1,0.996-0.013-1,-0.552-0.007-1,-1.777-0.003 1,0.300-0.002 3,-1.180 0.001 3,0.730 0.002-1,-0.548 0.001-4,0.539 0.000 0,0.749 0.000 0,-0.002 0.000 2,1.375 0.000-3,-1.152 0.000 0,-1.313 0.000 1,-0.183 0.000 2,-0.286 0.000 0,-0.061 0.000-1,1.337 0.000 1,-1.155 0.000 0,0.148 0.000 0,0.704-0.166 2,1.027-0.985-6,-0.415-1.131 0,-0.214-0.057 3,-0.257 0.640-1,-1.352 0.738 1,0.927 0.353 0,-0.884 0.554 3,-0.188-0.012-1,-0.254-2.463-2,0.613-1.273 0,1.104 1.355 0,-1.048 1.657 0,-0.500 0.469-1,-0.097 0.216 0,-0.168 0.115 0,0.687 0.050 2,1.225 0.021-1,-0.075-0.010-1,-0.368-0.019 0,-0.255-0.018 1,-1.101-0.017-1,1.071-0.010 3,-0.495-0.010 0,-0.115-0.001-1,1.548 0.003-2,-1.555 0.001 1,0.218 0.000-1,-0.153 0.000 0,-0.216 0.000-1,-0.083 0.000 2,0.905-0.000 0,2.492 0.000 1,0.898 0.000 1,0.078 0.000-5,-0.682 0.000 1,-1.437 0.000 2,-0.590 0.000 0,0.919 0.000 3,-0.399 0.000-3,-1.167 0.000 0,-1.220 0.000 1,0.492 0.000 0,1.867 0.000-1,0.614 0.987-1,-1.206 1.279 0,-0.762-0.094 2,1.396 0.125-1,0.762 0.950-2,-2.614-0.535 2,-0.761-0.462 0,0.876-0.354 2,-0.445-0.871 0,2.040-0.518-1,-0.396 0.699-2,0.671 3.270 2,-0.646 0.200-2,1.236-0.642-1,-0.412-1.397 0,-0.838-0.380 1,-0.039 0.296 1,0.552 1.021-1,-1.256 0.641 1,-1.183-0.433 2,-0.311-0.914 0,0.172-0.311 0,0.468 0.122-3,0.259 0.433 0,-0.648 0.346 0,-0.993-0.044 1,1.491 0.322 1,-0.106-0.607 1,2.030 1.095-2,-0.989-2.010 0,-0.739-0.402-1,-0.312 0.657 0,-0.197 0.943 1,-1.316 0.135 1,0.484 1.509-1,0.268-2.777 0,2.904-0.600 3,2.857 0.113-6,-0.996 0.550 0,-1.589 0.623 2,-0.333 0.752 2,-0.336-0.176-1,0.389-0.696 0,0.950-0.177 0,-1.619-0.021 0,-1.595-0.020 1,0.798-0.579-1,2.399-0.307 0,0.879 0.999-1,-0.464 0.655 0,-0.406 0.732 2,-0.117 0.475 1,-1.959-1.308-4,-0.679-0.895 4,1.823 0.266-2,-0.543 0.075-1,-0.260 0.611 0,0.801 1.511 1,-1.445 0.236 0,-0.176-0.881 1,1.837-1.263-1,1.718-0.171-1,-0.979 0.577 1,-0.774 0.469 0,-0.537 0.157 0,-0.995-0.703-1,0.427-0.141 0,0.945 1.474 4,-0.416 1.190-4,-1.369-0.174 0,-1.170-0.440 0,0.387-1.534 2,1.583-1.014 3,1.626-0.360-3,0.599 0.290-4,-0.204 0.575 1,-1.347 0.409 2,-1.039 0.466 0,0.020 0.407 1,0.165 0.007-1,0.041-0.136 0,0.096-0.086-1,1.480 0.561 1,0.411-0.082-1,-1.527-0.835 2,0.344 0.218-1,1.109 1.013 0,-1.333 0.132 0,-1.425-0.507 1,-0.430-0.517 0,-0.081-0.494-1,0.456-0.108 0,0.331 0.003-1,1.378 0.738 2,-2.786-1.664-1,0.593-0.118 0,-0.296-0.166 0,-0.154 0.065-1,4.707 2.730-1,-1.727 0.137 2,-0.476 0.020 1,0.719-1.183 0,-0.489-0.866 2,2.079 2.186-5,-4.500-1.987 3,0.729 0.670-2,-0.286 0.054-2,-0.499-0.106 1,-0.592-0.196 0,-0.215-0.237 1,0.036-0.243 3,0.189-0.226-1,0.270-0.198 0,4.214 2.622-1,-0.422 1.219 0,-4.934-2.880-1,0.766 0.994 1,-0.117-0.088 0,-0.107-0.265-1,-0.092-0.348 1,3.919 2.607 1,0.039-0.931 0,-0.765-0.771 0,-0.400 0.079 0,-0.404 0.262-2,1.282 1.811 1,0.253 0.944-1,-1.558-1.078 2,-0.792-0.492-1,-0.346-0.206 1,-1.186-1.302 0,0.651 0.523 1,-12.081-1.537 4,0.047-4.314-8,-1.488-0.038 1</inkml:trace>
</inkml:ink>
</file>

<file path=ppt/ink/ink4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1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1886.600 2652.600 767,'0.000'6.061'0,"1.952"0.122"-3,1.851 0.901 2,-0.031 0.056-2,0.777-0.227 3,-1.086 0.376 0,0.103 0.222 0,1.095-0.650-1,1.080-0.518 1,-1.652-0.627 0,-1.295 0.312 1,1.320 0.460-1,1.280 0.113 0,-0.534-0.741-1,-1.871-0.241 1,-1.417 1.916 1,-0.414-0.054 1,2.010-1.452-3,1.764 0.077 1,0.006-0.706-1,-1.717 1.781 0,-2.027-1.148 1,0.870 0.938-1,2.983-2.173 3,0.382 0.311-1,0.941 2.263-2,0.128 0.580-2,-0.558-0.616 1,-1.625-1.218 2,-1.040 0.878 1,0.345-2.166 3,0.403 0.451-1,-1.245 1.576-4,1.131-1.567 1,2.038-0.357-1,-1.035-1.043 0,0.260 0.797 1,0.523 1.006 0,-0.249-0.096 0,-0.654-1.463 0,1.432-1.233 1,-1.874 2.463 0,-2.449 1.492-1,4.383-2.441-1,-0.300-1.604 0,0.053 0.338 0,-0.589 0.210 0,1.366 1.805 1,-0.344 1.014 0,-0.512-0.226 1,-0.526-2.454 0,1.090-1.161-1,0.004 1.431 1,-1.835 0.153-1,0.486 1.427-1,1.740-1.305 1,-1.434-1.001 2,0.963-0.063-3,1.085-0.878-1,0.975-0.887 1,-0.970-0.262 0,-1.039 0.476 0,2.135 1.956 2,-1.472-0.542 1,-0.122 0.034-1,-0.571-0.083-3,-0.683-0.188 0,-0.262-0.240 0,0.116-0.157 2,0.185-0.113 0,0.170-0.069 0,0.389 0.199 0,-0.146 0.199 0,-0.192 0.189 1,0.633-0.121 0,2.156-0.613 1,-0.118-0.593 0,-0.530-0.365-5,-0.481 0.324 1,-0.719 0.578 2,-0.652 0.387 0,0.146 0.278 1,0.870 0.364-2,1.012 0.432 1,-0.469 0.295-1,-1.537-0.013 1,-0.540-0.251 1,1.543-0.875 2,0.385-0.933-1,-0.552-0.634-4,-1.105 0.277 1,1.547 1.857 1,0.460 1.535 1,-1.395-0.804-1,0.267-0.512-1,-0.676-1.022 1,0.378 0.093 2,0.928 0.727-3,-0.121 0.864 0,0.073 0.601 1,1.081 0.362 1,-0.890-0.242 0,-0.230-1.211-3,0.473-1.073 1,0.233-0.223 1,0.045 0.263 0,0.565 0.747-1,0.243 0.735 1,-0.660-0.454 0,0.302-0.788 1,-0.274-0.893-1,-1.129-0.771 0,-0.890-0.064 1,1.075 0.974 1,1.063 0.288-1,0.760 0.554-4,1.065 0.906 1,0.652 0.873 0,-0.296 0.244 1,-0.395-0.803 1,0.034-1.109 0,-0.394-1.158 1,-0.942-0.925-1,-1.559-0.530 1,0.234-0.223-1,0.512-0.095 2,0.583-0.018-1,1.220 0.481-1,-0.439 0.975-1,-0.649 0.807 1,-0.582-0.084-1,-0.417-0.514 1,0.655 0.087 0,1.663 0.837 0,1.026 0.290 0,-0.001-0.526-1,-1.454-0.814 1,-0.717-0.564 0,-0.025-0.250 1,1.266 0.695-1,1.619 0.995-1,-5.933-1.067 1,4.756 0.762-2,-1.800-0.721 2,0.064-0.633 0,0.492-0.350 6,-0.234-0.205-5,-0.355-0.097-4,-0.305-0.030 2,-0.212 0.005 0,1.364 0.018 0,0.241 0.019 3,-0.700 0.015 1,1.315 0.010-6,-1.404 0.006 5,-2.159 0.002 0,2.790 0.000-3,2.070-0.001 4,-1.257-0.000-7,-2.154-0.001 2,-2.226-0.000 1,-0.200-0.000 3,2.337 0.000 2,-0.490 0.000-4,-1.462 0.000-2,2.126 0.000 0,2.729 0.000 7,0.083 0.000-8,-2.474 0.000 0,-2.803 0.000 2,0.357 0.000 3,-0.314 0.000 1,4.650 0.000 0,-3.271 0.000-5,0.465 0.000-1,0.082 0.000 1,-0.174 0.000 0,-0.329 0.000 0,-0.407 0.000 0,-0.287 0.000 1,-0.574 0.000 1,4.748 0.000-2,-1.562 0.000 6,-1.053 0.000-1,-0.716 0.000-1,-0.543-0.473-2,0.075-0.932 1,0.367-0.874-1,2.253-0.867 1,-3.826 1.260-2,0.665-0.218 0,-0.046-0.031 0,-0.292 0.027-1,-0.427 0.062 1,4.561-1.801 0,0.121-0.156 2,-0.508-0.693 4,-1.117-0.749-4,0.417 0.054-4,1.276 1.498 1,-4.937 2.376 3,5.358-1.186 0,-1.102-0.017-1,-1.943 0.197 0,0.063-0.234 0,0.335-0.224 0,1.465-0.086 0,0.062 0.884 0,-0.821 0.463 1,-0.538-0.302 0,-0.480-0.511-1,-0.343-0.547 0,-0.206-0.441 0,-0.343-0.140-1,0.126-0.189 1,0.454-0.183 0,0.983-0.033 1,0.883 0.130-2,-0.112 0.228 0,-0.260-0.031-1,-0.646 0.035 3,-0.306-0.064 0,0.047-0.093-1,-0.662 0.625 0,-1.116 0.833 0,-0.903 0.023 2,-0.309-0.594-1,-0.346-0.591 0,-0.492-0.303-1,2.491-0.884 0,-0.205 2.318 0,0.997 0.893 0,-1.441 0.215 0,0.998-3.674 3,-1.267-0.864-4,0.558 1.103-1,-1.405 1.475 3,1.696-1.674-1,-1.451 0.248 0,-0.913 0.304 0,0.578 0.257 0,1.367-0.029-1,0.705-0.489 1,0.081 0.210 0,-1.298 1.289 1,0.247-1.301-2,-1.122-2.307 5,0.145 0.667-6,0.095 2.660 2,1.364 0.656 1,-1.326 0.522-2,2.280-0.683-1,-0.924 0.998 2,-0.568-0.733 2,-0.528-2.075-2,-1.465-2.144 0,-1.336 1.632 1,2.907-0.207-2,1.295 0.282 2,-1.404 0.647-2,-1.700-0.027-1,-0.168-0.387 3,1.115 0.011 2,-2.333-1.253-3,-1.516 0.302 0,2.272 0.825 0,1.199-0.522 1,-3.474-0.392-1,-1.067-1.469-2,-0.263 0.965 2,-0.008-1.000 0,0.083-0.981 0,0.036 0.087 1,0.008 0.675-3,0.001 0.730 1,-0.003 0.468 2,-0.001-0.817 0,-0.000 0.268-2,0.000-2.094-1,0.000-0.123 2,0.000 0.191-1,0.000 0.503 0,-0.987 0.740 0,-1.593 0.705 2,-0.096 0.413 1,-0.704-1.239-1,-0.320 1.751-1,0.227 0.567 1,0.972-0.931 0,-2.229 2.108 0,0.180-0.852-1,0.291 0.120-1,-0.150-0.132-1,0.448 0.507 1,-0.198-1.735 1,0.569 0.026 1,-1.470 2.719 1,-0.535 0.715-1,0.646-1.008-2,0.191-0.323 0,-1.114-1.260 0,0.176-0.421-1,0.872 0.152 1,0.949 0.342 0,0.711 0.349 1,-0.955-1.406-1,0.182 1.420 3,-2.077 0.784 1,-1.580 1.497 0,1.125-0.819-4,-0.547 1.060 1,-0.358 1.438-1,0.091-0.459 1,0.556-1.487 0,1.008 0.747 1,-0.933 0.980-1,0.075 1.127 0,-0.426-2.292 0,0.412-1.414-1,0.245-1.012 2,1.887 0.954-1,-1.528 1.431 1,-0.075-0.498-1,-0.413-0.878-1,-1.850 2.458 2,0.160 0.863-3,1.390 0.663 1,0.062 0.309 1,0.614-0.181 2,-0.273-0.002-1,0.042 0.003-1,-0.350-0.876 0,2.035-5.205 1,-0.983 2.023-2,-1.016-0.272-1,-0.035 1.581 1,0.277 1.660 2,-0.724 0.355 0,2.923-4.679 0,-1.054 2.368-1,-1.302 2.177 0,-0.432 0.840-1,0.257-0.824 2,0.631-1.859-1,1.137-2.411-1,1.352-0.701 2,-2.271 2.968 0,-1.776 1.427-3,0.361 1.109 1,0.769 0.425 2,0.473 0.052-1,-0.245-0.066 0,-1.509-0.054 0,0.703-1.862 0,0.619-1.981 0,-0.847 0.580 0,0.078-0.624-1,1.352 0.370 1,-1.600 0.944 0,-1.077 1.971 1,1.048 0.531-3,-0.491 0.104 1,0.196-0.091 1,-0.004-1.279-1,3.299-3.806 4,-1.248 0.916-1,-0.846-0.047-3,-0.098 1.582-1,0.066 1.425 3,-1.179 0.814-1,0.770 0.478 0,0.521 0.107 1,-0.803-1.948-2,1.631-0.872 2,-1.825-0.647-2,0.540 1.567-1,-1.709 1.090 3,2.717 0.568-1,-1.545 0.172 0,-1.518 0.030 0,0.475-0.050 3,2.365-0.466-5,-0.169-0.838 2,0.684-0.826 1,-1.533-0.188-3,-1.631 0.390 3,-1.896-0.087-2,0.539-0.380-2,1.512-0.206 2,2.040 0.513 1,-0.602 0.134 1,-2.444 1.115 1,0.660 0.657-1,1.211 0.139-1,1.751 0.038-2,-0.685 0.029 2,0.767-0.044 2,-1.231-0.037-2,0.180-0.019 1,-0.438-0.004-1,0.808-0.001 1,-2.153-0.001-4,2.136 0.002 3,0.143 0.000 0,-3.030 0.000 0,1.056 0.000 1,-0.485 0.000-1,0.141 0.000-3,0.365 0.000 1,0.354 0.000 3,0.197 0.000 0,0.076 0.000-1,0.347-0.375 0,0.645-0.740 0,0.615-0.714 0,-0.112-0.393 0,-1.420 0.300 1,-0.387 0.539 2,-0.868 0.520-5,-1.667 0.436-1,0.264 0.293 6,0.440 0.152-6,0.861 0.055 1,0.959-0.001 4,0.672-0.020-1,0.134-0.019-1,0.013-0.488 0,-0.040-0.943 0,-0.317-0.833 0,-0.631 0.090 1,-0.335 0.610-1,0.135 0.625-1,0.289 0.471 1,-0.772-0.424-1,-1.661-1.225 1,0.384-0.379 0,1.474 0.398-1,1.477 0.651 2,-0.206 0.601 1,-1.026 0.438-3,-0.069 0.268 0,1.177 0.135 1,0.834 0.047 1,-0.461 0.001 2,0.530-0.016-2,-0.743-0.675-2,-1.875-1.313-1,-0.937-0.606 1,0.525 0.350 0,1.000 0.659 1,0.740 0.630 0,0.283 0.470 0,0.236 0.292 1,-0.446 0.140 0,-1.021 0.058-2,-2.182-0.623 0,-0.149-1.256 0,1.951-0.349 1,1.986 0.299 0,-0.221 0.090 2,-1.167 1.174 2,-2.134 0.378-3,-0.031 0.201-4,0.843 0.081 0,0.953 0.014 2,-1.793-0.014 1,-0.855-0.022 6,1.866-0.019-8,1.608-0.011-1,1.123-0.006 4,0.334-0.003 1,-0.860-0.001-2,-1.328 0.000 0,0.776 0.000 1,0.624 0.000-2,-0.742 0.000-1,-0.689 0.000 2,-0.024 0.000 0,0.127 0.000-1,0.147 0.000 1,-0.147 0.000-1,0.290 0.000 2,0.208 0.000 0,0.229 0.000-1,0.420 0.000 0,0.498 0.000 0,-0.135 0.000 0,-0.731 0.000-1,-0.085 0.000 2,0.854 0.000-1,0.942 0.000 0,-1.682 0.000 0,0.670 0.000-1,-0.670 0.000 2,0.163 0.346 0,1.286 1.513 0,0.618 1.432 0,-0.633-0.345 0,0.646-1.869 0,-1.773 0.988 0,1.131 1.341-3,1.122 2.305 1,2.134-0.612 0,-0.790 0.177 1,-2.034-0.128-1,-1.700-0.326 0,0.742-0.514 1,1.915-0.517-1,0.150 1.365 3,-0.016-0.541-1,-1.223-0.372-1,-0.441-0.425 0,0.034-0.299 0,-1.257 0.725-1,-0.096-0.368 1,-1.166-0.443 1,0.932-0.385-3,1.734-0.203 1,-1.231 1.953 1,1.449-0.350 1,0.162-0.739 2,0.084-0.632-4,-0.863 0.257 0,-0.992 0.901 1,0.817 0.436 1,1.445-0.849-1,-1.861-0.078 1,1.392-1.048 0,-0.901 1.538-2,1.865-0.945 1,-1.307 0.617-1,0.361-0.007 0,0.929-0.218 1,-0.461-0.300 0,-2.246-0.163 2,1.066-0.014 0,1.500-0.079-5,-0.241-0.046 4,0.329 0.081 1,-2.250 1.884-4,2.207-1.706 1,-0.341-0.123 0,0.114-0.056 1,-1.630 1.629 0,0.122 0.154 2,0.606 0.474-1,1.168-1.367-1,-0.602-1.892 0,-0.396-1.560 1,-1.182-0.686-1,1.368-0.194 1,11.839-1.939 3,-3.630-3.919-6</inkml:trace>
</inkml:ink>
</file>

<file path=ppt/ink/ink4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1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1857.600 2633.600 767,'0.000'-6.260'0,"0.000"0.206"0,1.548-0.135-5,3.914-0.005 6,-4.285 0.240-2,-0.492-1.611 0,0.211-1.140-1,0.835 1.083 1,0.715 1.729 1,2.130-0.891 0,0.425 0.842 0,-1.434-0.516 1,-1.754-2.639 0,-1.346 1.807-2,-0.364 0.624 0,0.019 0.450 1,1.085-0.811 1,1.098-0.447-2,0.465 0.465 1,0.252 0.419-1,0.065 0.446 0,-0.403 0.727 1,-0.156-0.925-1,-1.409-1.348 7,-1.058-0.135-6,0.306-0.574-1,1.019 2.058 0,0.755-0.371 0,-0.165-0.272 1,-0.518-0.310-1,-0.072 1.358 1,2.283-0.534 1,1.634 0.477 2,-1.225 0.835-4,-1.346-0.589-1,-0.686-0.837 1,0.036-1.869 3,0.421-0.694-3,0.531 0.053 0,0.701-0.248 0,0.508-0.803 0,-1.174 1.768 1,-1.163 2.092 2,-0.051-0.781-1,0.075-0.275-2,0.090 0.458 0,2.126-3.189 0,-0.221 3.775 4,0.941-0.419-1,0.576 0.285-6,-0.671 1.064 3,-0.350 0.373 0,-0.516 0.365-3,2.113-3.661 3,-2.003 0.993 3,-0.677 1.896-1,2.088 1.199 2,0.756 1.065-1,-0.442-2.098 3,0.087-1.042-7,0.097-0.109 1,0.044-0.015 1,-1.274 0.496-2,-1.160 0.116 0,-0.577 0.410 4,1.670-1.754-1,0.407 2.459 0,1.866-0.092-2,0.533-0.250 0,-0.388-0.175 0,-0.584-0.130 0,-1.099 0.467 0,-0.904 0.470 0,1.756-1.258 5,-0.393 3.047-2,-0.010 1.054-1,1.635-1.242-2,-2.463-0.741 3,0.381-0.486-2,0.690-0.267-2,0.575-0.008 0,0.692-0.192 1,0.243-0.572 1,-0.317-0.483 0,-0.517-0.082-1,0.176 0.321 0,0.810 0.244 1,-0.058 1.119 0,-1.051 1.518 1,1.763 0.750 1,-0.911 0.268 0,-0.752-1.620-1,0.281-0.154-1,-0.613 1.540 0,0.264 0.981 1,0.942 0.596-1,-0.446 0.164 0,0.249-0.050 1,0.391-0.021-3,-0.928-0.018 0,1.371-0.010 1,-1.933-0.014 2,-0.181-0.005 1,2.957 0.000-1,-0.464 0.002-3,0.506 0.001 1,-0.089 0.000 2,-1.463 0.000-3,-1.490 0.000 3,1.168 0.000 1,-0.426 0.000-1,1.146 0.000-2,0.111 0.000 1,-1.698 0.000 0,-0.195 0.000 1,0.927 0.600 0,-4.500 5.382 0,-7.013-1.326-1,-0.055 0.823 0</inkml:trace>
</inkml:ink>
</file>

<file path=ppt/ink/ink4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2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2020.600 3881.600 767,'0.000'-6.225'0,"0.000"-0.368"0,0.000 0.205-6,0.000-0.642 7,0.000-0.071-2,0.000-3.278-1,0.000-0.688 0,0.000 1.679 1,0.000 1.922 1,0.000 0.502 1,0.000-0.394 0,0.133 0.106-2,0.835 0.005 1,1.056-0.790 0,0.275-0.013-1,-0.306 0.527 0,-0.547 0.789 2,0.129-1.712 1,1.067 1.520-1,0.348 1.214-1,-0.366-0.792 2,1.863 2.423-1,0.486-0.922-1,-4.028-1.714 0,-0.588 0.434 0,1.289-1.553-1,2.298 1.483 1,-1.917-0.538 1,0.652 0.693-2,3.416 0.703 2,-0.539-1.634-2,-2.423 1.583 0,-0.130-2.068-1,1.630 1.644 4,-0.896 0.228-1,-1.662-0.673-2,1.785 1.728 1,0.833 0.091 1,-0.322 0.028-2,-0.366-1.875 0,-1.314 0.647 3,1.158 0.264-2,1.256-0.070 0,0.431 0.079-1,-0.307 0.424 0,1.732-0.263 1,-1.011 0.739 1,-0.482-0.857-2,-1.112 0.407 0,-0.059 0.004-1,0.229 0.184 3,1.061 0.274 1,1.387 1.436-1,-1.130-2.675 1,-0.708 1.507-4,-0.214-1.379 0,-0.231-0.785 3,-0.407 0.399 0,-0.097 0.609-3,0.063 0.671 1,2.375-0.132 2,-0.061 1.124 0,-2.034-1.267 1,1.187 2.032-1,0.719 2.331-1,0.420 0.671-1,-0.706-0.935 1,1.277-2.211 0,0.471 0.353 0,-0.869 1.425-1,1.098 0.992 1,0.411 0.454 1,-1.291 0.133-2,0.728-0.068 1,-0.298-0.060 2,-1.463-0.015-3,-0.201-0.005 1,1.522 0.001 1,-0.221 0.002-1,0.084 0.001-2,-1.313 0.000 2,0.355 0.000 1,1.488 0.000-1,-0.707 0.000-1,0.486 0.000 1,-0.023 0.000 1,-0.675 0.000-2,-0.374 0.000 1,-0.071 0.000 0,0.074 0.000 1,0.823 0.000-1,-0.223 0.000 0,-0.499 0.134 0,-0.274 1.712 0,1.285 1.445-1,0.941-0.868 0,-1.921-1.441 1,-0.435-0.536-1,2.035-0.321 3,-1.854 0.241-1,-0.768 1.972-1,0.890 1.486 0,-0.476-1.176 0,-1.073 2.309 1,1.101-1.291-1,0.404-2.415 0,0.301 1.548-1,-0.424 0.622 0,1.370-0.938 2,-1.863-1.647-1,0.241-0.494-1,-0.088-0.276 0,2.389-0.160 1,-0.924-0.018 2,-1.104 1.302-3,-0.335 2.279 1,0.368-0.225 1,0.668-1.510-2,-0.741-1.223 2,1.506-0.504-1,-1.841-0.119 0,-0.101 0.022-1,1.603 0.031 2,-0.228 0.046-1,-1.012 0.014-1,1.252-0.000 2,0.377-0.002-1,0.305-0.001-2,-1.313-0.000 2,-0.699 0.000 1,0.210 0.000 0,0.065 0.000-1,-0.300-1.170 0,-0.171-2.054 0,1.085 0.188 0,-0.943 1.339-1,-0.585-0.697 0,0.266-2.459 2,-0.896 0.988-1,0.639 0.375-1,0.224 0.840 1,-0.208 0.438 0,1.760-1.553 1,0.055-0.319-1,-1.159 1.313 1,-1.280-2.305 0,0.521 1.422-1,-0.877-0.083 0,-0.820-1.216-1,-0.562-0.441 0,0.641-0.211 1,0.759 1.095 0,1.006 1.334 0,2.694 0.951 0,-0.634-0.700 0,-2.583-0.424-1,-0.262-0.715 1,-0.022-0.067 1,0.769-0.070-1,0.395 0.170-1,-0.213-0.016 0,0.327-0.545 0,0.647-0.180 1,0.297 0.357 0,-1.464 0.777-1,-0.157-1.465 1,-1.457 0.087 3,1.647 1.366-2,2.382-0.585-3,0.157-0.348 1,-0.110-0.806 1,-1.212 0.026 0,-1.071 1.246 0,-0.596 1.209 1,1.543-0.758-1,0.276-1.366 1,-0.691-0.523-1,1.391-0.980-2,-0.595 1.615 1,0.082 1.020 2,1.130-0.406 0,-1.465-0.432-1,-2.287 0.016 0,0.996-0.042 1,0.827 2.934 1,2.543 0.846-3,-2.740-0.505 1,-0.536-0.829-1,-0.316-0.905 0,0.970-1.339 1,0.396-0.131 1,0.010 0.488-2,-0.740 1.086 0,2.082 0.289 1,-0.402 1.831 2,-1.649 0.945-2,0.909 0.223 2,-0.897-1.968-2,0.216-2.511 0,1.368 0.461 0,-0.734-0.343-1,-0.997 0.890-1,0.682 1.499 2,0.677 1.146 1,-0.625 0.596-1,0.722 0.224 1,-0.684-0.039 0,0.188-0.081-1,0.387-1.919 0,-1.553-1.909 0,-0.064-1.453 0,-0.442 0.766-1,0.685 1.670 1,1.313 1.673 1,1.814 0.338-2,-0.676-1.023 2,-1.302-0.908-2,1.425 0.479 1,-1.658 1.178 0,-0.426 0.763-2,-0.188 0.425 1,-1.879-4.862 3,1.277-0.125 2,1.537 4.318-5,0.500 0.389 0,-0.099-0.906-1,-0.114-1.351 1,-0.005-0.714 0,-1.116 0.989 1,1.476 0.166 3,-0.288-0.817-3,-0.345 0.094-1,-0.736 0.974 1,0.061 0.930 1,-0.517 0.023 0,-1.126-3.293 0,-0.055 0.253-1,0.633 0.298 0,0.478 0.094-1,1.130 1.042 0,0.536 1.309 2,-0.711 0.823-2,0.379-0.294 1,-3.077-3.907 1,2.290-1.353-1,0.414 1.688-1,-0.257 1.403-1,-0.328 1.103 2,2.317 0.656 1,-1.360 0.916 0,1.500 0.229-1,-0.526-0.771-1,0.927-1.356 0,-1.012-0.283 0,-0.843 0.357 1,-0.680 0.543 1,1.524 0.208 1,-1.081-1.524-1,-0.169-1.027-2,0.513 1.151 1,-0.131 1.498 1,0.451 0.461-1,-1.487-1.145-1,0.125-0.731 1,-0.595 0.528-1,1.587 0.204 2,-1.004 0.982-1,0.140 0.435 0,0.102 0.233-1,1.385 0.116 0,-1.303 0.013 2,-0.500-0.034 1,0.637-0.030-2,1.342-0.740 0,-0.915-1.386 0,0.338-0.303-2,0.826 0.326 1,-0.420 0.105 0,-0.688-0.599 1,0.477-0.707 0,-0.828 0.796 1,-0.498 0.926 0,-0.026 0.730 0,0.789 0.455-2,1.080 0.289 1,-1.178 0.155-1,0.020 0.035 2,2.276-0.017-1,-0.733-0.029-1,-1.801-0.028 1,1.722-0.017-3,-1.981-0.019 5,-0.022-0.004-1,2.204-0.003 0,-1.655 0.002-1,1.989 0.001-2,1.320 0.000 1,0.889 0.001-1,-5.216 0.000 1,4.885 0.000 0,-2.448 0.000 0,-1.896 0.000 4,-0.467 0.000 0,-0.108 0.000-2,1.871 0.000 1,-1.262 0.000-2,0.380 0.000-1,-0.054 0.000 0,-0.334 0.000 1,-0.512 0.000 0,1.316 0.000 1,1.707 0.000-2,0.717 0.000-1,1.019 0.000 1,-0.570 0.000 0,-1.808 0.000 0,-0.889 0.000 4,-0.288 0.000-3,-0.911 0.000 0,1.627 0.000 0,2.043 0.000 0,0.719 0.000-1,-4.481 0.000 1,-0.354 0.000 0,4.414 0.000-1,-1.211 0.000 3,-0.045 0.000-2,0.297 0.000-1,-0.086 0.000 1,-0.131 0.000 0,0.201 0.000 0,-1.368 0.000 0,0.128 0.000 1,-0.955 0.000 1,-0.626 0.000 1,0.465 0.000-3,0.778 0.000-2,0.132 0.000 0,0.057 0.000 5,0.687 0.000-6,-0.489 0.000 3,-1.272 0.000-1,-0.494 0.000 1,0.445 0.000 2,0.173 0.000-2,-0.500 0.000 0,-0.376 0.000-1,2.359 0.000 2,-2.260 0.000 0,2.729 0.000 0,-1.155 0.000 0,-0.207 0.000-2,0.099 0.000-1,-0.120 0.000 3,-0.838 0.000-1,0.973 0.000-1,1.217 0.000 0,0.265 0.000 0,-0.568 0.000 0,-0.854 0.000 0,-0.534 0.000 1,-0.099 0.000 0,-0.152 0.000 1,-0.961 0.000 0,1.624-0.320 1,-0.307-1.366-1,0.775-1.404-2,-0.938 0.137 1,1.549-0.523-2,0.955 0.067 1,-0.919 1.036 0,-1.188 1.037 0,-0.957 0.750 1,-0.606 0.436 0,5.995 0.205 1,-4.832-0.000 1,0.521 0.002 0,-1.033-0.160-3,-0.114-0.243-1,-0.201-0.286 0,-0.246-0.296 1,0.059-0.196 0,-0.265-0.012 1,5.304-0.857 1,-0.291-0.100 1,-1.354-0.489-2,-1.480-0.221 1,-0.577 0.577-1,-0.169 0.577 0,-0.671-0.238 1,0.442-0.894-1,0.993-0.076 1,-0.424 0.952-1,-0.372 0.781-1,1.314 0.438 1,0.090 0.399 0,-1.522 0.262-1,0.441 0.103 3,0.590 0.025 1,-0.552-0.014-3,-1.070-0.029-1,1.376-0.018 0,-1.505-0.034 3,1.849-0.011-1,0.199 0.000-2,2.016 0.000-1,-1.469 0.001 0,-1.896 0.001 2,-0.125 0.000 1,0.593 0.000-1,1.279 0.000 0,0.876 0.000 0,-1.714 0.000 1,-2.081 0.000-2,-0.090 1.218 0,1.133 2.858 4,-0.112-0.229-1,1.724 0.474-5,0.059 0.293 1,-0.672-0.046 1,0.090-1.096 1,-0.143-1.277 1,-1.096-0.119-1,-1.093 0.465 1,0.482 0.722-1,0.535-0.795 3,1.148-1.668-2,0.757 1.335-2,-2.121-0.042 0,-0.062-0.258 0,-0.720-0.538 1,1.652-0.219 1,-0.162 2.332 1,0.860 0.245-2,-2.382-0.109-1,1.317 1.350 1,-0.342-1.543 0,-0.785-1.961 0,1.128-1.070 1,-1.059-0.480-1,0.195 1.395 0,0.563 2.229 1,-1.335 1.918-2,-0.659-0.270 0,2.378-2.307 1,0.079-1.807 0,-0.892-0.882 0,0.155-0.302 0,-0.229 0.029 1,0.687 0.538-1,-0.829 1.913 0,-0.805 0.909 0,1.367-1.080-1,0.379-0.729 1,-1.203 2.765 0,-0.949-0.823 1,2.265-1.618-2,-1.151-1.194 0,0.049-0.738 1,0.163 0.174 1,-0.069 0.039 1,0.536-0.000-1,-2.450-4.432 0,-1.777-2.258-2,1.468 1.753-1,0.615 0.503 1,-0.630-1.209 2,-1.030-3.008-1,-0.859 2.198-1,0.555 0.029-1,0.690-0.500 1,0.611-0.735 1,0.382-0.698-1,0.058-0.409 0,-0.761 0.462 0,-0.978 0.505 1,-1.063 0.819 1,-0.888 0.833 1,-0.597-2.670 0,-0.407 0.848-1,0.015 1.381-1,0.071-0.841 1,0.110 0.228-1,0.035 0.288 0,0.002 0.705 1,-0.003-0.491-1,-0.002-0.662-1,-0.002 0.274 1,0.000-1.051 0,-0.705 0.302 0,-2.335 0.241-1,0.273 1.090 1,-0.516-1.128 0,-0.992 1.067 0,1.024 0.702 0,0.422-1.672 0,-0.412 1.744 0,0.425-0.364 1,-0.909-1.459-1,-1.276 0.642 0,-0.950 0.391-1,1.606 2.151 0,-0.390-0.167 1,-0.356 0.840-1,-1.145-0.997 2,2.055-2.659 1,1.137 0.958-3,-0.848 0.514 0,-0.911 1.264 0,0.600 0.280 2,0.408-0.354 0,-0.422-0.457-1,-0.509-0.407 0,0.225-0.394-1,1.080 0.036 0,0.556 0.605 2,-1.299-1.454-1,-1.562-0.206-1,1.453 2.494 2,-1.242-1.033 0,-0.746-0.625-2,0.685 0.575 0,1.621 0.815 0,0.707-2.287 2,2.419 0.890 1,0.639-2.144-1,0.195 2.321-3,-5.389 2.790 5,-0.850 3.574-2</inkml:trace>
</inkml:ink>
</file>

<file path=ppt/ink/ink4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2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4660.600 2594.600 767,'0.000'6.675'0,"0.000"-0.214"0,0.000-0.098 0,0.000 0.002 0,0.000 0.445-7,0.000 2.806 9,0.000-0.191-5,0.000 2.867 3,0.000-4.893-1,0.000-0.222-1,0.000-0.458 1,0.000-0.315-1,0.000-0.200 1,0.000-0.112 3,0.000 4.341-1,0.000-0.448-1,0.484-1.710 0,1.035-0.911 0,0.914 0.347 1,-0.178 0.160 1,0.208 0.646-3,0.509-0.946 1,-0.182 0.623 1,-0.612 0.119 1,0.168-0.049-3,0.774 1.135-1,-0.141 0.322 0,-0.193-1.084 2,0.369-1.652 2,-0.279 0.692-1,-0.973-0.012 1,-0.711-0.041-2,2.484 2.580-3,1.740-0.467 4,-1.320-2.686-1,-0.824 0.297-2,-0.402 1.041 2,0.042 0.510 0,-0.155-0.188 0,-0.613-0.913 0,-0.054-0.685 0,0.548-0.942 2,1.074-0.150-1,0.530-0.571-1,1.433 1.837 0,-1.259-0.613 0,-0.436 1.059-1,-0.167 1.366 0,0.302 1.146 1,-0.800-0.496-1,0.696-1.079 1,2.267-0.966 1,0.958-0.799-1,-1.489-1.360 0,-0.180 0.804-1,-0.188 0.987 1,-0.158 0.859 0,0.657 0.635-1,0.875-0.763 1,-2.421-3.720-1,4.232 3.603 1,-1.746-2.247 1,0.542-0.433 0,0.891 0.500-1,-2.061-0.466-1,-1.233-0.676 3,0.545-0.502-1,1.084-0.390-2,0.532 1.125 1,0.544 0.782 1,0.954 0.594-1,-0.178 0.196-2,-1.955-1.142 0,-1.500-1.679 3,2.129-0.300 1,0.645-0.064 1,-1.988 3.005-3,-0.023-0.065 1</inkml:trace>
</inkml:ink>
</file>

<file path=ppt/ink/ink4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3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5044.600 2508.600 767,'0.000'6.180'0,"0.000"1.218"-3,0.000-1.132 2,0.000 0.325-1,0.000 0.087 3,0.000 2.488-1,0.000-2.653-2,0.000 1.616 0,0.000-1.138 3,0.000-0.302 0,0.000-0.067 0,0.000-0.601 0,0.000 2.273-1,0.000 0.145-1,0.000-1.114 0,0.860-0.111-1,2.625-1.942 3,0.090-0.112 1,0.286 0.346-1,1.357 0.364-2,-0.900 1.160 2,0.030-0.216-3,-1.760-1.077 1,2.121 0.431 4,1.184-1.856-3,1.239 1.079-2,-0.657-0.043 2,-0.563 0.232 0,-1.089 0.601-1,-1.180 0.679 1,1.489-0.538 1,-0.373-2.415-2,0.689 0.177 0,0.112 0.214 1,-0.086 0.147 0,-0.423-0.140 0,-0.420-0.063 0,0.202 0.740 0,-0.865 0.613 0,-0.917 2.472 1,-2.010-0.588 0,0.673-1.092-1,0.758 0.877-1,-0.273-0.682 0,-0.091 1.132 1,-0.196 0.276 1,1.134-2.240 2,0.223 0.375-4,-1.798 1.378 1,-1.164-1.240 0,-0.307 2.104-1,0.086-0.469 0,0.922 2.092 0,1.118 0.914 0,0.253-1.092-1,-0.433-1.932 0,-0.637-1.978 2,-0.381 0.145 3,-0.484 0.878 1,2.059-0.816-3,0.833-0.590-1,-0.324 1.586 0,0.187-0.401 0,0.811 0.263-1,-2.205-0.182 0,-1.046 1.236 1,-0.610 0.445-1,-0.225-0.169 1,-0.026-1.667-1,0.016 0.381 3,0.077 0.520 0,0.161 0.865-1,1.905 0.575-3,0.516-1.622 0,-0.282-0.819 1,-0.106 1.164 2,-1.285-0.486 0,-0.704 1.017-2,-0.280-0.470 1,-0.037-1.664 0,0.027 0.472 1,0.065 0.122 1,0.031-0.374-2,0.005 0.827 1,-0.003-0.533-2,-0.001 1.144 0,-0.001 0.982 0,0.000-2.626 1,0.000 0.973-1,0.000-0.941 3,0.000 0.873-1,0.000-0.815-1,0.000 0.946 1,0.000-0.126-1,0.000 0.461-1,0.000-0.660 1,0.000-0.097 1,0.000 0.268-2,0.000 0.562 0,1.191-0.329 0,2.927-1.085 2,-0.411 0.329 1,1.396 0.014-2,1.085-1.474-2,0.457-0.585 0,-0.996 0.047 3,-0.331 0.599 0,0.057-0.075-1,0.554-1.423 1,1.205 0.279-2,0.613 0.697 0,-0.883-0.689 1,0.654-0.247-1,-0.652-0.826 0,-0.087 0.630 1,1.387 1.994-1,0.100 1.048 0,-1.612-0.643 0,-0.337-0.847 1,2.350-0.821 4,1.104-0.647-3,0.756-0.476-4,1.203-0.264-1,-0.316-0.039 9,-0.971 0.019-8,-3.823-0.712 1,0.733 0.224 0,0.245-0.043 5,-0.079-0.206 2,-0.801-0.414-7,-0.165-0.267 0,-0.159-0.264 0,-0.144-0.244 1,-0.125-0.215 0,5.346 0.087 2,-1.237-0.460-1,-0.839-0.121 1,-0.934 0.659 1,-1.040 0.902-1,-0.349 0.526-1,1.024-0.280 0,0.229-0.475 4,0.075-0.490-6,0.362-0.436 0,0.312-0.314 2,-0.093-0.180 0,-0.455-0.076 0,-1.473-0.009 0,1.296-0.013 0,-1.433 0.038 4,0.581 0.031-4,0.638 0.014 0,0.028 0.003 0,0.928-0.000 1,-2.440-0.002-2,0.651-0.001-1,1.289-0.000 2,1.054-0.000 0,-0.462 0.000-1,-0.840 0.000 0,-0.255 0.000 1,0.092 0.000 0,-0.988 0.000 0,-0.339 0.000 2,1.023 0.000 0,1.172 0.000-3,-0.467 0.000-1,-1.442 0.000 1,1.712 0.000 3,1.192 0.000 2,-0.408 0.000-6,-0.467 0.000-1,-0.143 0.000 3,1.650 0.000 0,1.084 0.000 2,-5.548 0.000-4,-0.066 0.000 0,-0.136 0.000 1,6.131 0.000-2,-1.403 0.000 5,-2.807 0.000 0,-1.628 0.000 0,2.417 0.000-2,-0.067 0.000 1,1.138 0.000 2,-0.610 0.000-4,-1.143 0.000-1,-0.645 0.000 0,-0.629 0.125 2,-0.203 0.764 0,0.197 0.977 0,0.060 0.875 1,-1.012 0.300-1,0.920 1.518 1,0.355 0.627 0,-1.317-1.494-1,-0.483-0.724 0,1.472-0.077 0,-0.108-1.103 2,-2.847 4.061 0,0.315 1.753-2,-0.984-0.797-2,-1.507-0.268 0,-1.421 1.115 2,-0.322-0.624 5,-1.864-13.104-3,-1.669 0.219-4,0.049-0.197 0,-1.834-1.431 0,-0.717-0.489 1,0.479 0.176-1,0.858 0.435 4,-0.579-0.267-5,-0.458 0.050 4,0.328 0.911 2,1.361 1.796-5,-3.056-4.276 1,0.937-0.276 3,1.251 0.190-5,-0.252 1.868 1,-1.780-0.325 6,-0.834-0.478-3,1.336 0.597-4,1.415 1.317 1,0.775 1.831 4,-1.876-0.206 3,0.360 0.484-5,1.735-1.290 1,0.183-0.249-1,-0.886 1.166-1,-1.010-0.245 0,0.125 0.271 1,0.895 0.585-1,-1.600-1.822 0,0.159-0.347 3,0.206-0.295-2,2.169 0.024 1,-2.139-0.179 0,-0.453 1.168 0,0.475 0.653-3,0.521 0.782 0,-1.538-0.878 1,-1.345-0.975 0,1.047 0.401-1,0.402 0.527 3,-1.176 0.170 2,0.438 0.098-2,-0.091-0.008-3,0.176 0.194 1,1.097 0.391 0,0.857 0.127 1,-2.593-0.880 1,0.422 0.252 2,0.725-0.835-3,0.946-1.391-2,0.888-0.470 2,0.881 0.876 0,0.610 1.122 0,-2.061-1.419 1,-1.840-1.302 1,-0.710-0.364-4,0.210 0.257-1,0.530 0.432 0,0.329 0.207 3,0.002-0.036-1,-0.018 0.002 1,0.464-0.046 1,0.944-0.051 0,0.969 0.101 0,0.738 0.077 0,0.405-0.089-1,0.334 0.329 0,-0.325-0.638 0,-0.611-0.686 1,0.089 1.108-1,0.440 1.461 1,0.131 0.142-1,-0.534-1.380 0,0.531-0.354 0,1.356 1.034-1,-0.302-1.949 3,0.331 2.267-2,-0.337-0.108 0,0.027 0.425 0,-1.009-1.896 0,0.518 0.956-1,1.126-0.229 1,0.430-1.039 0,-2.178 0.332 2,0.443 0.629-1,1.901 1.139-3,0.687-0.936 2,0.457 0.695 0,0.277-0.634 0,0.155-0.500 1,-1.063 0.763 0,-1.157 0.514 0,-1.683 0.020-3,-0.519 1.331 2,-0.138 0.262 0,1.305-2.092 2,0.319 0.905-1,-3.432 4.984 0,0.948-3.671-2,0.740-0.358 0</inkml:trace>
</inkml:ink>
</file>

<file path=ppt/ink/ink4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3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3662.600 2374.600 767,'6.044'0.000'0,"1.147"0.000"-3,-1.028 0.000 2,1.295 0.000-1,-0.019 0.000 2,-0.110 0.103 0,-0.013 2.117 0,-0.710 1.737-1,0.570-1.642 2,1.103-1.727-1,-0.746-0.512-1,-1.246-0.167-1,1.685-0.031 5,-0.308 0.073-3,-1.581 0.043 0,1.516 1.656-1,-2.336 1.612 2,0.566-0.219-1,0.344-1.370 0,1.428-0.904 0,-0.924 1.502 0,0.509 1.619-1,0.516-1.994 2,0.142-0.718-1,0.851 1.398-1,-2.709-0.096 0,1.316 1.574 0,-2.106 0.016 1,-0.121 0.382 0,0.738-2.502 2,1.176-1.845 0,0.635-0.218-1,-0.914 0.448-3,0.162 0.832 2,-0.902 0.786 0,0.702 1.063-2,-0.114-0.681 3,3.653-2.095 1,1.505-0.291-3,0.016-0.019-3,-1.930 0.013 1,-1.277 0.016 1,-1.030 0.016 3,0.283 0.012 1,0.306 0.009-1,-0.646 0.004 0,-0.931 0.001 0,-0.453 0.000-1,1.195-0.000 1,1.534-0.000-2,-0.321-0.001 0,0.044-0.000-1,0.000-0.000 2,-0.949 0.000 1,-1.507 0.000-1,1.093 0.000 2,0.355 0.000 1,-0.762 0.000-3,1.404 0.000-2,-2.077 0.000 3,0.173 0.000 0,2.195 0.000 0,-1.189 0.000-1,0.074 0.000-2,0.253 0.000 0,0.817 0.000 1,0.345 0.000 0,-0.213 0.000 1,-0.054 0.000-1,0.222 0.000 1,-1.486 0.000 1,-0.509 0.000-1,1.017 0.000 2,0.365 0.000-1,-0.104-0.591-2,-0.744-1.165 1,1.306-0.653 0,-0.085 0.387 2,1.821 0.528-3,-1.883 0.810 1,-1.799 0.423 1,0.102-1.560-2,0.767-0.725 4,0.077 0.259-5,0.665 0.117 0,-0.300 0.056 0,-0.286-0.082 1,-0.204-0.112 1,0.547 0.563-1,3.931 0.439 0,-3.251 0.553 0,-0.139-0.150 1,-0.640-0.211-1,-0.886-0.228 0,-0.984 0.044 1,4.574-0.951 2,-1.705 0.780 0,-0.784 0.628-1,0.321 0.396 0,0.375 0.268-1,0.889 0.164-1,-0.366 0.091 1,-0.977-0.721 0,0.867-1.770 3,-0.022-0.154-2,-0.458 0.543-4,-0.702 0.701 1,-1.458 0.600 0,0.491 0.364 3,-0.325 0.460 5,-0.548 0.061-4,0.081-0.108-1,1.621-0.038-3,-0.578-0.015 1,-0.887-0.004 1,1.330 0.000 1,0.069 0.003 0,-0.690 0.001 0,-0.062 0.000-1,-0.730 0.000-1,1.672 0.000 1,0.805 0.000 1,-1.000 0.000-3,-1.196 0.000 1,1.889 0.000 1,-2.186 0.000-1,2.187 0.000 1,-1.695 0.000 1,0.233 0.000 0,0.110 2.352 0,-0.933 1.501-1,2.410-1.165 0,-2.300-1.792-1,2.130-0.430 0,-1.604 1.598 3,-4.998 3.749 0,-2.379 0.492-2,4.681-1.620 0,0.701 0.161 1,-2.352 0.937-2,2.450-0.365-1,2.364-2.755 1,-1.053-2.169 0,0.188 4.251 3,-0.699 1.898-1,-0.462-1.127-3,0.418-1.186 1,0.393-0.740 1,-0.193-0.120-1,0.357 1.290 2,-0.988-0.794 0,0.575-0.075 1,-3.101 1.506-1,-1.591 0.508-2,2.337-0.650 1,2.651-3.026 1,-0.900 1.073-2,0.635-0.292 0,0.584-0.607 3,-4.161 3.318-2,3.894-3.069 0,0.818-2.273-1,-1.866 4.613 1,0.085-0.983 0,0.762-0.756-1,-0.554 1.607 0,-2.915 1.738 2,-2.485-0.260 0,-0.280-0.116 0</inkml:trace>
</inkml:ink>
</file>

<file path=ppt/ink/ink4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4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4766.600 2460.600 767,'0.000'-6.033'0,"0.000"-0.525"-4,0.802-3.153 3,1.769-1.223-1,-1.250 4.350 1,0.501-0.252-1,0.264-0.308 0,0.015 0.062 0,-0.145 0.294 1,-0.237 0.421 3,-0.278 0.471-1,0.605-4.524-4,-0.426 1.415 0,0.141 2.566 3,1.328-0.322 6,-0.857-0.831-1,-0.918 0.367-5,0.448 1.129-1,2.335-1.391 1,-2.065 1.595 1,-0.231-2.471-1,-0.636 1.604-2,5.131 5.704 6,0.037 1.038-3,-0.666 2.326-1,-5.664 4.063 1,-0.031 0.169-2,5.010-2.725 1,0.039 0.513 0,-1.780 1.060 0,2.018-1.995 1,-2.874 2.535-2,2.339 0.251 0,0.117-2.444 0,1.261-3.759 1,0.498 0.008 1,-0.353 1.852 0,-0.352 2.509-2,0.167-2.035 1,-0.084-1.640-1,0.950-0.646 1,-3.958 5.573 1,2.655-1.271 0,0.308-1.282-1,-0.791 1.240-2,-2.930 1.781 2,0.730-0.695 2,4.175-0.615-2,-2.359-0.365-1,0.561 0.030-1,-1.026 0.266 1,-0.615 3.032 0,-2.117-0.253 0,0.438-1.457 2,1.859 0.178 0,-1.265-0.386 0,0.144 1.190 0,1.432-0.385-1,-2.148-0.313 0,-1.167 1.110-1,-0.654-0.854 0,-0.287 0.481 1,-0.038 0.012 1,0.079-0.698 0,0.040 0.901 0,0.010 0.186-1,-0.001 0.244-1,-0.002-1.067 1,-0.001 0.279 1,0.000-0.126-1,0.000 0.323-1,0.000-0.382 2,0.000 0.004-1,0.000-0.570 0,0.000-0.110 1,0.000-0.005-1,-4.453-1.036 1,-0.218-0.788-2,2.632 1.653 0,-4.008-5.974 2,-0.936 0.107-1,0.046 0.015 0,0.160-0.002-2,0.750-0.001 3,-0.636 0.000-1,-0.016 0.000 1,0.589 0.000-2,2.200-5.760 2,-2.155 1.674-1,-0.276 3.673-1,0.979-3.472 1,4.192-3.736 1,1.051 1.381-3,0.209 0.034 3,-0.026-0.302-1,-0.056 0.372-1</inkml:trace>
</inkml:ink>
</file>

<file path=ppt/ink/ink4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4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4785.600 2306.600 767,'0.000'-6.107'0,"0.000"-0.680"-3,0.000 0.369 2,-1.334-0.043 1,-2.088 0.120-1,0.506 0.709 0,1.083-0.716 0,1.141-0.409 1,0.613 0.246 1,0.188 0.491-1,0.036-0.170 0,-0.120-0.355 0,-0.030-0.594 1,0.003 0.664-1,0.001-0.367-1,-1.936-0.029 3,-1.854 1.518-3,1.367-1.193 0,1.490 0.517-1,0.716-1.630 3,0.381 0.173 0,-0.075 1.131-2,-0.048-1.674 3,-0.029 0.425-3,-0.015 0.079 0,-0.002-0.949 2,0.003 0.605 0,0.879 0.817-3,1.730 1.360 2,0.551 0.491 1,-0.871-1.926 0,-0.319 0.294-1,2.514 1.779-2,2.679 3.882 1,-1.945-2.504 3,-0.628-1.514 1,2.455 4.303-4,0.620 0.969 0,-0.106 0.057 1,-1.500-0.078 0,0.290-0.068-1,0.534 0.007 2,-0.621 0.001-1,1.200 0.000-1,-0.309 0.000 1,-0.330 0.000-1,-0.328 0.000 1,0.097 0.000 1,0.559 0.000 0,-1.030 0.000-1,0.992 0.000-1,-0.969 0.000 2,0.528 0.000-1,-0.403 0.000 0,0.450 0.000-1,0.291 0.000 1,-0.170 0.000 0,-0.749 0.600 0,-4.621 5.382 1,3.631-2.241 1,-0.292 1.635-3,0.561-2.157 0,-1.617 1.756 1,-3.971 1.117 0,1.834 0.224 1,4.400-4.455-1,0.136-1.559 0,-1.217 4.017-1,-0.389 0.051 1,1.113 1.163 0,-0.665-1.241 0,-0.766 0.462-1,0.525 0.175 1,1.500-4.359 2,0.483-0.038-4,-4.513 5.151 3,2.550-2.024 1,-0.488 0.639-2,-4.428 2.022 0,0.146 0.120-1,0.003 1.199 0,-0.002-0.942 0</inkml:trace>
</inkml:ink>
</file>

<file path=ppt/ink/ink4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5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4996.600 2326.600 767,'0.000'-6.064'0,"0.000"-0.147"-3,0.000 0.195 2,0.000-0.958 0,0.000 0.136 1,0.000-0.071-1,-0.600 0.453 2,-5.382 3.612 0,2.138-2.460-1,-1.449 1.204 0,-0.479 1.128-1,1.216-1.296 0,-0.138-0.510 0,0.186 0.556 2,-1.538 1.347 0,0.207 0.134-1,4.718-4.797 1,1.190 0.240-2,0.068 0.781 1,-0.079-0.623 0,-0.057 0.138 0,-0.007-0.270 0,0.004 0.993 0,0.001-0.640-1,0.000-0.427 2,1.748-0.061-1,3.537 4.494-1,1.130 0.616 1,-1.295-2.470 1,-0.269 0.878-1,1.450 3.907 0,-0.186 0.088 0,0.938-0.036-1,-0.930-0.070 0,0.280-0.001 3,-3.688 5.473-2,-2.778 0.964 0,0.012 0.175-1,0.048 0.045 2</inkml:trace>
</inkml:ink>
</file>

<file path=ppt/ink/ink4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5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4996.600 2364.600 767,'0.000'6.135'0,"0.000"0.586"-3,0.000 0.714 2,0.000-1.107 0,0.000 0.997 1,0.868 0.278-1,3.389-1.199 1,-0.955-1.273 0,-1.830 2.144-1,-1.060 0.234 4,-0.472 0.084-6,1.757-0.149 4,1.937-1.206 0,1.517-0.939-3,0.604-2.212 3,-2.928 2.526 0,2.449-2.722 0</inkml:trace>
</inkml:ink>
</file>

<file path=ppt/ink/ink4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5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5015.600 2162.600 767,'6.161'0.000'0,"0.639"0.000"-3,-1.476 4.997 2,-4.339 2.585 1,0.846-1.697-2,4.106-3.456 2,-0.523 0.268 0,-0.189 1.550 0,0.175 1.404 0,-1.650 0.984 0,-0.591-0.819-1,2.213-2.074 3,-3.049 2.104-1,-1.166 1.409-2,3.056-2.785 1,1.831-3.297 0,0.142-1.611 0,0.864 0.448 0,0.114-0.007 1,0.077-0.003-1,-0.566-0.000-2,-0.258 0.000 2,0.381 0.000 1,1.231 0.000-1,-1.781 0.000 0,0.492 0.000-1,1.614 0.000-2,-1.961 0.000 2,1.126 0.000 4,-1.313 0.000-1,0.556 0.000-3,-0.070 0.000 2,-0.345 0.000-1,-0.462 3.099 1,-3.276 3.187-1,1.635-0.499-1,1.032 0.054 0,-0.885-0.829 0,-1.434 0.944 1,-2.890 0.763 2,1.451-0.351-2,4.804-2.268 1,-0.025 0.879-2,-2.427 1.589 0,-2.020 0.059 1,1.923-0.194 0,2.785-3.850 0,-1.276 1.031 0,-2.093 3.209 0,0.447-0.395 0,0.469 0.123 0,-0.666-0.843 0,0.507-0.075-1,-1.278-0.161 0,0.750 0.017 3,2.360-1.097 0,-3.568 2.767-2,-2.004 0.244-1,-0.482-1.165 1,0.238 0.528-1,2.000-0.078 2,3.102-1.596 0,-2.966 1.450-1,-2.063 0.126-1,-0.188-0.200 1,0.151 0.217 1,0.009 0.151-1,-0.005 0.952-1,0.000-0.600 0,3.066-1.472 2,1.958-2.292 0,-1.479 3.050-1,-0.190-1.151-1,-0.222 1.290 0,-2.084-0.507 1,-0.556 0.734 0,2.516-0.014 0,2.536-1.875 0,0.975-0.712 0,-3.561 2.087 1,-1.516 1.451-2,-1.168-1.327 0,1.435 0.554 2,3.135-1.112-1,1.778-2.708 0,-1.562 1.456 1,0.449 0.330-1,-3.012 1.152 0,-1.230 0.729-1,-0.091-0.658-1,2.650-1.393 3,2.370-0.767-1,-0.105 0.901 2,-1.155 1.278-3,-0.595-1.065 0,1.218 0.896 0,-1.134-0.520 2,-1.822 0.005-1,-0.289 0.306 0,3.864-5.681 3</inkml:trace>
</inkml:ink>
</file>

<file path=ppt/ink/ink4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0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5054.600 2498.600 767,'6.094'0.000'0,"1.374"0.000"-4,0.005 0.493 3,0.202 1.987-1,-1.617 0.941 2,0.746-0.537 0,1.539-2.030 1,-0.500-0.721 0,-0.634-0.266-3,-0.525 0.001 3,0.096 0.250 0,-1.573 3.261-1,-1.437 1.911 0,0.077-0.227-1,1.226-0.805-1,1.794-3.036 5,-0.608-1.541-3,-0.238 0.279-1,0.371 0.045 2,0.949 0.906-1,-3.380 5.800 0,-2.772-0.108-1,4.744-2.160 2,1.106-3.955 0,-1.257 2.848-2,-5.526 3.644 2,0.160-0.216-2,2.525-1.423 1,1.891-1.130-1,2.287-1.495 2,-0.264 1.023-2,-1.726 1.480 0,-3.337 0.580 2,0.135 1.576 0,0.868-0.915-2,1.371 0.583 0,0.065 0.261 1,-1.151-1.009 0,-0.042-0.727-2,2.917-1.604 5,-1.610 0.793-2,1.460-2.296 0,0.732-1.763-2,-1.235 3.262 1,0.227 0.972 0,0.380-0.995-1,-0.975 0.960 0,-1.767 1.452 2,2.787-2.045 0,1.572-3.559-1,-0.392-0.836-1,0.828-0.082 0,-0.602 1.718 2,-2.045 2.896 0,0.829-1.816 0,1.148-1.249-3,-0.476-1.193 1,-0.548-0.383 2,0.093 0.094-1,-2.570 5.163 1,2.980-1.903 0,-0.223-2.141-3,1.475-1.141 2,-1.348 0.057 2,0.949 0.037-5,-1.067 0.024 4,-0.301 0.006-1,2.668 0.004-2,-1.725 0.002 3,-1.175-0.000-2,0.254-0.002 1,0.524-0.001 3,-0.115 0.000-4,0.396 0.000 0,-0.096 0.000 3,-0.181 0.000-2,-0.788 0.000 0,0.150-0.477-1,-0.715-3.635 1,-0.130 0.060 1,1.372 3.559-1,0.252 0.493 0,-0.675-2.115-1,-1.231-2.146 1,-2.139-1.700-1,0.385-0.260 3,0.907 0.939-2,1.457 0.937-1,-0.054 2.043 1,0.458-2.452 0,-2.310-1.715 0,1.878 1.408 0,1.222 2.100 0,-1.800-0.775-1,0.408 0.123 1,-0.359-0.373 2,-0.148-0.877-1,0.219 0.420-2,-1.170-1.244 2,3.554 3.807-1,-2.029-0.733-1,-0.667-2.085 0,0.528 1.057 2,0.621-1.205-1,0.879 2.812-1,-1.083-0.303 2,-1.561-2.531 0,1.803 2.353-1,0.577 1.785-1,-1.205-3.466 3</inkml:trace>
</inkml:ink>
</file>

<file path=ppt/ink/ink4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0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5428.600 2604.600 767,'6.074'0.000'0,"0.328"0.000"-3,-0.911-3.255 2,-1.275-1.541 1,2.064 0.972 0,0.913-0.153-1,-0.172 1.708 0,-0.073 1.291 1,0.100 0.710-1,0.608 0.356 1,-0.482 0.103 0,-1.758-3.545 2,0.800-1.891-2,-0.373 0.732-1,0.137 0.928 0,-0.181 1.505 1,-0.066-0.622 0,-0.481-1.106 0,0.373 0.340 0,0.399 3.027 1,-0.883-3.357-1,-0.059-0.278 0,0.937 2.073 1,-1.500-2.367 0,2.417 1.108 0,-0.742 1.785-2,-0.021-3.225 0,0.285 1.763 1,-0.684 1.087-1,1.916-1.368-1,-1.905-0.186 3,-0.374 0.744-1,0.765 2.573 1</inkml:trace>
</inkml:ink>
</file>

<file path=ppt/ink/ink4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1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5610.600 2498.600 767,'-6.109'0.000'0,"-0.260"0.000"-3,-0.464 0.000 2,-0.758 0.000-1,0.232 0.000 0,0.716-0.438 1,-1.465-1.883 2,1.380-0.752 0,-0.694 0.301 0,1.414 0.343-1,-0.289-0.545-1,1.285-0.521-1,-0.573-2.121 3,-1.458 2.021 0,-1.301 1.317-2,2.557 0.509 1,0.031-0.362-1,-2.311-0.878 1,1.544 1.331 1,-0.060 1.079 1,-1.285 0.550-3,0.673-0.655 1,1.179-1.606 0,0.238-2.761 0,3.407-0.872 1,-3.919 1.606-1,-0.136 3.302 0,0.750-2.355 0,2.985-3.393 1,-2.491 0.604-1,0.505 1.170-1,-0.210-0.126 0,0.354 0.487 1,-0.200-0.082 0,-1.341 2.324 1,0.955-1.945 1,0.196-0.063-2,0.102 0.017 1,1.840-2.414-2,-1.065 1.944 0,-1.891 1.839 1,-0.029 0.773 0,4.050-4.154 1,-4.809 4.798-1,-0.169 1.366-1,0.210-2.599 0,2.268-1.304 1,1.413-2.526 0,-1.516 2.367 1,-2.342 0.020-2,2.088-0.456 0,1.896-1.502 2,-2.330 1.865 0,-1.869 3.776-1,1.683-2.668-1,3.827-2.820 2,1.536-1.062-1,0.214 0.453 0,-0.022-0.279-1,-0.117 0.776 1,-0.054-1.094 0,0.007-0.720 0,0.002-0.761-2,-0.124-0.013 1,-1.445 1.722 3,-1.631 1.769-3,-0.272 0.083 1,1.720-1.695 3,1.595 0.110-3,0.274-2.287-1,-0.045 1.857-1,-0.021-0.496 1,-0.021-0.218 1,-0.016-0.449-1,-0.010-0.505 0,-0.004 0.042 0,-0.001 0.865 0,-0.000 0.825 0,0.000 0.740 2,0.000-3.039 0,0.000-1.353 4,0.001-0.278-7,0.000 0.668-1,0.000 1.048 4,0.000-0.559-2,0.000 0.490 0,0.000 1.083 0,0.000 0.594 4,0.000 0.431-3,0.438 0.494 0,0.863 0.135 0,0.833 0.067 1,0.448-0.126-1,0.663-1.768 0,0.064-0.909-1,-0.621 0.459 0,-0.145 0.067 1,0.398 0.119 1,0.558-0.138-1,0.056 0.739 0,-0.108 0.745 0,-0.428 0.451-1,-1.004 0.831 1,0.688-1.331 4,1.942-0.454-3,-0.752 1.771-1,0.164-0.533-1,0.107-0.736-1,-0.050-0.260 1,0.015 0.611 1,0.015 0.561-1,-0.710-0.101 2,-0.506-1.372-1,0.088-0.379 0,0.185 1.348 0,0.224 1.317 1,0.259 0.876-1,0.718 0.030 1,0.309 0.141-1,-0.267 0.412 1,1.789-1.700 0,0.277-0.374-1,-0.446 0.344 0,0.105-0.148 0,-1.297 1.283-1,0.636-0.638 0,0.894-0.740-1,0.012 0.881 1,-0.927 1.949 0,0.911-2.861 7,-1.074-0.525-4,-1.425 0.562-4,-1.729 0.446 2,2.458-0.016 1,0.256 2.138-2,0.633 0.262 0,0.560 0.043 0,1.021-0.018 0,1.226 0.046 0,-0.799 0.124 3,-1.250 0.143-3,0.053 0.037 0,0.813-0.071 0,0.807-0.213 1,-0.607-0.567-1,-1.362-0.573 1,-1.294-0.462 0,2.070-0.506 1,1.995 0.001 5,-0.549 1.154-8,-0.962 1.245 0,-1.307 1.110 1,1.210-0.752 3,-0.841-1.135-1,-0.184-1.457-1,0.181 0.870 1,0.186 1.902-2,1.836 1.329 2,-0.314 0.984 0,-0.507 0.189-2,-0.204-1.357 1,-0.180-2.490-1,-0.503-1.825 1,-1.534 2.122 0,0.955-0.401 1,0.617 0.073 0,0.415 0.859-3,0.798 0.894 0,-0.222 0.947 2,-1.301 0.743 0,1.642 0.450 1,-1.014 0.193 1,-0.317-0.058-1,0.242-0.084-1,-0.863-0.052 0,0.251-0.174 0,2.394-1.814 0,-1.981-0.347-1,-0.297 0.258-1,1.962 0.187 2,-0.080 1.109 1,0.583 0.605-2,-1.581 0.245 1,-0.130 0.044 1,0.265-0.076 1,0.146-0.045-2,-0.463-0.014 0,-0.112 0.000-1,1.508 0.001 2,-1.352 0.001-2,-0.599 0.001 0,0.355 0.000 2,-0.563 0.000-1,1.484 0.000-1,-0.149 0.000 1,0.188 0.000 3,-1.022 0.000-5,-0.194 0.110 2,-0.610 1.344 1,0.796 2.475-2,-0.035-1.052 1,-2.128 0.998 1,-0.195 1.531-1,0.579-1.335 0,0.500-0.828-1,0.611-0.753 0,0.479-0.242 1,-0.032 0.047-1,-0.503 0.676 0,-1.076 1.162 1,0.903 1.115 2,0.313-0.825-2,-1.430-0.734 1,-0.366 2.756 0,-1.954-0.385-1,0.896-0.323 0,-0.047 0.123 0,-0.979 0.292 1,1.313 0.555-2,-0.464-0.421 1,-0.584 1.078-1,1.174-1.292 1,-0.472 0.092 0,-1.198 0.131 0,0.786 1.792-1,-0.163-1.423 1,0.242-0.036-1,0.061-0.312 1,-0.067-0.518-1,1.360 1.257 0,-0.051-1.625 2,-0.295 0.457 0,-2.335 1.278 3,-1.447-0.930-4,-0.354 1.326-1,-0.024-0.561 1,0.085 0.880 1,0.193-0.715-1,0.801-1.046-1,0.958 0.069 1,0.435 1.766-2,-0.453 0.264 2,-0.660-0.421 1,-0.554-0.186-3,-0.384 0.033 2,-0.199 0.391-1,-0.094-0.711 2,-0.036-1.107-1,-0.031 1.758-1,0.035 0.049 4,0.041-1.958-3,0.011 0.904-1,0.008-0.712 1,0.004 2.918 1,0.000-2.524-1,-0.000-0.429 0,-0.001-0.205-1,0.000-0.010 0,-0.001 0.152 1,0.000 2.013-1,0.000-1.025 3,0.000-0.376-1,0.000 0.755 0,0.000 0.072-4,0.000-1.341 2,0.000-0.205 0,0.000 2.165 4,0.000 1.386-3,0.000 1.997-1,-0.144-4.453-1,-0.221 0.214 0,-0.253-0.150 0,-0.252-0.366 3,-0.232-0.472 2,-0.904 3.365-5,0.314-2.046 0,0.328-1.371 4,-1.229 2.165 2,0.244-2.945-4,-0.173 2.225-1,0.673 0.136 3,0.522 0.190-1,-0.691 2.225-2,-0.854 1.161 0,1.521-5.376-1,-0.770 5.062 1,0.946-2.571 2,0.526-0.254-3,0.366 0.042 4,0.234-0.850-1,0.107-0.846-1,0.029-0.593 0,-0.009 0.410-1,-0.021 0.921 1,-0.143 0.483 0,-0.768 0.970-1,-0.896 1.448 0,-0.204-0.073 0,0.125-0.288 0,0.428-1.262 2,0.571-2.069 0,0.343 0.684 2,0.440-0.809 0,0.149 0.257-1,0.006 0.830-3,-0.059-1.283 0,-0.030 1.083 2,-0.020 0.262-1,-0.006-0.896 0,0.000 0.243-1,0.002-0.668 2,0.001 0.967-1,0.000-0.971 0,0.000 0.577-1,0.000 0.679 1,0.000-1.414 1</inkml:trace>
</inkml:ink>
</file>

<file path=ppt/ink/ink4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1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5466.600 2028.600 767,'0.000'-6.122'0,"0.203"-1.229"-3,2.408 1.322 2,1.194-0.776-1,-1.219 0.437 1,0.131 0.689 2,0.847 0.472-2,-0.785-0.918 0,-1.315-1.488 1,-0.947 0.235-1,-0.270 0.744 2,3.407 1.373 1,2.109 2.313-1,-0.200-0.589-2,0.200 0.611 0,0.147 1.668 3,-3.301-5.110-1,3.023 2.571-1,-1.853-2.118 0,1.968 2.263-1,-2.033-1.671 2,1.613 2.542-1,1.883 0.734-1,-1.479-0.369 0,-0.070-0.012-1,1.349 0.117 2,-0.153-0.154 1,-0.975-1.791 0,-2.717-1.539-1,2.166 1.210 1,1.408 2.278 0,-0.546 0.294-3,0.270-1.616 2,2.104 0.958 0,-0.837 0.162-1,-1.892-1.190 0,-0.625 0.719 3,1.886 1.135-2,1.957 1.492 0,-2.563 0.369 1,1.598 0.102-3,-0.862 0.029 2,-0.845 0.725 1,-6.357 5.308 0,-0.014 0.955-1,-0.012-0.218-1,-0.001-0.503 1,0.000 1.290-1,0.000-1.415 1,0.000 0.131 1,-0.359-0.228-1,-1.462 0.453-1,-1.235 0.496 0,0.466-0.933 0,0.994-0.228 2,0.903 0.861 1,0.541 1.655-3,0.204-2.493 0,0.067 1.345 0,-0.038-0.511 2,-0.702-0.761 1,-2.182 0.144-1,-1.209-1.229-2,1.763 1.119 1,1.710 0.896 1,-1.826-0.851-1,-3.573-5.036 1,-1.053 0.197-1,3.431 4.821 0,3.196 0.547-1,0.813-0.677 0</inkml:trace>
</inkml:ink>
</file>

<file path=ppt/ink/ink4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1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5409.600 2047.600 767,'6.034'0.000'0,"0.048"0.000"-3,0.840 0.000 2,-0.870 0.000 0,0.580 0.000 1,-0.173 0.000-1,0.395 0.000 1,0.251 0.000 0,1.036 0.000 0,-2.136 0.184-1,0.984 2.240-1,-1.896 1.633 4,2.602-1.102 1,-0.381-2.331-4,-0.341-0.579 1,0.525-0.194-1,-1.404 0.045 1,0.574 0.067 0,0.050 0.033 1,-0.714 2.688-1,-1.680 1.556 1,3.099-1.836-2,-1.896 1.500 0,-0.022-0.522 1,1.787-0.795-1,0.249 1.784 0,-0.569-0.821 2,0.059-1.539-2,-0.036-1.781 3,0.660-0.359-1,-0.708 0.004-2,0.805 0.039 0,-1.086 0.066 2,0.102 0.741 0,-4.157 4.729 0,-2.655 1.386-2</inkml:trace>
</inkml:ink>
</file>

<file path=ppt/ink/ink4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2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5438.600 2143.600 767,'-4.409'4.408'0,"0.124"-0.124"0,2.957 3.010-4,1.309-0.138 4,0.044-0.926-2,-0.005 0.157 1,-0.018-0.223 2,-0.001 0.473 1,0.000 0.981-3,0.000-1.080 1,0.000 1.647-1,0.000-0.538-1,0.000-1.337 1,0.000-0.012 2,0.000 0.319 0,0.000-0.370 1,0.000 0.219-2,0.000 1.444 0,0.000-1.646 1,0.000 0.082-3,0.000 0.148 2,0.000-0.363 2,0.544 0.720-3,4.077-2.951 1,1.583-4.171 1,0.000 0.145-1,-0.062 0.135-1,0.655-0.002 1,1.021-0.005 1,-1.394 0.828-2,-0.427 1.675 0,1.169 0.640 1,-1.241-1.717-1,1.752 1.099 1,-1.605 2.289 1,-0.369-0.059 0,-0.875 1.247-1,2.291-3.339 0,0.026-0.933 0,-0.307 1.442-1,-0.277 0.803 0,-0.217-0.112 0,-0.152-0.425 0,0.435-1.243 0,0.992-1.194 1,-0.353-0.735 0,-1.059-0.301 1,0.109-0.079 2,1.215 0.024-4,0.309 0.043 1,-1.022 0.031 0,0.958 0.017 0,-0.949 0.004 1,0.066-0.002 0,0.026-0.002-2,-0.774-0.001 0,1.790 0.000 0,-1.506 0.000 0,0.102 0.000 2,-0.142 0.000 1,-2.558-5.270 0,-3.922-0.881-1,0.025 0.042-2,0.065-0.594 0,0.006-0.274 1,-0.000-0.909-1,-0.001 0.715 2,-0.000 0.500-1,0.000 0.306 0,0.000-0.514 1,0.000-0.061-2,-3.104 0.303 1,-1.980 1.052 0,0.287 1.107-1,-0.510-0.287 0,0.457-0.172 1,-1.160 0.304 0,-0.468 2.407 1,0.536-0.699-1,0.683-1.874 0,1.211-0.240-1,0.773-0.184 1,-0.110 0.176-1,-2.958 0.572 1,0.395 2.385 0,-2.038-1.447 1,0.027-0.298-1,0.835 0.227-2,1.084 0.461 0,-1.444-0.729 0,0.932 0.602 3,0.437 0.261 0,0.516-0.449 0,0.211-0.752 0,-0.094 0.866 0,-1.647 0.376 0,1.527-0.642 0,-0.671-0.294-1,-0.001 2.421-1,-1.589 1.644 1,1.026-0.063 0,-0.718-0.045 0,1.023-0.043 0,-0.719-0.011 1,0.685-0.000-1,0.199 0.003-2,-0.110 0.002 4,1.681 4.149 1,0.740 1.442-3,-0.595-0.682-1,3.336 1.086-1,0.300 1.495 2,-2.639-1.205 0,0.465-1.062 0,1.691 1.029 0,-4.277-3.743 1,1.797 2.303 0</inkml:trace>
</inkml:ink>
</file>

<file path=ppt/ink/ink4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2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5726.600 1990.600 767,'0.000'-6.227'0,"0.000"-0.370"-3,2.314-2.750 1,1.789-3.102-1,-1.812 5.208 1,-0.110-0.141 0,-0.213 0.080 0,-0.268 0.222 1,-0.287 0.302-1,0.619-0.712 0,0.068 0.361 1,-0.139 0.334 0,-0.253 0.290 7,-0.301 0.238-2,0.739-4.006-6,0.023 0.481-1,0.253 0.238 3,0.178-1.025 1,-0.702 0.315-1,-0.815 1.795 2,-0.511 1.390-1,0.285-1.268 1,1.958 1.668 0,0.160 0.616-1,-0.812-0.807-1,-0.470-0.262 0,2.814 0.600 2,-1.818 0.595-3,-1.485-1.839 0,-0.930 0.184 1,-0.325 1.559 0,0.031-0.567 0,2.346 0.656 0,2.072 1.645 0,3.035 1.750 1,-0.274 1.433-1,-1.193-0.633-1,-2.296-3.070 3,2.103 1.548-1,-3.402-2.672-1,3.354 3.630 1,1.490 1.505-2,-0.437 0.595-1,0.812-0.926 2,-2.155-1.964 0,1.362-0.272 0,0.350 2.056 0,-0.128 1.203 0,-0.750 0.278 1,0.549-0.095-2,-0.732 0.110 2,-3.030 5.512 0,-3.254 0.815-1,4.158-0.631 0,0.787 0.346-1,-3.506 0.201 0,-0.933 0.715 1,-0.541-0.415-1,0.177-0.274 2,1.888 0.314 1,3.374-0.618-3,0.003-0.824 0,-0.236-0.219 0,-2.936 1.218 2,-2.234 0.398 0,0.144-0.653-1,3.341-0.800 0,1.061-1.099 0,0.149 0.301 0,-0.059 0.709-1,-2.164 0.680 1,-1.821 0.550 1,-0.518-0.165-1,-0.087 0.245 0,2.797-0.484 0,1.846-0.698 0,1.099 1.050-1,-1.324-0.747 0,-1.461 1.737 2,-2.116 0.514-1,0.399-1.001-1,1.230 0.229 0,0.287-0.569 0,-0.569 1.021 1,-1.481-1.113 2,-0.478 1.459-2,-0.114-1.835 0,-0.015 1.877-1,0.004 1.820-1,0.011 1.240 0,0.014-1.153 1,0.499-1.574 1,0.988-0.649 3,0.899-0.235-3,-0.032-0.574 0,-0.583-0.782 0,-0.311 1.914-1,-1.058-0.104 1,-0.284 1.866 5,-0.121-0.371-7,-0.040 0.789-1,-0.007 0.901 2,0.012-0.581 0,0.020-0.795 0,0.019 0.143 4,0.014-0.801 0,0.007 0.717-6,0.003 0.127 6,0.000-0.292-6,0.000-1.079 1,0.000-1.712 0,-0.000 0.501 4,-2.260-1.373 3,-1.899 1.927-3,-0.129 0.212-3,0.699-0.427-2,0.026 0.252 2,-0.113-1.110 3,0.582-1.485-2,-0.012 1.288 1,1.537 0.563 1,-0.292 1.356-1,-0.569-2.209-1,-0.484-0.179-2,-2.389-0.023 1,-0.894-3.198 3,-0.000-3.118-3,-0.625-0.072 2,0.113 0.361 1,0.120 0.004-3,0.553-0.013 2,-1.064-0.000-1,0.372 0.000-1,0.631 0.000 1,-0.551 0.000 0,-0.228-0.449 0,1.440-2.695 0,0.811-1.145-1,0.134-0.155 1,-0.035 0.501 0,-1.514 1.118 0,-0.016 1.015 1,0.614-2.636-1,0.958 0.117-1,-0.590-0.226 0,-0.580 1.690 1,-0.336 0.297 1,-0.920-2.105-1,2.124 0.613 0,-0.942-2.146-1,2.602-0.416 1,0.478 1.170 2,-3.157 3.679-1,0.128-2.616-2,2.688-0.818 0,1.382-1.391 1,1.116-0.293-1,0.532-0.277 1,0.138-0.462 1,-0.055 1.063-2,-0.064 0.415 2,-0.058-1.201 0,-1.247 0.035-1,-2.144 2.226 0,-0.404-0.410-1,1.404-1.158 2,-1.483 0.323-1,0.727 0.982-1,0.672-1.191 1,-1.170-0.072 0,0.762 0.800 0,1.224-0.018-1,0.962-0.599 1,0.599-0.085 1,0.257-0.421-2,-0.194-0.140 1,-1.983 1.246 1,-3.029-1.350-2,1.079 2.575 1,-0.543-1.909-1,1.931-1.165 1,1.562-1.239 0,0.841 2.218 0,0.208-0.287-1,0.087 0.824 1,0.074-2.367 1,-0.098 1.555 0,-0.041 0.716-1,-0.025-0.618-1</inkml:trace>
</inkml:ink>
</file>

<file path=ppt/ink/ink4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3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5774.600 2374.600 767,'-2.887'5.485'0,"-0.099"0.187"0,0.006-0.012 0,1.735 0.293-5,-1.961 1.089 6,-0.162-1.027-3,1.044 0.967 2,1.272 0.278 0,0.794 0.052 0,0.333-0.326-1,0.081-0.772 2,-0.082 0.143 0,-0.076 0.708-1,-0.003 0.867 0,0.003-1.151-1,0.160 0.802 1,1.900-1.628-1,3.429-2.857 2,0.583-3.103-1,-0.009-0.362 1,0.215 0.380-1,0.651-0.086 1,-1.244-3.038-1,-3.017-2.784-1,4.069 4.784 2,-0.025 1.133-2,-0.277 0.118 1,0.035-0.100-1,0.125-0.042 2,0.445-0.001-1,-0.509 0.002-1,0.261 0.001 2,0.652 0.000-1,-0.591 0.000-1,-0.764 0.000 1,1.085 0.000 1,-0.513 0.000-1,1.295 0.000-1,-1.439 0.000 1,0.875-0.658 0,-3.678-4.115 1,1.399 1.058 0,1.699 3.696-2,-1.084-2.065 2,-4.563-5.054-1,-1.335 0.948-1,5.289 1.721 2,-0.458-0.077-1,-4.404-2.429-1,-0.392 0.653 2,0.076 0.208-2,0.048-2.323 0,0.014 0.110 0,0.001 1.629-1,-0.001 0.094 3,-0.003-0.606 1,0.000 1.105 0,0.000 0.050-4,0.000-0.011 2,-1.071-0.791 2,-2.747 2.103-3,-1.397 0.643 0,-1.087 3.277 2,0.066 0.778-1,-1.408 0.097-2,0.662 0.008 1,-0.161-0.013 1,0.386-0.028 1,0.017-0.010 0,-0.773-0.001 0,0.369 0.002-2,0.732 0.000 0,-1.643 0.000-1,1.694 0.000 4,-1.329 0.000-1,1.482 0.000-1,0.196 0.000-2,-1.061 0.000 3,-1.379 0.000 0,-0.283 0.000-3,0.285 0.000 1,1.872 0.000 0,0.375 0.000 2,1.875 4.499 2</inkml:trace>
</inkml:ink>
</file>

<file path=ppt/ink/ink4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3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6119.600 2354.600 767,'6.369'-1.977'0,"-0.138"0.043"0,-0.120 0.038 0,-0.008 0.002 0,-1.197-2.967-7,1.249-1.576 9,-0.201 1.630-4,1.917-0.907 0,1.506-0.742 0,0.343 0.213 0,-0.319 0.673 0,-0.305 0.837 2,1.184 0.170-1,0.461 0.050 2,-1.262 0.253-1,-1.315 0.091 1,-0.956 0.149 0,-0.744 0.296 0,0.242 0.336-1,0.978 0.860 0,-0.469 0.949 4,-0.737 0.750-5,1.393 0.502 1,-0.392 0.424 3,-0.927 0.021-4,-0.240-0.011 1,0.466-0.010-1,0.018-0.057 1,-0.330-0.048 1,0.722 0.008 1,0.049 0.003-2,0.401 0.000 0,-0.384 0.000 0,0.533 0.000-1,-0.484 0.000 1,-0.025 0.000-1,0.248 0.000 2,-1.427 0.123-1,0.076 1.493 0,-0.581 1.651-1,-0.043-0.387 1,1.019-0.069 0,-0.660 0.652 1,-1.000 0.410-1,0.479 1.038 0,0.447-0.915 0,0.578-0.671-1,-3.663 2.719 3,-2.805 0.532-2,-0.194 0.073 0,0.234-0.512 0</inkml:trace>
</inkml:ink>
</file>

<file path=ppt/ink/ink4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4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6244.600 2719.600 767,'6.032'0.000'0,"0.431"0.000"-3,-0.453 0.000 2,0.131 0.000 0,0.876 0.000 1,-1.373 2.904 1,-3.192 2.914-1,3.436-4.299 0,1.340-1.635-1,-1.092 0.002 1,-0.065 0.312 0,-3.953 5.762 1,3.251-3.098 0,1.482-2.737-2,-0.973 4.052 0,-1.326 0.975 2,2.083-4.354-3,-0.179-0.692 3,-3.117 4.931 0,1.433-0.448-1,1.757-1.505 0,-0.891 0.568-2,0.642-1.462 2,-1.654 2.997 2,0.083-0.347-2,0.343-0.365 0,-0.492-0.518 0,0.282 0.418-1,-3.846 2.144 2,-1.192-0.207-1,0.121 0.953 0,0.080-0.464 0,0.000-0.623 0,-0.002 0.736-1,-0.001-0.240 1,0.000 0.370 1,0.000 0.209-2,0.000-0.652 1,0.000 0.746-1,0.000-1.021 2,0.000 0.429-1,0.000-0.637 0,0.000 0.568 1,0.000-0.494-2,0.000 0.350 1,0.000 1.150-1,0.000-0.080 2,0.000-1.094-1,0.000 0.339 0,-1.252-0.207 0,-4.524-4.509 1,2.732 3.977-1,2.886 0.688-1,-5.080-1.859 2,-1.032-4.315-1,0.112 1.396-1,2.429 3.599 2,-2.059-3.475-1,-0.957-2.007-1,-0.698-0.315 1,1.129 0.076-1,0.107 0.076 0,0.094 0.024 2,-0.721-0.006 1,0.772-0.000-3,0.038 0.000 1,-0.092 0.000 1,-0.019 0.000-2,-0.842 0.000 1,0.645 0.000-1,-0.802 0.000 2,-0.171 0.000-1,0.597 0.000-1,-0.133 0.000 1,0.113 0.000 0,-0.059 0.000 0,0.519-0.329 0,1.305-3.073 0,0.009-1.860 0,-0.030 0.323 0,-0.602 0.939 0,-0.700 2.855 1,-1.098 0.863-1,2.292-4.547 0,4.417-2.512 0,-2.022 1.235 0,-3.348 2.478 1,0.559-1.923-2,1.446-1.004 0,-0.011 0.384 1,-0.588 0.998-1,-1.163 2.456 2,-0.135-1.191 1,-0.456-1.152-3,0.352 0.457 0,-0.406 0.975 0,1.290-0.059 1,0.808-1.751 0,0.276-0.133 1,-0.337 0.124-2,0.094-0.234 2,0.095-1.220-2,1.912 0.868 0,-1.599-0.065 1,0.597 0.832 2,1.264-0.581-3,-1.035 0.166 1,-0.248 0.689 0,0.464-1.981 1,2.073 0.499-1,0.692-0.025 0,0.198-0.428 0,0.011 0.798 0,-0.045-0.846 0,-0.038-1.533 1,-0.020 1.424-3,-0.008 0.724 2,0.000-0.131 1,0.081-0.293-1,2.159 0.514 0,2.034 1.793 0,-1.145-1.657 0,0.388 1.155 2,2.901 1.353-2,-1.347-0.129-1,-1.296-1.217 0,-2.351-1.557 1,2.202 0.887 0,1.329 1.823 0,1.596 0.713 0,-3.040-1.809 1,2.573-0.880-2,1.019 1.267 0,-0.285-0.235-1,-1.578-0.701 3,-1.645-1.469 0,0.681-0.246 0,0.764 2.417-2,0.100 1.000 1,-1.040-1.350 2,0.919-1.447-2,-1.020 2.019-1,0.247 0.139 0,0.020 0.068 0,0.239-0.568 0,-0.804-0.822 1,0.895-1.409 1,0.386 2.869 1,-0.449-0.200-2,-0.588-1.206-1,-0.561 0.255 0,1.797 1.461 2,1.769 4.386 1,-0.138-0.390-2,-0.364-0.051 0,-0.285 0.007 0,0.704 0.003 0,0.151-0.370 0,-2.578-4.570 0,2.191 2.141 0,1.792 1.849-2,-0.779 0.759 2,-0.044 0.257 0,0.648 0.030-1,-1.321-0.036 0,-0.449-0.031 1,-0.162-0.028 1,1.072-0.006 2,-1.377 0.003-3,1.979 0.001-1,-1.937 0.001 1,0.248 0.000-1,0.978 0.000 1,0.710 0.000-1,-1.363 0.000 0,-0.006 0.000 2,-0.049 0.000 1,-0.387 0.000-1,0.001 0.000-1,-2.124 4.650 1,-2.012 1.821-1,2.149-2.031 0,1.623-1.586-1,1.475-0.224 2,-1.347 0.756-2,0.127-0.932 0,-0.457 0.215 1,-3.344 3.515 1,-2.057 1.668-1,1.541-1.708-1,2.244-0.906 1,-1.464 1.251 0,2.739-1.491 1,0.464-1.578-2,-0.707 0.846 0,-1.847 1.013 1,-0.253 0.720 1,2.008 0.608-2,0.847-2.017 0,0.311-0.123 0,-1.401-0.150 1,-0.983 1.435 1,-2.356 0.201 0,-1.224 0.294 0,1.732 1.178-1,4.286-1.973 1,-1.479-1.433-2,0.043 1.854-1,-2.723-0.123 4,-1.574 1.700-1,-0.556-0.354-1,2.399 0.129-1,1.070 1.029 0,-1.601-1.325 0,0.257-0.280 1,0.598-0.672 0,0.913 1.035-1,-1.210-0.143 2,-1.479-0.366 1,-0.453 0.039-2,-0.263-0.530-2,-0.117 0.735 1,-0.055 1.177 1,-0.006 0.261 0,0.014 0.321-1,0.023 0.095 1,0.023-0.349-1,0.015-0.016 1,0.010-0.289 0,0.003-0.616 0,0.001-1.104 1,0.000 1.384 0,-0.001 0.101 0,-0.002-0.183 0,0.000-0.749 0,0.000 0.210-1,0.000 0.802-2,0.000 0.811 1,0.000 0.164 1,0.000-0.054-2,0.000-0.068 1,0.000-1.279 0,0.000 0.452 3,0.000-1.060 1,0.000 0.621 0,-0.125-1.356-3,-3.794-1.346 0,-0.741-0.532 0,3.215 2.561 0,-0.688 1.035 0,-2.342-0.765-1,0.459-2.169 1,-0.195-0.260-1,-1.909 1.619 0,1.212-1.899 0,-0.464-0.517 1,-0.436-0.397 0,-0.790 0.994 0,2.366 1.723 2,1.160 0.152-1,-2.252 0.096-2,0.177-1.633 1,-1.549-0.008 0,0.481-2.480-2,0.091-1.970 3,-1.725 2.926 1,2.275-0.612-2,-0.502-0.610-2,0.147-0.773 1,-1.599-0.406 0,1.242-0.612 2,-0.718-0.218 1,-1.764-0.038-3,1.427 0.036 0,0.979 0.040 2,-0.009 0.039 0,-1.258 0.008 2,1.458-0.003-4,-1.599-0.002 1,0.849-0.001-1,-0.099 0.000 0,-1.819 0.000 3,1.642 0.000-4,-0.360 0.000 2,-1.470 0.000 1,2.609 0.000 0,-2.095 0.000-3,1.349 0.000 0,0.485 0.000 2,-1.085 0.000 3,1.008 0.000-4,0.484 0.000 2,-2.042 0.000-1,0.283 0.000-1,0.189 0.000-1,0.319 0.000 3,0.958 0.000 0,-0.693 0.000 0,-0.398 0.000-1,0.067 0.000 1,-0.216 0.000-3,0.872 0.000 0,0.769 0.000 0,-1.911 0.000 3,1.750-0.487-1,0.991-4.762 3,0.346 1.723-1,-2.181 2.441-2,1.859-2.320 0,2.023-2.650 0,-0.425 0.777 0,0.542-0.390-1,1.431-0.307 1,-3.456 2.670 1,-2.301-1.233-2,1.635 1.120-1,-0.341-0.066 1,0.604 0.227 0,-1.655-1.652 1,1.060-0.188 1,0.397-0.186 0,-0.385 0.816-1,0.503 1.608 2,1.636-3.006-1,2.731-1.493-1,-3.556 3.520-1,-1.672 1.134 1,0.993-2.863 0,3.850-0.546 1,-0.994-0.785-2,-0.590 0.505 0,0.781-0.378 1,-0.901-0.936 1,-2.020 0.931-2,1.318 2.364 1,-0.537-2.457 0,2.392 0.316 0,1.512 0.547 1,0.753-2.443-1,0.201 0.950 0,-1.781 1.499-1,-3.616-0.573 3,3.211 0.843-2,-1.832-1.220-2,-0.507 1.515 3,2.322-2.599 1,1.710 1.976-4,0.226-2.658 1,0.163 0.055 0,0.000 1.126 1,-3.285 1.617 2,-0.548 0.486-1,1.010-1.918-2,-0.366-0.295 1,-0.512 1.402 0,1.118 0.071 0,1.290 0.223 0,-0.130-1.889-1,-1.374 1.918 1,-0.099-2.371 0,1.506 1.261-1,0.505-0.372 0,0.386 0.006 0,0.251-0.111 1,0.148 0.961-1,0.095-1.137 4,-0.003 1.414-1,-0.077-3.142-1,-0.029-1.334-2,-0.004-2.226-3,-0.000 5.980 2,0.000 0.270 0,0.000 0.331 1,0.000 0.339 0,-0.000-4.652 0,0.000 2.041 0,0.000 1.463 2,0.000 1.019 1,0.000-1.031 0,0.000 0.499 2,0.000 0.402-1,0.000-2.318-5,0.000 1.468 2,0.000 0.982 1,0.000 0.030 0,0.000-1.635-1,0.000 1.527-1,0.000-0.685 0,0.000 0.700 1,1.073-1.895 1,2.069 2.315-2,1.534-0.388 0,-0.411 0.261 0,-0.972 0.227 1,-0.454-0.136 1,-0.078-0.218-1,0.074-0.016-1,0.176 0.573 1,1.988-1.621 0,-0.687 2.226 1,1.140-0.755-2,0.884-1.127 0,-0.542-0.262 0,-0.829-0.005 1,-0.832 0.297 0,0.001-0.696 0,0.568-0.906 1,0.012 0.913-1,0.340-0.280 1,0.147-0.324-1,0.564 1.716 0,1.662 1.271-1,0.637 0.762 1,-0.818 0.519 0,-0.387 0.186 0,0.089-0.055 0,1.549-1.278 0,0.232 0.219 1,0.814 0.053 0,0.290-0.153-3,-1.069-0.041 2,-0.300-0.218 0,0.638-0.025-1,-0.569 0.415 4,0.079 0.421-5,-0.913 0.149 3,-0.645 0.071-2,0.284-0.085 0,0.816 0.256 2,0.153 1.103 0,-0.320 1.123-2,-1.211 0.831 1,1.010 0.493 1,-1.617 0.409 0,0.068 0.070 1,1.819 0.049-1,-0.774-0.092-2,-1.244-0.081 1,0.574-0.018 1,-0.302-0.009-1,1.595-0.006-2,-0.299-0.000 3,0.901 0.004 0,-1.812 0.002-1,0.795 0.000-2,-0.810 0.000 1,1.327 0.000 2,-1.528 0.000 0,1.172 0.000 0,1.325 0.000 0,-2.941 0.000-3,1.775 0.000 1,0.640 0.000 1,-2.221 0.000-1,2.127 0.000 1,-1.670 0.000 1,-0.256 0.000 0,0.409 0.000 0,0.603 1.645-2,-1.926 1.367 0,0.834 1.790 1,0.210 1.066-2,-0.728-0.357 2,0.450-0.423 0,1.350 0.162-1,0.083 0.132 1,-1.501-0.726 0,0.967-0.158 0,-0.954-1.819 2,-0.172 0.770 0,-1.470 1.855-2,1.277 0.697 0,-0.355-2.869 0,-0.124 2.152 0,0.057 1.921 0,-0.226 0.340-2,-0.376-0.688 0,1.626 2.286 1,-1.232-0.661 3,-0.918-0.662-1,0.099 0.623-3,0.223-0.224 1,-0.034-0.928-1,-0.819-0.885 3,-0.918-0.550 1,-0.155-0.468-1,2.189 2.132 1,-0.277-1.882-2,1.041 0.759-1,0.098 0.391-1,-0.483 0.057 1,-0.293 0.077 0,-0.046-1.349 1,1.084-0.779 2,-1.146 1.211 3,-1.354-0.535-5,-0.718 0.001-1,0.689 1.065 2,0.115-0.595-1,0.372-0.142-2,0.437 0.645 1,-1.125-0.597 1,-0.651 1.514 1,-0.841-0.066 0,2.025-0.502 0,0.898-0.155-2,-0.660-0.765-1,-1.038-0.600 1,-0.876 0.362 1,-0.567 1.958 2,1.155-1.634 0,2.169 1.412-4,-0.157 0.023 0,-1.519-1.106 1,-0.826 1.684 3,-0.190-0.069 0,1.195-1.031-1,-1.014-0.651-1,-1.048 0.003 0,0.614 1.725 0,0.480 0.149-1,-0.305-1.000-1,-0.527-1.010 0,0.055 1.750 3,0.533 0.687 2,0.380 0.394-4,-0.374-0.905-1,-0.542-0.592 1,-0.642 0.302 2,-0.557 0.418-1,-0.342 0.135 0,-0.164-0.175 0,-0.045 0.087-1,0.004 1.006 1,0.021 1.222-1,0.025 0.468 1,0.021-1.255-1,0.010-1.065 1,0.005 0.697 0,0.003-0.273 1,0.000-1.024-1,-0.000 1.042 2,-0.001 1.156-3,-0.000-0.838 0,-0.001-0.960 0,0.000-0.443 3,0.000-0.269-2,0.000-0.606 0,0.000 0.102 0,0.000 0.342 1,0.000 0.008-1,0.000-0.396 0,-0.172 0.601 0,-0.990 2.020 0,-1.134 0.167 2,-0.620 0.035-5,-0.563-0.674 2,-0.120-0.833 4,0.706 1.200-5,0.790 1.406 4,0.890 0.661-5,0.343-1.079 2,-1.863-1.869 1,-2.207-1.462 0,0.150-1.248 1,1.396-0.892 1,0.604 0.933 0,-0.013 1.786-3,-0.059 0.259-1,-0.167-0.858 1,-0.138-1.238 1,-0.610-0.616 1,-0.453-0.676 0,-0.301 0.399 1,-0.108 1.278-2,-0.078 0.643 0,-0.103-0.276-1,0.208-0.829 1,0.023-0.433 0,-0.035-0.363 0,-0.104-0.301 1,-0.920 1.684-1,2.151-0.265 1,-2.259 0.170-1,0.159-2.089-1,0.095-0.288 0,0.579-0.294 1,-0.063-0.110 0,-1.156 0.322 0,-0.418-0.138 0,-0.592 0.021 0,-0.796 0.077-1,0.028-0.736 0,1.184-1.254 1,-1.880-0.671 2,0.583-1.042-3,0.058-0.399 1,0.722-0.025 2,-1.790 0.082 0,1.411 0.070-3,-0.770 0.024-1,0.414 0.014 1,0.657 0.007 1,-0.106 0.659 1,-0.374 1.294 0,0.104 0.593-2,0.801-0.359 0,-1.124-0.240 3,0.663-1.082-1,1.021-0.715 0,-0.351-0.174-2,-2.047-0.084-1,0.252 0.002 2,2.301 0.059 1,-0.389 0.682-2,0.152 1.591 1,-1.596 0.851 2,0.493-1.010-3,-0.646-1.044 2,1.884 0.893-1,-0.716 0.643 0,-0.808-0.173 0,-0.587-0.686-2,0.392-0.742 2,-0.471-0.442-1,-0.967-0.302 1,-0.349-0.193-1,0.462-0.088 1,1.245-0.024-1,0.718 0.009 2,-0.148 0.021 1,0.383 0.472-2,0.713 0.943 0,0.394 0.946 0,-0.605 0.066 0,-0.417-0.635 0,-0.413-0.636 0,-0.679-0.458-1,0.365-0.340 0,0.975-0.217 1,-1.174-0.122 1,0.469-0.046 1,1.257 0.002 0,-0.871 0.022-4,-1.031 0.022 3,-0.567 0.018-1,-0.484 0.013-3,-0.471 0.008 2,0.709 0.004 0,1.375-0.166 2,-0.071-1.007 0,0.313-1.111 2,0.830-0.103-5,-1.444-0.923 1,3.516-0.735 3,0.043-0.786 0,-0.879 0.499-4,-0.903 1.145 0,-0.159 1.113 2,-0.234 0.689 0,-0.684-0.267 1,-0.751-0.830-2,0.077-0.876 1,0.778-0.450-1,0.901 0.529 1,0.287 0.652 1,-0.883-0.225 1,-1.071-1.050-3,-0.845-1.819 0,0.549-0.373 1,0.537 0.425-1,1.322 1.828-1,-0.187-0.648 6,2.874-0.273-1,-2.913-0.524-3,1.179 2.324-1,-0.417 0.533 0,-0.872-1.453 0,2.158-1.219 3,-0.331 0.862-2,-1.557-1.388-1,1.864 0.031 1,-1.082 1.487 1,-2.325 1.518-2,2.371 0.274 1,0.500-0.965 0,0.251-2.451 0,-0.076 0.396 2,-1.371 1.271-2,1.301-0.820 0,-1.095-1.463 0,1.027 1.766-1,-0.087 0.095 0,0.426 0.283 0,-1.291-1.516 1,0.595 0.299 0,0.431 0.573 1,-1.986 0.608 1,1.487 1.058-1,0.079-0.302-2,0.323-0.241-1,0.285-0.237 2,0.334-0.084 0,-1.878-2.156 0,1.515 1.303 0,-0.528-0.556-1,0.020 0.037-1,0.606 0.632 1,0.403 0.422 1,-1.748-1.738 1,0.866 0.885 0,0.647 0.032 0,1.022-0.488 1,-0.889-1.058-2,-0.976-0.415-2,-0.379 1.305 0,0.706 2.143 1,0.075-0.214 3,1.347-2.844 2,0.568 1.396-4,-1.530-0.579-1,0.049-1.092-1,1.087-0.734 1,0.354-0.644 0,-0.486-1.221 1,-0.721 0.306-1,0.090 2.143 1,0.395 1.062 0,0.060-0.121 1,-0.633-2.949-1,-0.195-0.259 1,0.528 1.268 0,0.015-0.561-3,-0.004-0.963 1,0.771 0.282 0,1.140 0.967 0,1.015 0.151 4,0.719 0.428-3,0.353 0.498 0,0.160-0.056 0,-0.374-0.424 0,-0.886-0.083 0,-0.660 0.370 0,0.091 0.098 0,0.140-1.560 0,0.443-0.286 0,0.399 1.196 0,-0.741-0.299 2,-0.955 0.369-1,0.075-0.085-3,0.623 0.019 1,0.659 0.974 1,0.511 1.125 0,0.353-0.832 2,0.204-0.426 0,0.088 0.560-1,0.031-0.580-3,0.020-2.778 1,-0.022-0.323 0,-0.027 0.070 0,-0.021 1.795-1,-0.012 0.707 1,-0.007 0.624 2,-0.003 0.254 0,-0.001 0.887 0,-0.000-2.097 3,0.002 2.057-4,0.000-1.460-1,0.000 0.696 0,0.000-1.482 3,0.000 1.600-1,0.000-0.903-1,-1.947 1.701 1,-4.374 5.570 0</inkml:trace>
</inkml:ink>
</file>

<file path=ppt/ink/ink4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4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5524.600 2642.600 767,'0.000'6.074'0,"2.450"0.201"-4,3.301-1.514 3,0.759-0.316 1,-3.543 1.853 0,-0.274 0.345-1,2.827-1.759 1,0.281-0.841 0,0.953 1.515-2,-0.396-0.324 1,-0.167-1.708 1,-0.458-1.468 3,-4.254 4.844-1,-0.420-0.495-3,5.513-0.510 2,-1.863-2.043-3,-0.009 0.850 0,-2.395 1.653 3,-2.786 0.354 0,4.484-1.492 1,2.651-4.879-2,-0.618-0.472-1</inkml:trace>
</inkml:ink>
</file>

<file path=ppt/ink/ink4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5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6455.600 2335.600 767,'6.108'0.000'0,"0.250"0.000"0,0.736-0.647-6,0.695-2.388 5,-0.366 0.878 0,2.396 0.294 0,-3.332 0.747 0,0.606-0.203 0,0.390-0.222 2,0.021-0.216-2,-0.211-0.195-2,-0.337-0.166 1,-0.389-0.134 0,-0.730 0.159 3,-0.091 0.028-1,-0.007 0.057 1,0.048 0.072 0,0.080 0.077-2,0.096 0.075 1,1.018-0.247-1,0.143-0.042 1,0.097-0.064-1,0.062-0.071 1,-1.450 0.504 0,5.375-1.153 1,-0.255 0.786 0,-1.426 0.828 1,-2.228 0.683-1,-1.208 0.411 1,-0.043 0.203-1,0.474-0.109-1,-0.137-1.065 1,1.663-2.018 0,-0.513 0.538-1,0.871 1.171 1,0.209 0.972-3,-1.309 0.421 1,-1.130 0.122 2,1.048 0.024 0,-0.602-0.064 1,-0.251-0.035-2,0.471-0.015 1,0.649-0.004-2,-1.481 0.003 2,1.080 0.001-1,-0.488 0.000-1,0.012 0.000 1,0.279 0.000-2,-0.284 0.000 1,-0.180 0.000 1,1.522 0.000 0,0.207 0.000 2,-1.539 0.000-1,0.101 0.000-3,-0.247 0.000 1,0.102 0.000 1,0.687 0.000 1,1.163 0.000 0,1.696 0.000 0,0.723 0.000-4,-0.556 0.000 0,-0.646 0.000 1,0.445 0.000 2,-0.938 0.000 1,-1.693 0.000 4,-0.856 0.000-7,0.319 0.000 1,0.748 0.000 1,1.125 0.000 0,-0.063 0.000 0,-0.624 0.000 0,-0.538 0.000 0,-0.083 0.000 0,0.363 0.000 0,-1.491 0.000 0,0.494 0.046 2,-2.229 3.918 1</inkml:trace>
</inkml:ink>
</file>

<file path=ppt/ink/ink4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5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6638.600 2489.600 767,'6.158'0.000'0,"0.183"0.000"0,-0.092-0.565-2,-1.730-3.486-2,2.537 0.329 4,0.794 2.372 0,0.677 0.871-2,-0.378 0.350 0,-1.549-0.351 3,1.142-1.992 0,-0.942-0.832 0,-0.805 1.506 0,0.365 1.041 0,0.453 0.582-2,-0.405 0.248 1,0.037 0.031-1,-0.436-0.037 2,0.016-0.034-1,1.429-0.024 0,1.339-0.012 0,-2.096 0.000 1,-0.280 0.000-2,2.226 0.000-2,-1.303-0.148 3,-0.749-1.902 2,1.317-1.916-2,-0.307 1.420 0,-1.545 1.631 0,0.681-0.029-1,-0.388-0.626 0,-0.235-0.810 1,0.410 0.012 0,0.385 0.658 0,0.341 0.711 0,0.771 0.498-1,-0.288-0.024 1,-0.203-0.547 0,-0.341-0.645 0,-0.179-0.341 0,-0.987 0.386-1,3.268 0.185 4,-2.188 1.052-2,0.264 0.278-1,-0.976 0.156-2,1.688 0.079 4,-0.860 0.003-2,-0.103-0.025 0,0.295-0.026 1,0.656-0.020-2,-0.685-0.010 1,-1.055-0.002 0,-0.217 0.001 1,0.200 0.001-1,1.439 0.034 0,-2.132 2.303 1,-6.068 3.867-1</inkml:trace>
</inkml:ink>
</file>

<file path=ppt/ink/ink4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8:0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1982.600 3890.600 767,'0.000'6.032'0,"0.000"0.721"-3,0.000 1.057 2,0.000-0.256 0,1.431-1.046 1,3.126-0.921 0,-1.012 0.227 0,0.659 1.142-1,-1.737-0.148 0,-0.755 0.852 0,-0.769-0.681 0,-0.028 1.199 1,1.398-1.824 1,0.673-0.867 0,-0.552 1.274 0,-1.716 0.450-1,-0.728-0.403 0,0.166 1.630 1,1.251-1.526-1,2.959-2.240-1,-0.345 0.261 3,-4.039 1.911-1,-0.094 0.125-2,0.051-0.040-1,0.053-0.683 1,0.009 2.020 2,-0.000-1.313-1,-0.001-0.600-1,-0.001-0.333 1,-0.000 2.272 1,0.000-0.499-2,0.000 0.049 1,0.000-0.126-1,0.000-1.333 1,0.000 0.470 2,0.000 0.018-2,0.000 0.687 0,0.000 0.258 0,-0.069-1.528-2,-0.410-0.213 1,-1.135 1.625 0,-0.758-1.500 1,-0.232-0.782-1,0.754 1.319 1,0.968-0.677 1,-0.529 0.352 0,-0.768-0.648-1,-0.791 1.595 1,1.110 0.651-1,-0.408-0.776 0,-2.057-2.722 2,-1.091-0.346-1,0.606 1.092-2,2.013 1.983 1,0.583 0.163 0,-0.816 2.977-2,0.620-0.777-1,0.465-3.022 2,-2.255-0.069 4,0.118-1.625 0,-0.246 1.550-3,-1.189 0.297 0,0.035-0.479 0,1.616 0.298-1,0.231 0.635 1,-0.043-0.667-1,1.199-0.927 1,1.089 2.340 2,1.262-0.195-3,-2.038-1.722 0,-0.712-0.139 3,-0.033-0.539-2,-2.069 1.718-1,0.780-0.752 1,2.082-0.359 1,1.169 1.914-1,-0.756-1.912 0,-1.596 0.303-1,0.721 0.324 1,-1.891-1.299 1,0.725 0.963 0,1.620 1.975-1,1.219 0.006-1,-0.261-2.241 0,-0.833 0.852 0,-0.020-0.274 0,0.407-0.769 0,0.480 0.203 1,0.484 1.708 2,0.379 0.225 0,0.217-0.434-5,0.100-1.384 2,0.062 0.262 0,-0.017-0.103 3,-0.069 1.933 1,-0.020 0.071-4,-0.006 0.367 1,0.001-1.004 0,0.001-0.741 0,0.000 1.357-2,0.538-1.042 2,2.322-0.631 2,2.031-2.006-2,0.972 0.607 0,-3.067 0.272 2,0.786 1.369-3,0.802-2.415 2,1.402 3.339-2,-2.164-0.943-1,-1.273-1.021 1,0.905-0.315 1,2.451-1.949 2,0.698-0.725-2,-0.883-0.022 0,0.553 1.989-1,-1.252 1.069 2,0.779 1.230 0,-0.479-0.045-2,-1.405-0.610-1,-1.392-0.375 2,-0.585 2.062 2,3.303-0.801-2,-0.100-3.608-1,2.916-0.238 0,-2.623 0.225 2,-0.256 1.423 2,-0.979 0.217-4,-1.183 0.019-1,0.559 0.867 2,1.383-1.976 2,1.081-0.118-1,0.766 0.303-3,-1.409-1.357 2,0.412 0.063-1,-0.055 0.379 0,-0.077 0.435 1,-0.085-0.547 0,2.268 0.071 1,-2.029-1.110-1,0.831 0.409-1,0.048-0.288 1,-0.682-0.743-1,1.510-0.417 2,-1.110-0.958 1,0.162-0.405-1,-0.105-0.061-1,-0.107 0.042 0,1.167 0.045 0,-0.637 0.044 0,0.255 0.837 0,-1.889 3.688 1,1.438-2.220-1,0.195-1.399-1,1.259-0.415-1,0.003-0.285 1,-0.456-0.170-1,-1.210-0.087 3,0.399-0.058 0,-0.181 0.020 0,-0.400 0.066 1,0.951 0.021-1,-0.060 0.007-2,1.927 0.000 0,-1.702-0.002 1,-0.238-0.001-1,-0.398-0.000 1,-0.515 0.000 0,0.066 0.000 0,1.257 0.000 1,-0.428 0.000 0,1.561 0.000-4,-2.015 0.000 4,-0.269 0.000 0,0.635 0.000 0,1.310 0.000-2,-1.171 0.000 1,-0.200 0.000 1,0.302 0.000-1,-0.347 0.000-1,1.564 0.000 2,-1.669 0.000-1,0.442 0.000-2,-0.312 0.000 1,-0.752 0.000 1,1.340 0.000 1,0.512 0.000 0,-0.057 0.000 0,-0.112-1.265-1,-1.359-2.253 1,-1.030-2.289-2,-0.083 0.678 0,0.294 2.849 1,0.626-0.220 0,-0.145-0.795 0,-1.510-0.709-1,-0.071-1.753 1,1.935 2.372 1,0.375-0.297-1,-2.211-2.948 0,-0.329 1.711 0,0.602-0.006 0,0.201 0.867-1,0.298 0.779-1,1.034-1.591 3,-1.573-0.976 1,0.498-0.006-1,0.343 2.167-1,-0.349-1.357 0,0.442-2.430-1,-0.608 0.587 0,-0.786-0.124-1,-0.311 0.758 1,1.142 0.527 3,1.578-1.355-3,-0.076-2.051 1,-0.902 0.628-2,0.701 0.341 1,-0.044 0.773 0,-1.161 0.884 2,-0.399-0.746 1,-0.538-0.364-1,0.144-1.081-1,0.112-0.620 0,-0.353 0.561-1,0.083-0.275 0,-0.289-0.697 1,-1.155-0.051 0,-0.226 0.986 0,1.388-0.116 0,-1.025 3.629 0,0.213 0.006 0,0.074 0.046 0,-0.018 0.067-1,2.721-3.826 1,0.043 0.775 0,0.083 0.674-1,-0.541 0.658 1,-1.621 1.147 0,-0.901-1.319 4,-2.007 0.218-1,1.583-0.332-2,1.552 0.064-2,-0.818 1.182 0,0.566-2.480 0,0.431-0.550 1,0.326 0.772 0,0.206 1.184-2,-0.923 1.533 3,0.057-1.808 0,-2.107 0.492 1,-0.085-0.801-2,1.155 0.483 0,-0.547 0.549 0,-0.737-0.155 1,-1.726 12.819 3,0.012 0.889-4,-0.000-0.449-2,0.000 1.090 0,0.000-0.368 3,0.000-0.156-1,0.000 0.199-1,0.000-1.295 1,0.000 1.469-1,0.000 0.280-1,0.000-1.249 1,0.000 1.348 2,0.000-1.602 0,0.000 2.309-1,0.000 1.095-1,0.000-0.657 0,0.000-0.640 0,0.000-1.636 2,-0.980 1.654 2,-1.829 0.019-4,0.138-1.922 1,-0.592 1.667-1,-0.068 0.784 0,0.719-0.280 0,0.762-0.102 0,0.666 0.754 0,0.626 0.178 1,0.384-0.329 1,0.177 1.210 0,0.083 1.263-2,-0.034-5.621 0,-0.000 0.061 1,-0.004 0.023-1,-0.004 0.292 1,-0.007 0.118-1,-0.007 0.126 0,-0.007 0.123 1,-0.007-0.403 0,-0.005-0.128 0,-0.004-0.175 0,0.000 6.894 0,-0.009-5.893 1,-0.001-0.001 0,-0.001 0.016-1,-0.002 4.094-2,0.000-0.561 1,0.000-0.512 3,0.001-1.853 0,0.001-0.274 0,0.000 2.078 1,0.000-0.188-3,0.000-0.612-3,0.000-0.394 2,0.000-0.331 1,0.000 0.380-1,0.000-0.354 1,0.000-0.841 0,0.000-0.123 2,0.000 1.462-2,0.000 2.492 0,0.000-5.210-1,0.000 5.237 0,0.000-5.450 0,0.000 0.204 0,0.000 0.384 1,0.000-0.093 0,0.000-0.178 0,0.000-0.219 0,0.000-0.083 0,0.000 0.011 0,0.000 0.070 1,0.000 0.103-1,0.000 0.794 0,0.000 0.111 0,0.000 0.070 0,0.000 0.038-1,0.000-0.501 1,0.000-0.145 0,0.000-0.161 0,0.000-0.158-1,0.000-0.144 1,-0.525 5.435 0,-1.036-0.203 0,-0.985 1.253 1,1.236-5.438-1,0.157-0.043 0,0.198-0.224 3,-0.203 3.269-4,0.474-1.787-1,0.344-0.849 4,0.246-0.622 2,0.125 0.272-4,0.045 0.790 0,0.004-0.603 0,-0.011-0.909 0,-0.006-0.309-1</inkml:trace>
</inkml:ink>
</file>

<file path=ppt/ink/ink4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8:1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2778.600 5129.600 767,'0.000'-6.907'0,"0.000"0.203"0,0.000 0.134 0,0.000-1.093 0,0.000-0.771-6,0.000 2.117 5,0.000-1.236-1,0.000-1.917 0,0.000-0.145-1,0.000 0.305 0,0.000 0.560 1,0.000 0.470-1,0.000 0.376 4,0.000 0.287 1,0.000 0.208-1,0.000 0.822-1,0.000 0.033 1,0.000-0.024-1,0.000-0.061 1,0.000-0.797-1,0.000-0.046 0,0.000-0.009 0,0.000 0.014 0,0.000 0.433 0,0.000 0.659 0,0.000-4.157 0,0.000 2.961 2,0.000 0.157 2,0.000 0.160-4,0.000 0.616 0,0.000 0.650 1,0.000-2.418 1,0.000 2.054-2,0.000-0.751-1,0.000-0.390 0,0.000-0.243 0,0.000-0.556 0,0.000 1.237 1,0.000-1.790 2,0.000 1.210-2,0.565-2.367-1,1.089 1.066 0,0.892 1.724 1,0.583 0.001 1,0.482-1.087-2,0.237-2.309 0,-1.151-0.155 0,-0.557 0.745 1,0.444 0.246 1,0.170 1.074 0,0.455-0.630-1,0.550-2.049-1,-1.660 4.217 0,0.067-0.477 0,0.050-0.275 2,-0.054-0.020-1,-0.261 0.675-2,-0.314 0.858 0,0.636-3.742-1,-0.550 0.815 10,0.365 0.101-1,0.732-0.672-8,-1.035 4.050 1,0.194-0.167-1,0.167-0.001 4,0.228 0.049-2,2.494-4.300-4,-0.456 2.599 4,-1.226 0.796 3,-1.031-0.772-2,-0.935-0.896-2,-0.500-0.329 1,0.699 0.781 0,0.854 1.305 0,-0.092 0.484 1,-0.437-0.257-1,-0.071-0.178 0,0.370 0.729 0,0.440-0.021 1,-0.263-1.281 0,-0.457-0.016 0,0.471-0.506-3,0.674-0.515 1,-0.281 0.570 0,-0.724 0.825 1,-0.734-0.144 1,-0.565-0.459-1,-0.362 0.311 0,-0.194 0.659 0,-0.127-2.133 1,0.033 2.258 0,0.029-0.930-1,0.030-2.464 0,0.020-1.558 1,0.012 1.020-3,0.006 1.606-1,0.002 1.368 4,0.000-0.051 1,-0.001 0.822-2,-0.000 0.330 0,-0.000-0.348 0,-0.000-0.118 1,-0.000-0.600-1,-0.000-0.887-1,0.000-0.087 0,0.000-0.077 0,-0.136-0.771 1,-0.819-0.225-1,-1.021 0.434 1,-0.730 1.325-1,-0.730 0.979 1,-0.418-0.399 2,0.873-0.542 0,0.524-0.288-2,-0.392-0.616-1,-0.381 0.001 1,-0.484-0.379-1,0.037 0.129 1,0.801 1.118-1,0.810 1.146 1,-0.111 0.064 2,-0.616-0.317-2,-0.714 0.995 0,-2.811-0.394 0,-0.462 0.957 2,1.589-0.452-2,0.590-1.857 0,-0.055 0.741 1,-0.941 0.022-1,0.843 1.633-1,-0.421 0.000 0,-0.004 1.128 1,-1.412 0.960 0,-0.997 1.979 2,-0.225 1.222-1,1.327 0.159-2,-1.077-0.144 2,0.065-0.130-1,1.213-0.045 0,-0.863-0.001 0,0.468 0.004 1,0.067 0.002-2,-0.800 0.001 1,0.112 1.590 0,3.085 3.030 1,-1.485-0.988-1,-0.227 0.255 0,1.323 1.528-1,2.087 1.641 0,1.294-0.393 1,-2.221-1.211 2,-1.501 0.196-3,1.373-0.550 0,-0.393 2.386-1,1.969-1.029 3,1.192-0.046 0,-0.764 0.098 0,-1.347 0.423-2,0.506 1.712 0,1.386-2.168 1,0.366 1.065-1,0.590-1.370 2,-3.264-1.158 1,-0.479 2.684-1,-0.505-1.420-3,-0.475-0.244 2,1.960 1.679 0,0.711-1.646 0,-2.268-1.964 0,0.750 1.434 2,-0.524 0.677-2,0.191-1.251-1,0.011-0.178 0,-0.160 1.883 0,0.510 0.507 2,-0.324-0.584-1,0.753 0.323 0,-0.676 0.750 0,-0.140-1.233-1,1.164-0.029 1,-0.114-1.119 1,-1.526 0.855-2,-0.681-0.656 0,-0.297-0.975-1,0.742-0.530 2,-0.123 2.372 3,2.702 0.496-2,-1.794 1.093-1,-0.464-1.866-1,0.231-0.194-1,0.911-0.412 1,-0.908 2.179 2,-0.283-0.128 1,0.938-2.547-1,-1.703 0.694-2,-0.112-0.466 1,0.890 0.481 0,1.553 1.238 0,0.902-0.845 0,-1.524 0.049 1,-2.908 0.314 0,2.324-1.585-1,0.559 0.030-1,0.011 0.060 0,-0.010 0.109 1,0.009 0.354 1,0.040 0.352-2,0.084-0.108 0,0.117-0.601 0,-1.356 1.543 2,-0.343 0.196 0,0.580-1.741-1,-0.395 0.996-1,0.020 1.138 1,1.371-0.546-1,0.567-1.123 2,-4.230-0.402 2,0.110 0.160-3,2.046-0.663 1,-0.190-0.319-2,-0.006-0.833-1,-0.655 1.227 2,1.007 1.093 1,1.350 0.055 1,0.384 1.104-4,0.530-1.090 1,-0.680 0.271 0,-0.307-0.907 2,1.245 0.718 0,-3.140-1.430 1,-0.347-0.532-2,-1.425 0.379-2,0.885 0.554 3,0.544-1.045-2,-0.684-1.799 1,-0.126-1.406 1,-1.325-0.693-1,1.200 1.675 0,1.487 1.571 0,-0.815-0.450 0,-0.822-1.131 0,-2.213-0.912-1,2.680-0.620 0,-0.007-0.128 1,-1.245-0.077-1,1.195 0.024 2,-0.034 0.076 1,0.290 0.027 0,-0.087 0.648-3,-0.442 3.513 1,-0.685-1.462 0,1.849 0.466-1,-0.519 1.904 0,-0.781-2.356 3,0.102-1.917-2,-1.410-0.665-1,0.321-0.274 1,1.302 0.001-1,-0.070 0.046 1,0.379 0.054 0,-0.555 0.032 1,-0.052 0.012 0,-0.959-0.000-1,1.280-0.003-1,-0.996-0.001 0,-0.403-0.001 1,0.862 0.000 0,0.653 0.000 1,-1.600 0.000-1,1.223-1.146 0,2.523-4.543 1,3.735-0.500-1,-3.075 0.730 0,-0.088-0.258 0,2.261-1.561-1,-1.638 1.892 1,-1.458 0.688 0,2.588-3.472 0,1.199 0.827 0,0.621 0.918-1,0.175 0.070 1,-0.204-0.442 0,-3.167-0.051 1,-2.353 4.394 0,-1.476 0.284-2,4.087-4.498 2,2.578 0.371-1,0.627-0.241-1,-0.175 0.219 1,-3.517-1.426-1,-0.513-0.234 0,0.376 0.632 0,0.599 0.990 1,0.242 0.693-1,-2.659 1.284 2,0.790 0.538 3,2.706-3.104-3,1.512-0.231-3,0.467-1.720 1,0.056 2.534 0,-0.181 0.250 1,-2.023-0.167-1,-2.397 0.795 5,2.537-1.047-3,1.593 0.394-2,0.264-1.341-1,0.135 0.858 1,0.067-1.741 1,-1.263 0.432 0,-2.031 1.717 1,0.397 0.813-1,0.890-0.937 0,1.013-0.397 1,0.657 0.439-1,0.320-1.355 0,0.028 1.245 0,-0.035 0.044 0,-0.041-1.535 0,-0.031 1.606-1,-0.007-0.126 1,-0.004-1.576-1,0.001-0.912 2,0.002 0.646 0,0.001 0.206-2,0.000 1.403-1,0.000-1.086 1,0.000 0.076 3,0.000 1.396 0,0.000-0.557-1,0.000-0.081-2,0.203-1.474 0,2.409 1.775-1,1.194 1.181 4,-1.403-1.839-2,-1.385-0.062 0,-0.324 0.782 0,2.661 1.434 1,1.294 0.105 0,-1.434-1.725-1,2.707 1.385 0,-0.362 2.695 0,-1.503-1.993 0,-3.099-1.649 0,-0.787 0.218-1,2.818 0.753 1,1.774 0.167 0,0.396 0.392 0,-0.245 1.255-1,0.511-0.802 2,-0.854 0.114-1,1.605 0.072 0,-3.094-1.582 0,-1.671-2.165-1,-1.081 0.616 1,2.479 1.217 1,1.371-0.665 0,-0.257 1.236-2,0.644-1.472 0,-2.176 0.658 1,-1.348-0.996 1,-0.990-0.653-1,-0.186-0.394 1,-0.011 0.664-3,0.059-0.040 2,0.059-0.630 1,0.016-0.711-2,0.008 1.241-2,0.003 1.315 2,0.001 0.172 1,-0.000-1.238 2,-0.001 0.362 1,-0.001 0.925-5,0.166-1.273 2,2.070-0.729 0,0.104 2.055-1,-0.221 0.197 1,0.091-2.167 0,-1.210 1.657 1,-0.755-1.527 0,-0.278-0.321 0,0.447-0.173-2,1.006-0.608-2,0.579 0.138 2,-0.128 0.850 1,0.584-1.040 0,0.766 0.192 1,-0.010 0.637-1,-0.896 1.169 0,-0.769-1.038 2,-0.703 1.154-2,1.752-1.619 0,1.866-0.011-2,0.737 0.933 1,0.248 0.627-1,-0.856-0.083 2,-0.927-0.983 1,-0.276-0.104-1,-0.181 1.389 1,0.132 0.380-1,0.500-0.678 0,0.236-0.472 0,-0.010-0.155 0,0.058 0.124-1,-0.235 1.192 0,-0.224 1.221 2,0.789-2.271 1,-0.122 0.347 2,0.841 1.728-5,1.050 0.405 0,0.978 0.070 2,0.345 0.402-4,0.419 0.079 2,-0.309-0.150 1,-1.080 0.193 0,-0.040 0.203 0,0.714 0.057 0,0.044 0.850 0,-0.434 1.145 0,-0.505 0.992-1,1.047-1.487 1,0.088-1.274 3,-0.487-0.724-1,-0.611-0.473-5,-0.673 0.265 3,0.498 1.236 0,1.075 1.334-1,0.805 1.105 1,-0.917 0.769-1,0.484 0.487 1,-0.595 0.408 3,-0.045-0.199-1,-0.112-0.152-1,1.084-0.035-1,-1.147 0.001-1,2.273 0.003 1,-2.364 0.003-1,-0.292 0.001 1,2.134 0.001-1,-2.323 0.000 3,1.130-0.000-1,-0.233 0.000-1,-0.793 0.000 0,1.282 0.000-2,0.270 0.000 1,-0.343 0.000 0,-0.569 0.000 0,-0.450 0.000 1,-0.193 0.000 0,-0.047 0.000 0,2.127 0.000 1,-1.824 0.000 1,0.666 0.000-1,-0.409 0.000 0,0.984 0.000-2,-0.137 0.000 0,1.652 0.000 0,-0.847 0.000 0,-1.889 0.000 1,2.183 0.000 2,-1.051 0.000-1,0.276 0.000-1,-1.442 0.000 1,-0.086 0.000-1,0.005 0.000-2,-0.043 0.000 1,-0.358-0.493 1,-0.645-1.987 1,1.705-1.969 3,-1.217 3.002-5,0.531 0.393 0,0.767-1.797-1,-2.169-0.472 3,1.317 1.212 0,-0.197 0.048-2,0.165-2.573 2,0.298 1.986 0,-0.422-0.049-2,0.305-1.266 1,-1.334-0.897 0,0.008-1.034-1,2.035 3.032 1,-1.702 0.453 0,2.411-1.197-1,-2.041 1.510 1,0.735-0.326 1,-0.737-0.610-1,1.702-0.721-1,0.060 0.710 2,-1.432 0.363-1,1.000-0.950-1,1.462-1.407 0,0.294-0.504-1,-1.015 1.056 1,-0.716 1.153-1,-0.945 1.198 4,1.820 0.289 0,-0.785-3.275-1,-2.682 0.119-1,1.187-0.559 0,1.581-0.324-1,0.250 0.769 1,-0.167 0.832-1,-0.720 0.806 0,-1.142 0.739 1,1.046-0.461 0,-1.254 0.502 1,0.789-1.379-1,-1.029-0.384 3,1.801-1.308-2,-0.245 1.309-3,-1.222 1.519 2,0.720-0.073 0,3.335-1.453 0,0.118-0.107-1,-1.471 0.231 0,-0.374-0.531 0,-0.722-0.431 1,-0.836-0.092 0,-0.080 0.274 1,0.212 0.530-1,-0.112 0.449 0,-0.984 0.549 0,0.858-1.097 1,0.026 1.003 1,0.614 2.237 0,0.156 0.600-1,-0.411-1.659-2,1.906-0.374 0,-2.401 1.487 2,0.878-0.258-2,0.765-0.901 0,-0.397-0.128 0,-0.825 0.543 1,0.155 0.707 0,2.376 0.651 2,0.237 0.237-2,-1.385-1.213-3,-1.229-1.745 1,-1.141-0.762 2,-0.832 0.531 0,3.381 0.019 4,-0.688 2.422-2,0.819 0.556-3,-0.558-0.244-1,-1.370-0.618 0,-0.478-0.514 2,1.930 0.182 2,1.556 0.253 0,-0.006-0.517-5,-1.110-0.779 2,-0.214-0.808 1,-0.649-0.040 0,-1.161 0.876 0,-0.163 0.702-1,0.657 0.766 3,1.277 0.469-1,-0.816-0.453-2,0.198-2.311 2,-0.311 0.211 2,0.899-0.102-4,0.338 0.863-2,0.812 0.643 1,-0.452-0.281 2,-0.703-0.862 0,0.853-1.108 1,-0.671 0.162-1,0.637-0.353 0,1.822-0.719-1,-0.053 0.457 1,-0.317 0.563-2,-1.210 0.422 1,-1.309-0.030 1,-0.895 0.295 3,-0.955 1.112 0,0.734 0.759-1,0.835 1.168-1,-1.285 0.668-1,1.168 0.117 0,-0.732-0.065-1,-0.056-0.252 2,0.500-2.289-1,-0.890-0.774-1,1.280 0.442 1,0.305 1.348 1,-1.090 0.976-2,0.999 0.437 1,-0.765 0.118 1,-0.232-0.060-1,0.110-0.061 0,1.218-1.123 0,-0.559-2.205 0,-0.257 0.376-1,-1.005 1.506 1,0.173 0.911 1,0.471 0.442 0,-0.209 0.161-2,-0.268-0.124 0,1.050-1.721 1,-1.619-1.603 1,1.211 0.606-2,1.162 1.201 0,0.011 0.934 1,-0.528 0.558 1,0.026 0.217-1,-1.179-0.048 1,-1.696-4.236 0,-0.868-0.697 0,4.761 3.693-2,-1.709 0.923 1,1.407 0.234-2,-1.448 0.120 2,-0.599-0.078 0,-0.368-3.298 3,-1.014-1.008-3,2.412 2.599-1,0.207 1.434 1,-0.707 0.291 0,0.168 0.013-1,-0.721-0.050 1,1.191-0.034-1,-0.695-0.184 2,0.645-3.130-1,-2.099-0.271-1,0.676 0.919 2,1.679 1.991 0,-0.477-1.225-1,-1.173-0.606 0,1.496 0.367-1,-1.237 0.251 0,0.458-2.054 0,0.212 0.392 2,-0.957 1.860-1,2.701 0.380-2,-1.053 0.981 3,0.331 0.269 1,1.599 0.115-3,2.722-0.198-2,-6.172-0.396 3,4.521-1.656-2,-1.127-0.298 2,-0.879 0.405 2,-1.588 0.700 0,-0.422 0.574-3,1.187 0.366 0,0.224 0.299 1,-1.150 0.163 0,1.759 0.092 2,-1.918-0.041-1,1.454-0.042 0,-0.457-0.044-1,-0.136-0.008-1,-1.076-0.001-1,0.469 0.001 3,0.927 0.002 1,-0.197 0.001-2,-1.548 0.000-1,1.633 0.000 3,-0.384 0.000-3,-0.895 0.000 0,0.995 0.000 2,-1.305-0.110-1,-0.136-2.220 0,0.174-0.752 0,1.552 0.819 0,-1.213 1.147 0,1.091 0.768-2,-0.525 0.469 5,0.488-0.018-3,0.177-0.072-1,-1.526-0.023 0,0.694-0.007 0,-0.686-0.006 1,0.033 0.005 1,-0.004 0.001 1,0.611 0.000-2,0.263 0.000-1,0.224 0.000 1,-0.523 0.000 1,-0.797 0.000-1,0.089 0.000-1,1.489 0.000 1,0.244 0.000 0,-1.216 0.000 0,0.296 0.000 0,-0.853 0.000 0,2.166 0.000 0,-1.741 0.000 0,0.490 0.000 0,-0.268 0.000-2,-0.447 0.000 1,0.602 0.000 2,0.481 0.000-1,0.026 0.000-1,0.194 0.000 0,-0.661 0.000 1,-0.811 0.000-1,2.201 0.000 3,-1.943 0.000-1,0.777 0.000-1,-0.436 0.000-1,-0.104 0.000 2,1.892 0.000 0,-1.053 0.000 0,-0.952 0.000-2,0.743 0.000 2,0.204 0.000-1,1.294 0.000-1,-2.236 0.000 0,-0.275 0.000 0,1.975 0.000 1,-1.746 0.000 1,1.381 0.000 0,0.435 0.000-1,-2.255 0.000-1,1.288 0.000 1,0.353 0.000-1,0.856 0.000 2,-2.461 0.000-1,2.346 0.647 0,-1.927 3.281 1,0.733-1.296 0,0.438-1.467-2,0.448-0.571 0,-0.945-0.342-1,-0.831-0.184 1,0.511 1.094 2,-0.093 3.279 3,0.813-1.345-4,-1.999-0.427-1,0.315 0.879 0,-0.290 0.532 0,0.829-0.216 2,2.101-0.928-2,0.703-1.056 0,-0.870-0.835 0,-1.438-0.587 0,-0.918-0.363 2,0.923-0.118 1,-0.809 3.759 2,-0.669 0.452-4,0.125-0.180-1,0.736-0.540 0,-0.041-1.591 1,0.707-0.859-1,-0.282-0.605 1,2.062-0.293-1,-1.416 0.581 2,0.726 1.428-1,-0.539 0.767-1,0.629 0.876 1,-0.803 0.106-1,-0.418 0.332 0,2.038 0.664 1,0.879-1.418 1,0.270-1.437-1,-0.582-0.961-1,-0.219 0.164 0,0.646 0.672 0,0.702 0.719 0,1.164 0.714 0,-5.309-1.480 0,-0.033-0.119 1,-0.138-0.193 0,-0.198-0.229 0,4.951 1.200 1,-1.930 0.393-1,-1.094-0.116 2,0.889-0.538 0,0.962-0.664-2,-0.046-0.644-1,-0.419-0.479 1,-0.563-0.308-1,-0.520-0.168 1,0.076-0.076 0,0.141-0.013 0,-0.208 0.021 1,0.316 0.024 0,-0.187 0.023-1,-0.779 0.018 0,-0.025 0.012 1,0.186 0.008 0,1.028 0.004-1,-1.132 0.001-1,-1.439-0.001 2,0.517-0.001 0,0.909-0.001-1,1.884-0.001-1,1.895-0.000-1,0.171 0.000 1,-5.708 0.123 0,5.533 0.730 1,-0.704 0.885-1,-1.457 0.433 0,-1.793-0.301 1,-0.551-0.296 0,-0.775-0.476 3,2.271 0.374 0,-0.122 1.049-1,0.840-0.209-3,0.058-0.656-2,0.697-0.573 1,1.377-0.500 2,-5.247-0.435 0,4.459-0.032-1,-0.067-0.115 0,-3.947-0.033 0,0.125-0.010 2,0.119-0.003 0,0.106 0.002 0,-0.757 0.008-2,5.109-0.021 0,-1.660 0.021 1,-1.231 0.239 1,-2.446 1.287-1,-0.480 2.321 5,3.302-0.933-3,-0.576-1.780-4,1.043-0.530 1,-1.025-0.353 1,-0.809-0.172-1,1.130-0.109 2,0.215-0.030 0,-1.299 0.028-1,0.491 0.019-1,1.229 0.015 1,-1.193 0.018 0,-1.289 0.011 1,1.827 0.007 0,-0.592 0.002 1,-0.950-0.001-3,-0.848-0.001 1,1.038 0.119-1,-0.278 0.751 1,-0.009 0.950 0,-0.281 0.248-1,-0.404-0.315 0,0.370-0.489 2,1.208-0.202-1,-0.848 0.848-1,-0.489 1.760 3,0.979-0.898-1,-1.125-0.730-2,1.969 1.068 0,0.794 1.106-1,-0.699 0.298 1,0.015-0.944 2,-0.697-1.498-1,-1.196-1.008 0,-0.494-0.395 0,0.367 1.680 3,-1.360 3.507-1,-0.575-0.455-2,1.798-1.801 0,-0.351-1.440 0,0.689 0.526 0,-0.142-0.182-2,-0.592-0.606 0,1.099 0.259 3,0.703 0.733-1,-1.177-0.123 0,0.750 0.524 0,3.976 1.710-1,-4.917-2.357 0,0.345 0.033 1,3.817 1.265-2,-1.627-1.056 1,-1.493-1.017 0,-1.150-0.893 5,1.127-0.107-2,-0.099 1.705 0,-0.760-0.396-2,1.004-0.535-1,-0.240-0.630 0,-1.038-0.373 0,0.011 0.624 2,1.012 0.959-1,0.131 0.126-1,-0.455-0.257 1,-0.563 0.472 0,-0.594 0.482 1,0.413-0.415-1,1.398-0.413 0,0.389 0.364 0,-0.883 0.403-1,-1.009-0.563 1,1.313-0.436 2,-1.083-1.340-1,0.513 1.620 0,-1.062 1.613-2,0.229 0.677 0,-0.628-0.800 0,1.114-0.373 1,0.289-1.999 1,0.788 0.123 2,-0.613 3.036-4,-2.097-0.185 1,0.515-0.213-1,-0.214 0.213 1,0.030 0.106 0,1.712-0.541 0,-0.691-2.493 1,0.688 0.305-1,0.390 2.380 0,-0.570 1.326-1,-1.003-1.100 1,0.205-1.892 0,1.881-1.540 1,-1.585-0.671-2,0.971 1.331 0,-1.413 3.049 2,-1.292-0.096 1,-0.871 0.379-3,2.165-1.522 2,1.208-2.387-1,-1.466 2.385 0,0.049 0.200 0,2.509-2.101-1,-0.771-1.269 1,-1.144 2.214-1,1.101 1.763 3,0.011 1.001-4,-1.087-0.006 1,0.870 0.753 1,-0.993-2.147 1,0.127 0.081-1,-0.939 0.082-2,-0.134 2.045 1,0.268-0.637 5,2.052-3.047-4,0.517 0.559-1,-0.983 1.344 0,-1.070 0.539 1,-1.486 0.279 1,-2.047 1.183 0,1.695 2.228 0,-1.301-2.616-1,1.537 0.799-2,2.437-0.996 4,-1.964-1.730-4,0.016 1.449 1,-2.403 1.664 3,-2.093-0.294-3,-0.417 1.096 1,-0.027-0.913-1,0.080 0.947 2,0.125-0.599-1,0.033 1.032-1,0.010-0.437 1,-0.001-0.618-1,-0.003-0.076 1,-0.003-0.494 0,-0.001-0.269 0,0.000 0.700 1,-0.565 0.320 1,-3.711-0.678-2,-0.471-1.397 0,-0.188-0.325-1,-1.131-1.701 0,-1.840-1.748 0,-1.062-1.135 1,2.928-0.446 0,-0.780-0.085-1,-1.517-0.012 0,0.535 0.030 5,0.160 0.032-6,-2.069 0.023 1,3.443 0.023 0,-0.204 0.004 1,0.030 0.003 1,0.169 0.002-1,0.238 0.001-2,-5.271 0.002 0,-1.416-0.000 3,4.895-0.002 0,-0.733 0.000 0,-0.403-0.000-1,-0.155-0.000-3,0.021-0.000 1,0.140 0.000-1,0.673-0.133 1,0.177-0.218 1,0.168-0.266 1,0.154-0.285 1,-0.602-0.443-1,0.578-0.258 0,0.650-0.196 1,0.653-0.142-1,0.611-0.097 1,-1.366-0.004 0,-0.697 0.202 0,-0.376 0.265 1,-0.142 0.285 0,-0.185-0.072-1,-0.199-0.296-4,-0.192-0.417 1,-0.174-0.464 0,0.857-0.002 1,0.240-0.091 0,0.305-0.009 1,0.331 0.046-1,0.327 0.080 1,0.316 0.210 1,0.290 0.284-1,0.253 0.316 0,0.213 0.318 1,0.174 0.299-1,-0.659-0.146 1,-0.326-0.311 0,-0.418-0.453 0,-0.446-0.511-1,-0.063-0.308 0,0.187-0.156-1,0.333-0.046 1,0.402 0.027-1,-1.460-0.208 1,-0.193-0.017 1,0.319-0.020 1,0.583 0.209-1,-0.104 0.006 1,-0.206 0.006-4,1.272 0.482 1,0.157 0.023 0,0.204 0.016 1,0.226 0.011 0,-1.330-0.413 0,0.234 0.378 0,0.217 0.444 1,1.093 0.572-1,-0.166 0.052 1,-0.045-0.020 0,0.041-0.069 0,-0.325-0.199 1,0.278-0.052-2,0.331-0.035-2,-4.763-1.881-1,3.700 1.415 4,-0.461-0.060-1,-0.251-0.049 2,-0.102-0.039 2,0.006 0.005-6,-0.308-0.090-1,-0.332-0.095 1,0.704 0.305 1,0.432 0.261 1,0.559 0.318 0,-4.685-0.677 0,1.156 1.029 4,-1.059 0.736-3,0.889 0.491 0,1.076 0.238 1,0.376 0.078-4,0.808-0.020 3,-0.405-0.030-1,0.543 0.398 0,0.652 0.903-1,-0.842 0.930 2,-0.157-0.234 0,0.008 0.487-1,-0.543 1.750-1,-0.471 1.218 0,1.540-1.046 0,0.770-0.953 2,-0.813 2.071 1,0.518 2.390-2,-0.967 1.015-3,3.381-4.222 1,-0.089-0.222 2,-0.092-0.208-1,0.014-0.288 0,0.083-0.323 0,-4.992 3.259 1,4.846-3.467 0,0.043 0.075 1,0.029 0.130-1,-3.904 2.973 0,0.416-0.614 0,0.613-0.884 1,0.170-0.625 0,-1.135 0.360 0,-1.083 1.383-1,4.919-2.703 0,-0.239 0.296-1,0.045-0.068 1,0.063-0.176-1,0.069-0.228 1,-4.926 2.842 1,0.068-0.678 0,1.969-1.176-1,0.956-0.167 0,0.037 0.249 2,-0.367 0.104-1,0.243-0.142-1,0.640-0.107 0,-0.376 0.068 0,-2.368 0.117 1,-0.943-0.034-1,-0.241 0.078-3,0.680-0.121 1,1.562-0.321 2,1.354-0.181 0,-2.067 0.122 1,0.975-1.690 4,1.611-0.288-4,-0.515 1.503-3,-2.566 2.003 1,-0.495-0.908 0,0.347-1.672 0,-0.043-1.316 1,-0.544-0.948 1,-0.024-0.620-1,0.803-0.293 0,1.538-0.090 0,-0.052-0.020 2,-0.168 0.058 0,0.924 0.084-1,0.607-0.927-1,-1.446-1.907-1,2.262 0.304 0,-0.667-0.557 1,-0.882-0.576-1,-0.675-0.338 0,-0.101 0.032 0,0.383-0.391 0,1.304-0.583 1,1.244-0.563 0,-1.730-0.731 1,0.316 1.031 3,0.554 0.239-4,0.256-0.902-3,1.062-0.090 4,-0.494-0.250-1,-1.599 0.768-2,-0.955 0.822 2,1.313-0.070 0,1.662-0.742-1,0.742-0.595 2,-1.486-0.270 2,-0.341-0.755-2,1.079 1.259-2,-0.251 1.487 0,-1.029 0.265 2,-0.889-0.863 0,0.634-0.069-1,0.717-0.581-1,1.124 0.031 1,-1.561-0.765 0,-0.478 0.175-2,0.421 0.744 0,-0.064 1.083 3,-0.337 1.605-1,-0.353 1.310 1,-1.709 0.834 0,1.069 0.857 0,1.642-5.480 2,1.797-0.334-2,-0.346 0.984-3,-1.705-0.172 0,-0.546 0.839 1,-0.933 0.912 0,-1.549-0.019 2,0.605-0.571 0,-0.162-0.716-4,0.567 0.499 4,0.983 0.956-2,0.588 0.858 0,-1.898 0.486 3,1.529 1.164 0,-0.384 0.556-1,0.890 0.169 0</inkml:trace>
</inkml:ink>
</file>

<file path=ppt/ink/ink4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8:1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3306.600 3506.600 767,'6.189'0.000'0,"1.182"0.000"-3,0.083 0.000 2,0.420 0.304-2,-0.383 1.259 4,-1.668 1.098-2,0.509 1.085 0,0.761-2.097 3,0.765-1.129-1,-1.634 0.729-2,0.824 1.106 0,1.859 0.768-1,1.894 1.048 3,-5.216-1.685-3,4.220 2.716-1,-2.001-0.994 2,-0.087-1.138 2,0.836-1.099 1,0.529-0.989-1,-0.568-0.636-1,0.323-0.303-1,1.050-0.178 1,-1.500-0.043 0,-1.892 0.045 1,-0.065 0.038 0,0.430 0.158-1,0.445 0.767 0,0.194 0.938-1,1.068 0.570 1,0.401-0.424-1,-0.576-0.733 1,0.336-0.488 1,-0.263-0.359-1,-1.131-0.230-1,0.001-0.125 2,2.187-0.053 1,0.074 0.004-2,-0.473 0.020-2,0.307 0.016 0,-0.838 0.015 1,-1.589 0.012 1,-0.003 0.546 2,0.217 1.126 1,0.554 0.770-2,0.447-0.218-3,-0.126-0.573 1,-0.831-0.603 1,0.746-0.455 1,0.411-0.400 0,0.682-0.187-2,-0.213-0.066 1,-0.460-0.009 1,2.170 0.015-2,-4.559 0.038 2,5.868-0.009-4,-0.086 0.014 0,-0.441 0.010 2,-0.472 0.007 2,-0.448 0.003-1,-0.393 0.001 1,0.248 0.000-1,0.935-0.000 1,0.571-0.001-2,-0.708-0.000 0,-0.527-0.000 1,0.788-0.000 0,0.924 0.000 4,-5.662 0.000-6,0.096 0.000 0,0.082 0.000 0,-0.613 0.000 2,0.109 0.000 0,0.130 0.000-1,0.136 0.000 1,0.512 0.000 0,0.108 0.000 0,0.075 0.000 0,0.048 0.000 1,-0.139 0.000-1,-0.253 0.000-1,-0.311 0.000 1,-0.329 0.000 0,-0.152 0.000 0,-0.025 0.000 1,0.059 0.000 0,0.111 0.000 0,-0.178 0.000-2,4.937 0.000 1,-1.735 0.000 0,-0.806 0.000 3,0.191 0.000-2,0.061 0.000-1,-0.421 0.000 0,-0.802-0.438-1,-0.483-0.863 1,-0.365-0.833 1,0.132-0.038-1,1.544 0.386 0,1.654 0.544-1,-2.540 0.766 0,0.791 0.148 0,0.388 0.119 0,0.110 0.090 5,-1.561 0.065-5,-0.553 0.036-1,-0.639 0.024 1,4.376 0.047-2,-0.396 0.017 9,0.908-0.006-7,0.779-0.017 0,0.190-0.019 0,0.044-0.014 0,-5.577-0.010 1,0.272-0.001-1,0.260-0.001 1,-0.045-0.001 0,-0.120-0.000 0,-0.208-0.000-1,-0.252-0.000 1,0.602-0.155 1,-0.243-0.236 0,-0.217-0.265 0,-0.182-0.260 0,-0.145-0.235-2,5.897-1.001 1,-5.286 1.218 0,0.525 0.142-1,0.532 0.125 1,-0.133 0.156 0,-0.313 0.139 0,-0.399 0.117-1,-0.218-0.110 1,-0.087-0.241 1,0.001-0.304 0,0.056-0.318-1,-0.238-0.196 0,0.113-0.224 0,0.128-0.187 0,0.127-0.150 0,-0.729 0.239 0,-0.112 0.132-1,5.464-1.034 1,-0.625 0.846 1,-0.532 0.741 0,-1.339 0.557 0,-1.067 0.325-1,-1.062 0.188 2,2.155 0.162 0,-1.041 0.030 0,-1.620-0.085-2,0.049-0.064 0,-0.273-0.041 1</inkml:trace>
</inkml:ink>
</file>

<file path=ppt/ink/ink4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8:2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3316.600 3478.600 767,'5.599'-2.947'0,"-0.203"0.107"0,-0.040 0.021 0,-0.191-2.490-5,1.354 1.646 5,1.546-0.379-2,-0.997 0.050 1,0.978-0.577 0,0.356 0.610 0,0.545 1.181 1,0.385-0.003 0,-0.302-1.265-1,-0.863-1.060 1,-1.488-0.063-1,-1.205 0.172 1,1.050 0.574 1,0.931 0.492 2,0.146 0.416-2,0.821 0.355-4,-0.237 0.067 2,-1.191-0.021 4,-0.521 0.039-5,1.502 0.258 3,-1.157 1.747 2,0.034 0.900-4,-0.496 0.318 2,-0.284 0.002-1,0.048-0.071 0,0.014-0.055 0,-0.034-0.023 1,1.224-1.438-2,-0.698-1.759 1,-0.524 0.631 0,0.018 1.130-1,0.990 0.838 2,-1.093 0.548-1,1.002-0.336 0,-0.961-3.614 0,0.258 0.193 0,0.906 0.594-1,-1.322-0.591 2,-0.314 0.987-1,2.093 1.030-1,-0.373 1.532 2,-1.219 0.353-1,0.784 0.019 0,1.232-0.044 0,-2.092-0.053-1,1.994-0.417 0,-1.736-3.048 2,-0.797-0.448 1,1.172 2.517-3,0.595-0.756 1,-1.841-1.195 0,1.533 0.035 0,0.334 2.019 0,0.283 1.067 1,-0.394 0.231-2,1.666 0.054-1,0.736 0.003 1,0.103-0.151-1,-1.246-0.811 0,-1.648-0.975 1,-1.198-0.991 3,1.100-2.569 1,-0.559 0.881-2,1.310 1.946-1,0.511 1.590 0,-0.466 0.839 1,0.810 0.299-1,-1.556-0.016-1,0.205-0.022 0,1.387-0.621 1,-1.304-2.327 1,-0.474-0.241 0,0.515 0.784-2,-0.470 1.172 2,0.084 0.787 0,-0.109 0.345-2,0.823 0.072 2,-0.559 0.008-1,-0.484-0.013-2,-0.294-0.022 2,0.695-0.018 1,2.312-0.013-2,0.205-0.012 0,-0.187-0.006 0,-0.934-0.002-1,-1.664 0.000 1,0.919-0.000 2,-0.282 0.001 3,-0.014 0.001-2,-0.720 0.000-1,-0.272 0.000-2,0.896 0.000 1,-0.188 0.000 0,0.811 0.000 0,0.564-1.548 0,-0.871-1.700 1,0.935 0.751-2,-1.155 1.400 0,2.208 0.503-1,1.087 0.345 1,-1.410 0.210 0,-1.608 0.087 1,-0.044 0.018 2,-0.504-0.004-1,0.567-0.008-1,-0.564-0.022-2,-0.342-0.017 2,1.131-0.010 1,-0.470-0.686 0,-0.850-1.662 1,0.101-0.197-3,0.211 0.407 0,0.216 0.713-1,0.323 0.615 2,-0.698 0.464 1,0.912 0.299-1,1.579 0.159 2,-2.323-0.044 0,0.559-0.021-4,1.069-0.137 1,0.284-0.709-1,-0.571-0.832 1,-0.852-0.517 1,-1.219 0.261-1,1.050 0.073 2,1.640 1.083 3,-1.732 0.571-2,0.807 0.145-4,0.017 0.077 0,-1.518 0.004 1,1.316 0.002 2,0.771-0.035 1,-1.006-0.028-2,1.473-0.008-1,0.263-0.005 0,-0.982-0.002 0,-1.217-0.000-1,-0.212 0.000 3,0.491 0.001 0,-0.026 0.000 0,0.771 0.000-1,0.668 0.000 0,0.052 0.000-1,-0.274 0.000 1,-0.912 0.000-1,-1.087 0.000 1,0.143 0.000 1,0.042 0.000 0,0.601 0.000-1,0.986 0.000 0,0.173 0.000 0,-0.563 0.000-1,-0.375 0.000 1,-0.256 0.000-1,-0.491 0.000 1,1.551 0.436 2,-2.181 0.931-1,1.771 0.848-2,0.467-0.170 1,0.127-0.353-1,-0.761 0.307 0,-1.201 0.584 1,-0.305 0.049 1,0.710-0.601-1,-0.290-0.253 1,0.067 1.561 1,-0.206 1.082 0,1.435-2.833-1,-0.224-0.079-2,-0.899 2.320 0,-0.271 1.811 1,0.205-0.657-2,1.203-1.727 2,-1.009-1.385 1,-2.610 3.237 1,-2.408 0.734-2,0.524 0.337-1,3.253-3.243 4,-4.146 4.466-4,-1.231-0.776 0,-0.148-0.434 1,-0.012 0.004-1,0.052-0.036 2,0.043 0.147 0,0.000-0.044-1,-0.002 1.588-1,-0.001-1.322 0,-1.205 1.714 0,-2.152-2.458 1,-0.284 0.525 2,-0.448 0.201-3,0.175-1.932 0,-0.632 0.138 1,-0.890 0.689 0,-0.395 0.219 0,1.001-1.796 0,-1.636 0.563-1,-0.547 0.242-1,0.621-0.239 1,1.255-0.995 1,-1.409-0.140 1,0.566 0.284 3,2.331 1.297-3,-2.477-2.370 0,-1.460-1.906-2,1.467-0.602 0,-0.374-0.075 1,-0.786 0.014-1,-0.492 0.042 2,0.169 0.037-1,0.543 0.017-1,-0.363 0.005 1,0.588-0.606 1,2.345-3.733 0</inkml:trace>
</inkml:ink>
</file>

<file path=ppt/ink/ink4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8:2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6148.600 3775.600 767,'6.033'0.000'0,"1.142"3.551"-4,-1.778 0.936 3,2.538 1.505-1,-2.935-1.619 0,0.811 0.974 0,0.791 0.745-1,0.719 0.544 6,-0.363-0.345-5,0.267 0.273 0,0.182 0.225-1,0.114 0.180 0,0.910 0.761 1,-0.039-0.228 1,-0.109-0.348 1,-0.146-0.400-1,-0.828-0.693 1,-0.689-0.417 1,-0.765-0.384-1,-0.762-0.337 0,-0.708-0.283 1,3.208 4.103 3,-0.359-0.149-2,-3.228-4.077-1,4.000 3.444 1,-0.092-1.597-1,-0.534 0.746-1,0.509 1.523 5,-3.666-3.708-5,-0.130 0.135-2,-0.201 0.063 0,-0.231 0.013 0,0.284 0.512 2,0.022-0.059 0,0.083-0.088 0,0.112-0.098 0,1.916 2.713 0,-1.529-1.108-1,-0.452 0.189 4,-0.326-1.115 0,0.199-0.803-2,1.069 0.445-1,0.614 0.342-1,-0.128 0.577 0,0.367 1.264 0,1.151 0.268 0,1.246-0.499 0,-0.126-0.889 1,-1.185-0.854 0,-0.995 0.671 1,-0.960 0.244-1,0.190-0.769 1,1.156-0.201-2,1.143 0.519 1,1.668 1.531-1,-3.979-3.265 1,0.049 0.181-1,-0.010 0.125 0,-0.768-0.666 0,0.019 0.057 1,0.043 0.062-1,0.057 0.061 1,0.352 0.352 0,-0.333-0.317 0,3.326 3.282 1,-1.517-1.579 0,0.298-0.397 2,1.259 0.365-4,0.008 0.286 0,-0.378 0.888 0,-0.254 0.801 2,-0.137 0.177 0,0.647 0.473-2,-3.376-4.215 1,0.020-0.347 0,5.289 3.906 1,-3.811-3.290-1,0.394 0.396-1,-0.530-0.486 3,0.007-0.108-3,-0.061-0.203-1,-0.104-0.254 0,0.838 0.412 0,0.363 0.090 3,0.437 0.177 0,-0.452-0.301-1,-0.364-0.176 0,-0.522-0.243-1,-0.593-0.271 1,4.331 2.727 1,0.461-0.882 1,-4.426-2.726-2,0.141 0.226 0,0.085 0.321 0,0.042 0.362 0,0.012 0.364-1,0.025 0.069 1,0.136-0.048-1,0.159-0.152 0,0.164-0.210 0,-0.563-0.484 1,0.155 0.021 0,0.167 0.082 1,0.167 0.120-1,0.625 0.608 0,-0.410 0.145 0,-0.563 0.116-1,-0.627 0.089 1,-0.106 0.262 0,0.086 0.184 1,0.016-0.045 0,-0.033-0.197 1,0.397 0.130 0,0.157-0.090-2,0.186-0.052-2,0.193-0.023 0,-0.523-0.403 1,0.177 0.210 1,0.188 0.272 0,0.185 0.301-1,0.041 0.065 1,-0.062-0.102-1,-0.130-0.211 1,-0.170-0.277-1,0.662 0.319 1,-0.560-0.585 0,-0.614-0.594 1,3.812 2.209 1,-1.905-1.645-1,-0.788 0.574 0,0.429 0.940 1,0.538 0.790-1,0.099 0.355 1,-1.242-1.128-5,-0.196-0.301 1,-0.226-0.403 0,-0.233-0.449 0,0.375 0.153 0,-0.286-0.251 3,-0.271-0.154 1,-0.241-0.080 0,-0.137 0.211-2,-0.481 0.024 0,-0.488 0.043 1,-0.452 0.051-1,2.768 3.465 1,-1.026-2.586 0,-0.627-1.799 3,1.527 0.984-1,-2.413 0.010-3,-1.906 1.830 0</inkml:trace>
</inkml:ink>
</file>

<file path=ppt/ink/ink4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8:3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6119.600 3574.600 767,'0.000'-6.037'0,"0.000"-0.692"-3,1.251 0.459 2,0.940 0.276 0,0.607-0.015-1,1.077 0.123 1,1.697 3.116 2,0.724 0.310 0,-1.683-2.937 0,-2.013-0.497-1,1.424-0.972-1,0.476 1.783 0,1.820 2.034 1,-0.007 3.009 1,0.586 0.355 1,-0.555-0.155-3,-0.092-0.154 1,-0.013-0.018 1,1.563 0.006-2,-1.141 0.003 1,-0.628 1.242-1,-0.629 3.197 1,-1.986 1.707 1,-0.940-0.064-1,4.069-3.783 1,-0.130-1.550-2,-2.468 5.022 2,-3.355 0.745-2,-0.633 0.119 0,1.397-0.401 1,4.470-2.926 2,-0.517 0.594-3,0.204 1.935 0,-0.569-1.265 0,1.067 0.687 0,-0.619-0.433 1,-0.647-0.208 1,1.110 0.899 0,0.081-1.432-1,1.506 0.085-2,0.086 0.460 1,-1.366 0.145 1,-0.893 0.269 0,-0.108-0.137 0,0.683-1.688 1,0.122-0.499 1,0.065 0.751-3,1.057 0.925 0,0.611 0.090 0,-0.646 0.627 0,-1.906 1.081 1,-0.698 0.242 1,2.763-2.186 1,0.497-1.961-2,-0.184 0.907-1,-0.649 1.722 1,-2.392-0.913 0,0.303 2.373 1,-1.567-0.540-1,2.567-2.363 0,2.685-1.133 0,-1.667-0.310 0,0.937 0.713-2,-0.166 0.378 1,-0.376 0.202 1,-0.178-0.073-1,1.143 0.228 1,0.793 0.245-1,-0.646 0.778 1,-1.084 1.014-1,1.999 1.009 1,-0.483-1.773 4,-1.217-1.517-4,0.288-0.127-1,-0.369-0.057 1,0.127 0.272 0,0.746 0.417 0,0.585-0.523-1,-0.272-1.176 0,0.934-0.282 1,-0.269 0.749 2,-0.928 0.482-1,0.104 0.239-2,0.324 0.044 0,0.405 0.218 0,-0.373 0.166 0,-0.798-0.085 1,0.072-0.155 1,0.964 0.066-1,0.437 0.333-1,-1.008 0.354 0,-1.471-0.633 2,0.167-0.735 1,0.831-0.688-1,-0.897-0.927-1,-0.917-0.659 0,0.185-0.394 1,0.793-0.004-1,-1.019 1.102 0,0.341 2.320 1,1.685-0.588 0,-1.162-0.816-2,0.910 0.583 0,-0.449 0.491 0,-0.939 0.397-1,0.430 0.442 3,1.716 0.240-1,-3.114-1.711-1,-0.120 0.035 1,4.355 2.638 0,-1.083-0.837 0,-0.184-1.535 1,-1.239-0.771 0,-0.874 0.487-1,0.497 1.355 2,1.989 1.863-3,-3.479-2.295 0,-0.123-0.270 0,4.253 1.829-1,-2.076-1.745 3,0.104-0.178 0,0.631 0.326 0,-0.044 0.190-1,0.117 0.292-1,0.414 0.413 1,0.068 0.092-1,0.100-0.338 1,0.311-0.362-1,-0.189 0.308 0,-0.756 1.944 0,-0.598 0.972 7,0.029 0.252-9,1.622 0.413 0,-4.297-3.603 5,0.415 0.388 0,0.044 0.126-4,-0.019 0.095 0,-0.059 0.067 0,-0.293-0.155 2,-0.151-0.040 0,-0.161-0.061 0,-0.156-0.071 0,-0.144-0.073 0,0.043 0.099 0,-0.149-0.102 0,3.989 4.033 0,0.239 0.099 1,-3.696-4.031-1,0.395 0.038 1,0.403 0.045-2,-0.116-0.173 1,0.038 0.056-1,-0.041 0.062 1,-0.088 0.061-1,3.159 2.887 2,-1.133-0.571-1,-0.063 0.969 2,-1.162 0.308 1,-0.443 0.202-3,0.228-0.088 0,-0.023-0.586 0,-1.259-1.206-1,-1.468-1.063 1,0.831 2.663 3,0.592-1.315-3,0.669-0.853 0,0.311-1.517 0,-0.375-0.381 1,-0.571 3.417 0,-3.129 0.692-1,-1.494-1.202 1,-0.619-0.613 0</inkml:trace>
</inkml:ink>
</file>

<file path=ppt/ink/ink4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8:3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6110.600 3583.600 767,'0.000'6.183'0,"6.580"1.275"-4,-1.022-3.907 3,0.947 0.448-1,0.617 0.235-1,0.359 0.080 1,0.889 0.879-1,0.555 0.652 0,0.298 0.458 0,0.110 0.301 5,-0.020 0.177 1,-0.104 0.085-6,2.747 1.796-1,0.817 0.514-1,0.227 0.179 1,-0.153-0.042 13,-0.373-0.173-8,-2.442-1.639-5,-0.673-0.297 1,-0.685-0.286 0,-0.649-0.261 0,-0.585-0.228 2,0.354 0.255 4,-0.043-0.337-1,0.120-0.333 1,0.215-0.307-1,-0.502-0.676-1,-0.252-0.425 0,-0.337-0.420-1,-0.372-0.388 1,0.064 0.165 0,-0.733-0.083 1,-0.737 0.019-1,-0.679 0.081 1,2.694 2.949 0,-0.623-0.782 0,-0.200-0.943-1,0.376-0.625-1,0.799-0.073 0,0.741 0.846 0,0.678 1.260-1,-0.310 0.449 0,-0.913-0.204 0,-0.474 0.035 2,-0.157 0.155-1,0.339 0.968 0,-3.116-3.801-1,0.473-0.069 2,0.165-0.145 3,-0.053-0.188-5,4.278 3.199-2,-4.014-2.927 2,0.069 0.220 1,0.158 0.305 2,-0.565-0.496-2,0.012-0.101-1,-0.002-0.167 1,-0.010-0.200 0,0.972 0.498 0,0.247 0.007 0,0.251 0.057 0,0.232 0.083-1,-0.765-0.667 1,0.166-0.128-1,0.176-0.151 1,0.172-0.155-1,0.024 0.001 1,-0.074 0.104 0,-0.134 0.166 0,-0.165 0.194 0,-0.662-0.224 0,0.066 0.182 0,0.132 0.187 0,0.170 0.180 1,1.810 1.248-2,-0.141-0.196 1,-0.295-0.344-1,-0.362-0.403 1,-0.796-0.914 0,0.366-0.009 1,0.306 0.077-1,0.247 0.130 4,0.043 0.009-2,-0.098-0.073-4,-0.186-0.125 0,-0.235-0.151 0,-0.447-0.177 0,0.006 0.106 3,0.076 0.171-1,0.120 0.208 1,0.583 0.677-1,-0.368 0.207 0,-0.496 0.158-1,-0.547 0.115 1,-0.290 0.066 0,-0.185-0.054 1,-0.066-0.097-1,0.015-0.119 1,0.068-0.125-1,1.868 0.564-1,0.754-0.060 1,0.439-0.047 1,0.208-0.035 5,-0.171 0.198-9,-0.386 0.321 0,-0.481 0.367 1,-0.495 0.362 0,-0.717-0.180 2,-0.349-0.031 1,-0.277-0.107-1,-0.210-0.145 0,-0.112-0.283 1,0.032-0.263-1,0.090-0.262 1,0.119-0.241-1,0.127-0.208 0,-0.166-0.071 0,-0.002 0.282 0,-0.027 0.381 0,-0.040 0.416 0,-0.116 0.301 0,-0.156 0.206 0,-0.170 0.129 0,-0.166 0.070 0,-0.152 0.028 0,0.151 0.511-1,-0.337-0.220 1,-0.344-0.275-1,-0.318-0.285 1,3.184 3.762 3,-3.119-4.478-2,-0.023 0.288 2,0.861 1.004-1,0.094-0.681-4,0.086-0.918 1,4.302 2.047-1,-0.032-0.997 4,-0.133 0.147-2,-1.179-0.387-1,-1.152-0.385 1,-1.316-0.276 1,-0.756 1.548 1,-1.075-1.278 3</inkml:trace>
</inkml:ink>
</file>

<file path=ppt/ink/ink4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8:3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6023.600 3286.600 767,'5.730'2.714'0,"-0.229"-0.108"0,-0.012-0.007 0,0.038 1.702-6,-0.649-0.716 7,2.479 1.585-3,2.693 1.378-1,-0.071-0.620 3,-4.818-2.680-2,0.052 0.238 1,0.061 0.248 0,-0.393-0.086 1,3.427 3.073-1,-1.805-1.157 2,0.509-0.828 1,1.668-0.150-2,-0.617 0.066-1,-1.650 0.175 1,-0.168 0.184 2,0.396-0.223-2,0.965-0.422 0,1.366-0.255-1,-3.096-1.706 1,0.092-0.001-1,-0.053 0.008 0,-0.136 0.013 0,3.249 1.644 2,-1.820-0.329-1,-1.637-0.304 2,0.817 1.181 0,0.813-0.077 0,0.227-1.043-2,1.432 1.109-2,-0.393 0.493 2,-1.373-0.293 2,2.234 1.917-6,-3.672-3.050 6,0.521-0.037 0,0.026-0.115-4,-0.284-0.155 0,-0.455-0.166 1,4.076 2.532-1,-0.836-1.667 4,-0.142-1.369-1,1.119 0.854-1,1.495 1.616-1,-5.406-2.258 0,-0.029 0.082 1,-0.092 0.016-1,0.059-0.045 0,0.151-0.081 1,0.200-0.098 0,0.215-0.102 0,0.881 0.173 0,0.162-0.088 0,0.092-0.077 0,0.041-0.063 0,-1.055-0.283 0,-0.124 0.133 0,-0.126 0.177-1,-0.120 0.194 1,-0.107 0.192 0,-0.200 0.055 0,-0.248-0.038 0,4.693 2.732 0,-0.181 0.201 1,-4.339-2.242 0,0.263 0.309 0,0.165 0.199 1,0.089 0.113-2,1.496 0.969-2,0.748 0.349-1,0.772 0.328 0,0.718 0.287 1,-1.333-1.177 2,0.255-0.293-1,0.220-0.372 0,0.182-0.402 0,0.146-0.396 1,1.461 0.463-1,-0.021 0.221 1,-0.119 0.374 0,-0.170 0.438-1,-0.989-0.460 2,0.173-0.142-1,0.267-0.247 0,0.311-0.299 0,-0.389-0.194 0,0.095 0.217 0,0.050 0.339 0,0.017 0.401 0,1.816 1.261 0,-0.484-0.004-1,-0.621-0.193 1,-0.651-0.293 0,-0.613-0.328 0,-1.665-0.882 0,-0.239-0.083 0,-0.132-0.018 0,-0.053 0.027 0,0.003 0.055 0,0.040 0.070 0,0.387 0.135 1,0.233-0.042-1,0.257-0.073 0,0.254-0.089 0,0.236-0.093 0,0.539 0.300 0,-0.440 0.011 0,-0.597 0.031 1,-0.649 0.041-1,-0.630 0.044 0,-0.569 0.042 0,0.686 0.336 1,0.107 0.143-1,-0.077 0.142 3,-0.183 0.129 8,-0.232 0.110-14,0.689 0.101 0,0.099-0.081 1,-0.190-0.122-1,-0.348-0.135 10,-1.497-1.020-6,-0.340-0.132-3,-0.313-0.110 1,-0.276-0.089-1,3.918 3.607 2,-0.221-0.691 2,0.998-0.168-1,-4.192-3.401-1,5.065 2.740 0,-1.701-1.166 0,-1.442-0.561 1,-1.332-0.226 0,-0.230 1.236 2,0.472 1.870-4,-1.456-2.722 0,0.646-0.302 0,0.372-0.526 1,0.171-0.624 2,3.244 1.697-2,-2.247 0.114-1,-2.238 0.416 1,0.024 1.060 1,1.818-1.404 3,-0.509 0.520-3,-2.575-0.198-2,-0.536 1.254 0</inkml:trace>
</inkml:ink>
</file>

<file path=ppt/ink/ink4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2:27"/>
    </inkml:context>
    <inkml:brush xml:id="br0">
      <inkml:brushProperty name="width" value="0.0529194456206428" units="cm"/>
      <inkml:brushProperty name="height" value="0.0529194456206428" units="cm"/>
      <inkml:brushProperty name="color" value="#cfd0d6"/>
      <inkml:brushProperty name="ignorePressure" value="0"/>
    </inkml:brush>
  </inkml:definitions>
  <inkml:trace contextRef="#ctx0" brushRef="#br0">6174.364 2524.546 767,'0.000'6.160'0,"0.000"0.138"0,-3.401-0.329-5,-3.717-0.345 4,2.919-0.461-1,-0.288 0.691 1,-0.444 0.335 0,-2.081 1.865 0,2.794-3.481 0,-3.147 2.261 1,-0.785-1.366 0,-1.606-1.332 0,-0.152-1.771 0,0.015-1.257 0,1.940-0.880 0,1.859-0.402 0,-0.674-0.251 1,1.426 3.648 0,0.336 3.886 1,-0.095-2.137-1,-1.612-2.597-2,2.789-7.259 1,4.284-1.379 1,0.394-0.158 0,3.151 1.539-1,0.758-1.200-1,1.890-2.918-1,0.585 1.234 1,-1.395 0.507-1,-1.388-0.120 1,0.206 1.334 2,0.721 1.793 0,0.854 0.136 0,1.593-0.998-1,1.009 0.224-1,-0.101 1.303 0,-1.491 0.593 0,-1.971-0.667 1,0.015-1.851 2,3.817-3.960 1,-3.893 3.335-4,-0.106 0.058-1,-0.191 0.431 0,-0.295 0.711 0,3.507-2.426 0,-1.234 3.102 2,-0.707 2.283 2,2.699 1.412 0,-0.666 1.072 5,-14.662 0.374-5,0.968 2.430-1,5.049 2.669-2,-0.136 2.613-1,-1.956-0.484 0,-1.771-2.547 0,-1.076-0.718 2,-1.975 0.905 0,-1.351-0.407-1,0.058-1.620-1,0.544-0.755 2,0.739 0.407 0,0.646 0.786 1,0.746-0.335-1,-0.220-0.799 0,-0.917-0.885 1,-1.099-0.923 0,-0.200-0.547-1,1.898 0.639 0,1.361 2.549 0,3.707 3.518 4,2.461-13.653-2,1.456 0.221 0,4.420 4.847-4,0.394-2.042 1,1.922-1.681-2,0.177 0.615 1,-1.425 1.280 0,-2.300-0.322 2,-1.294-1.374 1,-0.129-0.055 0,4.287-0.549 0,0.239 1.245-1,-0.874-1.783 0,-2.279-2.396-3,-1.154 0.065 3,0.779 2.090 2,1.021 2.481-1,1.289 1.743-1,1.963 1.161 0,1.050 0.692 0,0.038 0.268-1,-1.283 0.019 0,-1.102-0.059 0,1.460-0.035 0,1.865-0.056 2,0.394-0.056-2,-5.845-0.035 0,4.712-0.007-1,-2.669-0.009 1,-0.248-0.005 2,-1.444 0.004 1,0.754 0.007 0,0.587 0.002 0,2.707-0.001 1,-1.472 0.000-4,-1.666 0.000 1,-0.081 0.000-2,-0.831 0.000 0,-12.396 0.000 7,-1.247 0.000-2,-0.949 0.000-4,-1.197 0.000-1,-1.649 0.000 0,0.752 0.000 0,1.029 0.000 1,0.205 0.207 0,0.669 1.243 1,0.860 1.542 0,-0.688 1.383 0,-2.537 0.848 0,5.433-2.478 1,-4.446 2.817-1,-0.410-0.043-3,3.773-3.159 2,-0.114-0.439 1,0.167-0.434 3,0.325-0.393-1,-3.763 0.123-5,1.965-0.755 1,1.601-0.419 3,-1.263-0.331 2,1.784-1.523-1,5.821-4.574-1,0.003-0.021 0,-0.086-1.302 0,2.034 1.308-1,5.959 2.563 0,2.050 1.437 0,0.131 1.127-3,0.426 0.203 1,0.657-2.468 1,-0.390-1.062 1,0.101 0.596 0,-1.308 1.189 0,-1.752 1.151 1,-1.521 0.864-2,1.326 0.541 1,-0.313 0.527 1,-0.009-0.014 1,-13.565-0.226 3,-0.925-0.031-4,-0.723 0.000-2,-1.753 0.000-1,-0.324 0.000 0,0.059 0.693 1,0.446 1.417-1,0.909 1.439 1,0.884 1.148 1,0.656 0.779 0,0.418 0.454 0,0.445 1.073 0,1.992 0.228 0,1.240-0.205 1,-2.071-1.676 1,-3.204-2.007-3,-1.613-1.613 1,0.963-1.107-1,1.626-0.584 1,-0.998-0.350 0,0.158 0.029 0,0.808 0.164 0,-1.438 0.052 0,-0.306-0.271 0,2.570-0.552-1,1.013-2.256 2,5.240-2.896 1,2.800-0.009 0,4.325 3.004-1,-2.423-1.522-1,0.227 0.307 0,1.867 0.567-1,2.521 1.114 0,-0.571 1.336 0,0.397 0.646 0,0.497-1.344 1,-2.440-2.689 1,-0.604-0.133 0,-0.232 1.058-1,-1.559-0.702 0,-1.029-1.404 0,1.632 0.558 0,2.230 1.597 0,1.179 1.662 0,-0.734 1.189 0,0.376 0.548-1,-0.147 0.283 1,0.277 0.115 0,1.177 0.062 0,-2.046-0.042-1,0.177-0.029 1,-1.109-0.091 0,0.254-0.049 0,0.979 0.000 2,-0.045 0.004 0,-0.898 0.002-3,-0.784 0.001 0,0.134 0.000 0,1.175-0.000 2,0.920 0.000 0,-0.104 0.000-1,-0.476 0.000 0,-0.854 0.000-1,-0.643 0.000 1,-0.039 0.000 0,0.210 0.000 0,0.141 0.000 1,-0.601 0.000-1,-12.222 0.000 2,-0.023 0.000 0,-1.527 0.000-2,-0.282 0.000-1,0.420 0.000-1,-1.338 0.000 0,-0.593 0.000 0,-0.581 0.000 0,-0.865 0.000 0,-0.976 0.000 1,5.851 0.000 0,-5.506 0.000 0,1.384 1.134 3,0.616 2.298 0,-0.508 1.687-1,0.463-0.746-1,0.344-1.411 1,0.210-1.306 0,0.612-0.096-1,0.723 1.084 1,0.641 1.266-2,0.296 0.061 1,-0.485-0.870-1,-0.601-1.088 1,-0.504-0.921-1,0.550-0.642 1,0.099-0.332-1,-0.149-0.186 11,0.254-0.158-14,13.846-0.018 7,0.368-0.715 1,-0.143-4.345-7,-1.842-0.821 1,-0.316-1.734-1,1.522 0.521 2,2.081 2.114-2,1.985 1.875 3,1.071 0.448-1,0.215-0.357-1,-0.125-0.609 1,-0.195-0.071 0,-1.670 1.152 0,-1.483 1.195 4,-0.749 0.109 0,1.181-1.092-2,1.406-1.256-2,1.153-0.468 1,-0.598 1.013-1,-0.922 1.245 0,-0.803 1.009 0,-0.551 0.655 1,-1.008 0.347-1,0.940 0.209 1,-0.578 0.040 4,-14.470 2.957 6,-0.496 2.127-12,-1.198 2.314-2,4.160-3.134 3,-0.170 0.324-1,-0.125 0.239 0,-0.087 0.166 1,-0.114-0.258-1,-0.350-0.271 0,-0.381-0.342 0,-0.368-0.357 1,-0.332-0.338 1,-0.280-0.298-1,-0.227-0.248 1,0.981-0.418 0,0.693-0.116 0,-3.067 2.373 0,3.330-0.085 3,2.094 0.219 1,-1.043 0.387 0,-2.372 0.226-4,-1.386-0.121-1,1.240 0.068 0,1.741 0.493 1,0.681-0.203 1,-0.617-1.447 1,-1.125-1.593-1,-1.102-1.313 1,-1.699-0.904-3,0.560-0.631 1,0.870-0.240-1,0.670-0.027 1,0.107 0.051 0,0.269 0.004 0,-0.082-1.160 2,10.318-4.073-1,1.097 1.001-1,-0.463 0.074 1,-2.370-3.144-1,0.578 1.091 0,3.858-0.822-2,2.233 0.258 0,-1.288 0.402 0,-1.780-0.201 1,-0.809-0.826 1,0.013-0.121 0,0.743-0.028 0,0.455 1.688 1,-0.075 2.390-1,-0.169 1.878 0,3.389-2.282 1,1.581-0.590 0,-4.492 1.959-1,-0.047-0.236-1,-0.168-0.275 0,-0.229-0.277-1,3.635-2.202 1,-0.894 1.269 1,-0.494 1.437 1,0.000 1.276 1,0.549 0.932-1,-0.015 0.627-1,-0.792 0.294 0,0.594 0.066 0,2.273-0.035 0,-0.781-0.063 1,-1.803-0.058-2,-1.742-0.042-1,0.486-0.025 0,-0.810-0.021 4,0.064 0.002 1,0.312 0.009-1,0.822 0.002-2,-1.210-0.000 1,0.618 0.000-1,-0.330 0.000 0,0.613 0.000 0,-3.584 7.040 0,-2.453-0.955 1,-0.337 1.420-1,-0.502-1.037-2,-0.190 0.051 0,0.122-0.327 2,0.031 0.124 1,0.006 0.194 0,0.001 0.293-1,-0.004-0.119 0,0.000 0.006 0,0.000-0.135 0,0.000 0.500 1,0.000-0.283-1,0.000-0.159-1,-0.110-0.444 1,-5.250-3.112 0,-0.975-3.069 1,-0.145 0.015 0,-2.017 0.000-2,0.034 0.000 1,1.436 0.000-1,-0.352 0.000-1,2.072-4.511 3,4.891-2.080 0,0.562-1.553 1,-0.016-0.815-3,-0.057 1.093 1,-0.047 0.719-1,-0.033 0.637 0,6.536 2.624 2,2.104 3.293 1,-1.808 0.527-2,-0.567-1.256-1,-0.259-4.768 0,-0.481 0.111 2,-0.269 2.999-2,2.671 0.618 0,-0.754 1.855 1,-0.145 0.903-1,-1.635 4.147 2,-4.778 1.837 0,-0.515 0.888 1,-0.175-0.353-3,0.225-0.391 0,2.860 0.658-1,0.960-1.841 2,-0.008 0.082 0,-0.774 0.575 0,-0.878 0.619 0,0.198 0.938 1,1.934-3.448-1,2.265-4.742 1,-1.651 4.125-1,-4.186 2.676 1,4.230-0.268 0,1.661-2.246-1,-2.446 1.071-1,-2.419 0.986 1,1.373-0.628 0,4.228-3.486 0,0.383 0.774 0,-1.563 2.200-1,-0.076 1.327 0,-2.161-0.553 1,-2.237 1.121 0,-2.107-0.185 0,4.104-1.403 1,3.057-2.964 0,-1.904 3.700 0,-1.003 0.676-2,1.968-2.512 1,1.961-2.298 0,0.328-1.285 0,-1.255 0.812-1,-2.982 5.147 2,-2.797 0.311-1,-0.804 0.417 0,1.061-0.293-1,3.212-0.642 0,0.042-0.495 2,-1.194-0.371-2,-0.886 1.689 0,-1.137 2.598 1,2.199 0.247 1,1.798-0.318-2,1.244-0.233-1,0.528-0.274 1,-1.219-0.020 0,-1.769-0.138 1,-0.461-0.606 1,0.326-0.726-1,0.683-0.475 0,1.192 0.356 0,0.995 0.771 0,-1.037 0.282 0,-1.971-0.210 0,-1.826-0.333 0,-1.190 0.294 1,-0.740 0.713 0,-0.391-0.752 1,-0.104-0.815-3,0.385 0.373 1,4.601-3.738 1,1.820-4.333 1,-0.713-1.971-1,-5.452-3.956-1,-0.452-0.174 0,0.002-0.285 0,0.023-1.189-1,0.020-0.127 0,0.010-1.247 0,0.002-0.821 1,0.000-0.333-1,-0.002 1.477-1,0.000 1.297 0,0.000 0.478 2,0.000 0.137 1,0.000 0.708 0,0.000-2.178 0,-0.646 2.447 0,-1.240-0.750-1,-1.150-0.790-1,-0.820-0.602 0,-0.606 0.876 0,-0.400 2.323 0,-2.814 1.417 3,-0.483 0.882 0,2.442-0.524-1,0.216-0.897-1,0.205-0.462-1,-0.217-0.571 1,-0.419-0.371-1,-0.385 0.929 0,-0.078 1.608 1,-0.091 1.143 0,0.673-0.400 1,-0.945-3.229-2,3.208 0.708 1,0.417-0.610-1,0.193-0.331 0,-1.820 1.273 1,-1.745-0.751-1,-0.675-0.181 1,0.032 0.179 0,0.456 0.381 0,0.671 0.469 0,0.742 0.480-1,-2.748-2.426-2,1.634 0.960 1,0.151-0.171 3,-0.438 0.234 2,-0.192 1.410 0,0.016 1.287-1,-0.255-0.482-1,-1.019-2.212-1,1.019-3.579-1,4.533 3.508 0,0.627-0.541 1,-1.152-3.991-2,-0.535 2.411 2,-0.979 1.838 2,0.426-1.995 1,1.275-2.885-4,1.284 1.366 4,0.833 1.708-7,1.296 13.681 7,-0.503 0.281 0,2.355 1.624-2,0.535-1.892-2,0.843 1.545-1,0.291 1.015 0,-1.148-1.384 0,-0.764 0.697 2,-1.623-0.586 1,5.971-2.060 1,-1.598-1.095 0,-0.008 4.429-3,-2.429 1.060 0,0.054-0.475 1,0.239-1.743-2,0.242-1.733 0,1.529 0.581 0,-1.494-0.597 2,-1.603 0.809 2,1.052 1.470 2,1.115-2.210-4,0.780-0.186 0,-0.727-0.211-1,-0.947 0.205 1,-0.961 0.307 0,-0.795 0.448 0,-0.551 0.352 0,-0.334 0.401 0,-0.236 0.692 0,-0.021-1.693 0,0.156 0.013 0,0.769 2.599 1,1.325-0.699 0,1.285 0.269-1,0.912-0.710-2,0.701-0.719 0,0.569-0.432 1,0.331-0.064 1,-1.034-0.000 0,-1.680-0.164 0,-1.429 0.066 1,-0.992 0.690 0,-0.560 0.456 0,-0.234-0.319-1,-0.064-0.440 0,0.017-0.459 0,1.816 0.969-1,2.572 0.897 1,0.018 0.802 1,-1.019 0.016-1,-0.879 0.382-2,-0.768 0.697 2,-0.761-0.563 0,-0.506-0.323 0,-0.312-0.316 0,-0.134-0.550 0,0.041-2.012 0,-0.049 5.807 1,0.088-5.935-1,-0.027 5.503 1,0.038-1.206-4,0.028-1.351 2,0.016 0.041 2,0.007 1.378-1,0.002 0.630-1,-0.001-0.986 1,0.000-0.947 0,0.053-0.719 0,0.313-2.100 0,2.571-0.639 1,3.610-6.654 1,0.080 0.973 1,0.717 0.065-3,1.737-0.008 0,-2.916-0.002 0,2.665-0.455-1,-1.854-2.700 0,1.713-3.273 0,-3.764 2.136-1,-0.258-0.174 1,-0.401-0.061 0,2.536-4.142-1,-2.432 0.928 1,-0.669 0.886 3,1.745 0.735 3,-0.590 0.573-4,-1.389 0.330 0,2.013 0.152-2,0.377 0.044 2,-1.229-0.011 0,-0.619-2.687-2,-2.619-0.536 0,-1.302 0.175 5,-0.779 14.614-1,-4.379-1.889-2,-1.695-2.800-3,2.332 2.287 0,1.350 2.887 2,-2.761-3.090-1,-0.877-0.230 1,-1.547 1.514-2,-0.305-0.378 0,0.661-1.482 1,1.094-1.227 1,0.396 1.972 1,3.723 2.137 0,0.103 0.794 1,-1.720 0.154-3,-1.092-2.455 0,-3.203-1.306 0,1.201-1.812 2,0.851-1.678 0,4.604-5.988-1,2.345-0.220 0,-0.415-1.619 1,0.019-0.558 0,0.003 1.697-1,0.000-1.090-1,0.000 0.765 0,0.000 0.958 1,0.000-1.536-1,0.000 0.481 1,0.000-1.122 0,0.000 1.594 1,0.000-0.482-2,0.000 0.480 1,0.000-0.391 0,0.000 0.908 0,0.000-0.510 0,3.870 1.930 1,3.082 4.534 1,-0.516 1.541-1,-4.458 5.228-2,-1.963 0.546-1,-0.183 0.213 1,0.087-0.104 0,0.066-0.078-1,0.017-0.022 1,0.001 0.069 0,-0.002 0.852 1,-0.002-1.467 3,0.000 1.347 0,0.000-0.936-2,0.000 1.682-1,0.000 1.524-1,0.000 1.075-2,0.000-0.793 1,0.000-1.761 1,0.000-1.538 1,0.000-0.486 3,0.000-13.110 1,0.000 0.289-1,0.000 0.080-1,0.000-2.421-4,0.000 0.317 0,0.000-1.240 0,0.000-0.534 0,0.000 1.096 0,0.000 1.694 0,0.000-0.979 3,0.000 1.157 0,0.000-1.323 1,0.000-3.014 1,0.000 4.653-3,0.000-0.406-1,0.000-0.170 1,0.000-0.009-3,0.000 0.211 1,0.000-3.676 5,0.000 4.697-8,0.000 12.381 11,0.000 0.036-1,0.000 0.622-4,0.000-0.357-3,0.000 1.509 1,0.000-0.236-1,0.000 0.499 0,0.000 1.767 2,0.000 0.277 0,0.000 0.052-1,0.000-0.394-1,0.000-1.395 1,0.000-1.415 1,0.000-1.108 1,0.000 3.714 1,0.000 1.235 1,0.000-0.891-3,0.000-2.297-2,0.000-0.597 0,0.000-0.201 3,0.000-0.337 1,0.000-12.973-4,0.000 0.019 1,0.000-1.881 3,0.000 0.260 1,0.000-0.829-2,0.000 0.696-2,0.000-2.104 0,0.000-0.019 1,0.000 1.081-2,0.000 1.130 0,0.000 0.567 0,0.000-0.758 5,0.000-3.168-1,0.000 4.408-3,0.000 0.292 0,0.000 0.198 0,0.000-5.022-1,0.000 1.875 2,0.000 1.911 1,0.000 0.589 0,0.000-0.115 1,0.000 0.693-1,0.000-0.713 0,0.000 0.369-2,0.000-0.753 1,0.000 0.294 1,0.000-0.704 0,0.000 0.005-1,0.000 0.137 0,0.000 0.828-1,0.000 0.481 2,0.000-0.282-1,0.000 0.592 1,0.000-1.133-1,-0.683 0.213 0,-6.466 4.135 0,1.105 2.219 1,1.033-3.094-1,4.459-2.401 0,0.848-0.949 0,-0.172-0.572-1,-1.654 0.575 1,-5.227 3.408 0,1.554-0.805 0,1.448-1.486 0,-1.267-1.779-1,-0.109-0.409-1,1.035 0.206 1,1.352 0.517 1,-1.567 0.649 0,-0.692-0.373 1,-0.108-2.260 0,1.765-0.200-3,1.691 1.336 2,0.867-0.120 0,-0.395-0.443 1,-1.561 0.276-1,-1.540 0.080-1,0.190-0.177 1,0.861 0.461-1,-0.904 2.028 1,-1.625 2.095 1,-2.099 1.432 0,1.270 2.566 0,0.356 0.760-2,-0.297-0.727 1,-1.008 0.028 1,0.631 0.000 1,-1.961-0.000-1,1.883 0.000-3,-0.315 0.000 1,-0.143 0.000 1,0.640 0.000 0,-1.524 0.000-1,1.598 0.000 1,-0.319 0.000-1,-1.427 0.000 1,2.180 0.000 0,-0.299 0.000-1,-0.063 0.000 1,-0.086 0.000-1,-0.189 0.000 2,0.504 0.000 0,-0.793 0.000 0,1.145 0.000-1,-0.449 0.000 1,-1.202 0.000-1,-1.006 0.000 1,0.354 0.000 0,1.139 0.000-3,-1.363 0.000-1,0.298 0.000 4,-0.672 0.000 1,2.719 0.000-2,-0.155 0.000-1,-0.094 0.000 0,-0.045 0.000 0,0.298 0.000 0,-1.804 0.000 1,1.301 0.000 2,0.560 0.000-1,-0.893 0.000 0,-1.113 0.000 0,-0.821 0.000-1,2.453 0.000-1,-0.230 0.000 1,0.254 0.000-1,0.481 0.000 1,-1.693 0.000 0,1.102 0.000 0,0.538 0.000 1,-0.074 0.000-1,-0.265 0.000 0,0.074 0.000 0,-0.050 0.000 0,-0.311 0.000 1,0.521 0.000-1,-1.441 0.000 0,-0.276 0.207 0,1.130 2.552 0,1.592 0.938-1,-0.332 0.610 0,0.524-0.866 1,-1.349-0.461 0,-0.674-1.865 0,1.168 0.751 1,5.662 4.404 0,0.404 0.438 1,-0.188-0.342-2,0.008-0.018 0,0.001 0.038 0,0.000 0.114 0,0.000 0.605 0,0.000-0.370 0,0.000-0.328-1,0.000-0.113 1,-4.234-1.130 0,-2.792-4.920 1,0.598-1.738-1,6.092-4.957 0,0.365 0.130 0,-4.830 2.682 0,-1.346 3.664 0,0.065 0.072 0,5.032 6.827 0,1.106-0.001 0,-0.037-0.356 0,-0.015 1.630 0,-0.005-1.064-1,0.000-0.935 0,0.000 0.158 0,0.000 0.505 0,0.000-0.712 2,0.000 0.684 0,0.000-0.625 0,0.000 1.373-1,0.000-1.260 0,0.000-0.144 0,0.000-0.120 0,0.000 0.982-1,0.000 0.606 1,0.000-0.039 0,0.000-1.547 0,0.000-0.046 0,0.000 0.242-1,0.000 0.292 1,0.000 1.570-1,0.000-0.776 1,0.000 0.241-1,0.000 0.007 0,0.000 0.559 2,0.000-0.076 0,0.000-0.239 0,0.000 0.523-1,0.000-0.239 0,0.000 2.542-2,0.000 0.187 0,0.000 0.030 0,0.131-0.253 3,0.245-3.649 0,3.065-1.983 0,2.893-5.823 1,-0.056 0.853-1,0.116-0.019 0,0.260-1.017 0,-2.137-4.164 0,-2.984-0.752-1,-0.853-1.674-1,0.897-0.076 0,2.374 2.219 1,2.086-0.745 0,-2.963 0.550 1,-1.068-2.123-1,-0.936-1.870-1,-0.662-0.825-1,-0.364-0.279 0,0.045 0.628 0,1.146 1.257 1,1.500 0.866 0,1.417 0.201 2,-0.074-0.347 0,-1.247 0.268 0,-1.156 0.657 0,-0.812 0.413 0,-0.536 0.250 4,-0.400 0.329-8,-0.366 12.399 6,0.446-0.003 1,-0.007 0.083-4,0.000 1.764-2,0.000-1.985 0,-0.503 1.641 0,-2.913 1.755 1,-1.918-0.231-1,-0.470-1.228 1,0.255-1.461 1,0.481-1.197-1,0.588-0.696 0,0.130 2.470 1,2.594 0.787 3,1.464-1.332-1,0.643-0.434-2,-0.134 0.639 0,0.021-0.406-1,3.647-1.701 1,0.350-0.155 0,0.000-0.004 1,0.000 0.000-1,1.061 0.889 0,-0.825-0.885 0,0.373 0.360 1,0.507 0.398-1,0.943 0.808-1,-1.856-1.486 0,-0.835 1.164 0,-1.042 1.113 1,-0.373-0.946 1,1.230-0.752 0,3.356-3.221-1,-0.409-2.386 0,-0.230 0.164 1,-0.048 0.324-1,-0.046 0.962 1,-5.693 5.722-1,-0.407-0.040 1,0.058 1.042-1,0.003-1.547 0,-0.001 0.690 0,0.000 0.145-1,0.000-0.648 0,0.000 2.474-1,-0.265-0.785 3,-3.225-2.562-1,-3.608-3.044 1,-0.979-1.832 0,0.310-0.733-2,-0.072-0.121 0,1.789 0.124 1,-0.649 0.039 0,-1.418 0.034 1,0.731 0.057-2,0.377 0.022 1,-0.830-0.009 0,0.970-0.568 0,1.450-3.928 1,3.188-3.463 0,-1.178 0.557-1,-0.166 2.084-1,-0.636-0.551-1,0.042-1.458 1,2.541 1.540 2,1.387-0.732 0,0.522-0.588-1,-0.153 0.217 0,-0.115 0.840 1,-0.017-0.561-1,0.268-0.693 0,2.498 1.473 1,3.486 5.415-1,0.280 0.753 0,1.319-0.323 0,-1.586-0.029 0,1.487-0.000-1,-1.191 0.005 1,0.930 0.002-1,-0.864 0.000 1,0.737 0.000 0,-0.786 0.000 1,-0.405 0.000-1,0.492 0.000 0,0.154 0.000 1,1.139 0.000-1,-0.890 2.721 0,-4.706 4.441 1,2.147-1.437-1,3.161-3.522 0,-1.413-1.610 0,0.093-0.771-1,-0.247-0.050 0,1.011 0.222 0,-0.604 0.012 2,0.205-0.002 0,-0.553-0.002-1,0.231-0.001-1,0.136 0.000 1,-0.357 4.706 0,2.206 3.056 1,-3.943-3.530-2,-0.067-0.009 0,0.104 0.173-1,-0.017 0.056 0,-0.005 0.060 0,0.001 0.057 2,2.848 2.158 1,-0.112-1.799-1,0.288-1.557 1,-1.360-1.052 0,-0.610 1.193 1,-5.250 3.537-1,-0.697 0.094-1,0.396-0.771 1,0.063 1.005 0,0.005-0.366-1,-0.009-0.781-1,-0.815-0.260 1,-3.561 0.518-1,-1.063-1.247 1,-1.183-1.118 0,-0.472-1.466 0,-0.125-1.197-1,-0.112-0.808 1,-0.021-0.490 0,0.024-0.246-1,0.188-0.083 2,0.149 0.002-1,-0.045 0.033 0,-1.747 0.031 0,-0.376 0.049-1,-0.155 0.032 2,0.029 0.017-1,0.485 0.006 0,-0.018 0.001 0,-0.042-0.001 0,-0.549-0.001 0,0.278-0.001 0,0.460-0.001 0,-0.159-0.000-2,0.519-0.000 2,0.571 0.000 1,0.798 0.000-1,13.693 0.000 0,-0.317 0.000-1,1.276 0.000 2,-1.362-0.442 2,-0.076-2.627-1,1.171-1.403-4,0.534 0.354 1,0.714 0.939-1,1.370 1.184 2,0.948 1.046-2,0.507 0.648 1,-1.654 0.333-1,-2.411 0.115 1,0.293 0.060 3,-0.603-0.083-1,-1.143-0.102 1,1.876-0.024 0,1.100-0.007 0,-2.702 0.003-3,1.899 0.000 1,-2.127 0.003 0,0.260 0.001-1,0.866 0.000 1,0.170 0.000 1,-1.327 0.000 0,0.022 0.000 0,1.322 0.000-2,0.405 0.000 1,-0.451 0.000-1,-1.152 0.000 0,0.646 0.000 0,0.143 0.000 0,-0.721 0.000 0,1.450 0.000 1,-1.497 0.000 1,1.057 0.000 1,0.190 0.000-1,0.463 0.000 0,-1.014 0.000-1,0.211 0.000 0,-0.886-0.711-1,-3.615-6.855 2,-2.352 0.743 1,-0.373-0.704-3,-0.015 0.162 1,4.476 1.855-1,1.776 4.699 2,-0.014-1.186 0,-4.189-3.952-1,-2.237-0.969-1,0.219 0.871 1,0.092-1.751-1,4.722 1.837 1,1.989 1.917 1,-2.017-2.696 1,-2.354 0.232-3,-2.693 12.596 2,0.390 0.062 1,-0.014 0.865-2,0.000-0.964-1,-2.063-0.368-1,-3.748-2.821 2,-0.053 0.233 0,2.484 3.590 0,2.393-0.438 0,0.646 0.734-1,-0.222-0.490 0,-0.942-0.671-1,-2.539 1.618 2,-1.351 0.786 0,2.350 2.017 0,1.100 0.826 1,-0.759-4.367-3,-1.277 0.059 0,-0.817-0.566 1,-0.468-0.894 2,0.085-0.861-1,0.136-0.552 0,-4.228 2.763-2,1.226-0.807 2,0.633-1.282 0,-0.574-1.558 1,-0.797-1.362-1,-0.046-0.959 0,0.212-0.494 0,-0.947-0.248 0,-1.217-0.114 1,-0.668-0.010 0,0.135 0.044-2,0.310 0.052 0,0.746 0.043 0,0.771 0.027 0,0.001 0.016 13,2.296 0.008-17,13.609 0.014 9,-0.400-0.019-1,0.314 0.000-5,2.275 0.000 0,-2.363 0.000 0,0.971-1.017 1,0.119-1.960 0,-0.848-1.346 1,-1.767-0.954-1,-0.559-1.912 1,1.652 0.142 0,2.635 2.177 1,2.566 2.160-1,-4.754 1.974-1,-0.146-0.127 0,3.803-2.254-1,-3.506-1.752 4,-1.303 0.486-1,0.096 1.245 1,2.366 0.773-2,-0.601 1.689 0,-0.570 0.731 0,-12.744 0.434 5,-0.615-0.490-5,-0.688 0.000-2,-2.704 0.000 0,-1.555 0.000-1,0.703 0.000 0,1.652 0.000 0,1.650 0.000 4,1.119 0.000 0,-0.169 0.000 0,-1.276 0.000 2,0.120 0.000-1,-1.353 0.000-2,-1.512 0.000-1,-0.255 0.000 1,-0.133 0.000-2,2.158 0.000-1,1.904 0.000 4,-1.320 0.000 1,2.365 0.000-1,-1.739 0.000 0,-0.164 0.000 0,0.411 0.000-1,0.663 0.000-1,0.463 0.000 1,0.509 0.000 0,-1.768 0.000 0,1.139 0.000 0,0.668-0.082 0,0.360-3.153 1,5.608-3.687 0,2.330 0.419 0,5.900 5.182-2,0.392 1.162 0,-2.419 0.196 1,2.288-1.779-1,-2.237-1.568 0,2.069-1.598 2,0.722 0.936-1,-0.073 0.221 0,0.149-1.337-1,-0.920 0.198 1,-0.278 1.004-1,1.966 1.170 2,-2.970 1.818-1,0.302 0.298 0,-0.051 0.233 0,-0.775 0.176 0,4.816 0.108-3,-1.995 0.199 2,-1.637 0.045 2,-0.409-0.023 1,0.415-0.039-3,0.574-0.039 1,0.390-0.030-1,0.223-0.019 0,0.215-0.010 2,0.118-0.005 0,0.767-0.403 0,0.503-2.293-1,-0.713-2.164 0,-1.810 0.324-1,-1.829 1.356 1,0.604 0.870 0,0.098 1.843 0,-8.692 6.801 3,-2.459-2.185-2,-0.343 0.478 1,-0.060 0.162-1,-1.707 1.629-2,1.217-2.366 0,-0.497-0.986 0,-0.929-0.172 0,-1.226 3.598-1,3.834-1.550 2,-0.100 0.247-1,-0.074-0.313 0,-0.053-0.624 1,-4.163 1.788 0,0.152-2.662 1,0.156-1.511 0,1.795 0.487-1,0.530 3.826 6,3.733 0.296-8,3.264-12.562 4,-1.031-0.095 0,6.468-0.911-2,-1.401 3.530-2,1.393-0.847 0,1.311-0.916 0,0.131-0.196-1,-0.286 0.046 1,-0.518 0.189-1,-0.614 0.261 1,-1.196 1.063 2,4.358-2.239 0,-0.653 2.225 3,-1.176 1.893 0,-1.421 1.316 5,1.269 0.830-14,-0.314-0.648 6,-4.406-5.924 3,-2.239-0.160-1,4.698 3.106-1,1.087 3.798-1,-1.544-4.811 0,-4.545-2.375 0,-0.442 0.547 0,-0.024-0.817 0,1.132 0.385-1,4.391 2.982 1,0.744 1.360 0,-1.544-2.711 1,-2.763-1.486-1,3.325 2.782-1,0.907 2.238 2,-1.247-3.551-1,-2.717-2.067 0,2.997 3.968-1,1.528 0.832 1,-2.211-2.261 0,-3.645-1.409 0,-1.006-0.838 0,0.036 0.795 0,0.082-0.223 0,0.058 0.249 0,0.030-1.675-1,0.007 0.723 1,-0.004 0.825 0,-0.004-0.225 0,0.000 0.068 0,0.000-0.780 0,-0.147-0.046 0,-5.932 3.159 1,-1.694 3.794-1,1.046 0.454 0,-0.152 0.011-1,0.785-3.334 1,3.884-4.170 1,1.692 1.278 0,0.432 0.015-2,-1.033-1.786 0,-4.915 3.368 1,-0.218 0.761 1,2.325-2.850-2,0.619 0.146 1,-3.189 3.439 1,1.238-0.611 0,2.128-2.983-2,2.657 0.402 1,0.706-1.695-1,0.001 0.618 1,-0.154 0.899 0,-0.090-0.041 0,0.009 0.264 0,-4.756 2.459 0,-1.464 3.836 1,-0.059-0.123 0,-0.537-0.025-1,0.145 0.002-1,0.356 0.000 0</inkml:trace>
</inkml:ink>
</file>

<file path=ppt/ink/ink4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2:42"/>
    </inkml:context>
    <inkml:brush xml:id="br0">
      <inkml:brushProperty name="width" value="0.0529194456206428" units="cm"/>
      <inkml:brushProperty name="height" value="0.0529194456206428" units="cm"/>
      <inkml:brushProperty name="color" value="#cfd0d6"/>
      <inkml:brushProperty name="ignorePressure" value="0"/>
    </inkml:brush>
  </inkml:definitions>
  <inkml:trace contextRef="#ctx0" brushRef="#br0">6392.364 2997.546 767,'6.080'0.000'0,"0.142"0.000"0,0.274 0.000-3,-0.465 0.000 0,0.873 0.000 2,1.186 0.000 1,-0.147 1.017 0,-2.731 4.165 0,-1.513 1.491 0,0.973-2.708 0,1.198-2.502 0,0.947-1.259 0,0.654-0.388-1,-1.216 3.083 1,-3.314 5.094 1,-2.246-1.435 0,-0.534 0.270-2,1.806 0.897-1,3.722-3.485 3,-0.192 0.389 0,-2.068 2.278 0,-2.106-0.868-3,-1.768-12.052 4,0.447-0.062 0,0.000-0.306 0,0.000-1.510-4,0.000-0.976-1,0.000 2.552 2,0.000-0.437 0,0.000 0.180 0,0.000 0.219 1,0.000-2.039 1,0.000 1.627-1,0.000-0.786 0,0.000 0.682 1,0.000-2.481-1,0.000-1.369 0,0.000 4.702-2,0.000-0.283 1,0.000-0.249-1,0.000-0.208 1,-0.061 0.111 0,-0.350-3.903-1,-0.396 4.073 1,-3.705 2.286 2,-1.836 5.424 0,0.116-1.227-1,0.000-0.021 1,-0.001 0.015 0,1.400 5.518 2,0.482 1.311 0,-1.881-2.547-1,-1.219 0.715-3,-0.353 1.230-1,-0.324 3.276 0,3.909-3.359 0,0.338-0.467 1,-0.010-0.346 0,-0.001-0.588 0,-3.868 2.593 0,0.444-1.263 3,2.313-0.035 1,0.885 0.747-1,-0.912 0.857-1,-0.446-0.358-2,-0.451-0.204 0,-0.209-0.327 1,0.761 0.006-1,1.446 0.643 0,1.499 0.181 2,1.136-0.200 1,0.771-0.378-2,0.480-0.692 3,0.854-13.318 1,5.196 3.678-4,0.109 0.932-1,1.039-1.622-2,0.821-1.691 1,0.138-0.992-1,-0.519-0.398 2,-1.808-0.422 1,-1.300-0.726 0,1.121 1.315 0,-0.015 3.113 2,1.073 1.453-1,1.387 1.082-1,0.227 0.848 0,0.574 0.494 0,0.177 0.246-1,-0.695 0.011 1,-1.945-0.581 0,-0.790-2.074 0,-3.460-3.582 2,-0.851-0.178 0,4.748 3.286-1,-0.298-0.110-1,-2.389-3.026 0,1.344 1.122 0,0.670 1.688-1,0.865-1.491 0,-2.729-2.197 1,-3.072-0.215 0,-0.823-0.053 0,0.193 1.046 0,0.176-1.631 0,0.028-1.215 0,-0.001 0.408 1,-0.003 1.827-2,-0.004-0.464-1,0.000-0.791 2,0.000 0.865 1,0.000-0.842-1,0.000-0.740 0,0.000 2.583 0,0.000-0.162-1,0.000-0.149 1,0.000-0.261 0,0.000-0.240 0,0.000 0.329 0,0.000-1.628 0,0.000 1.695 1,-1.399-0.494-1,-3.329-1.852 0,-0.247-1.193-1,0.761-0.227-1,1.656 2.187 0,1.318 2.083 2,0.794-0.452 1,-0.138-0.442 0,-3.505 0.389 0,-0.385 1.592 0,-1.084 0.924-1,-0.859 1.278 1,0.020 0.427-2,0.360-1.896 2,3.338-3.086 0,-1.147 2.411 0,-2.100 1.885-1,-0.125-2.182 0,-0.912 0.151 0,1.215 0.523-2,0.562-1.535 0,3.096-1.320 3,-4.069 1.728 1,1.546 1.744-1,-0.012-2.056-1,1.983-0.324-1,-1.285-0.486 0,-1.793-0.305 0,1.362 2.860 1,-1.744 0.556 0,-1.021 2.326 1,0.815 1.408 0,0.285 0.109-1,0.037-0.205 0,-0.230-0.284 0,-1.060-2.495-1,-0.310-0.779 0,-1.196-0.708 0,0.831 0.690-1,1.543 1.164 1,-0.650 0.704 2,0.265 1.335-1,-1.388 0.553 1,-1.332-0.097 2,1.629-0.094-1,0.475-0.028-3,0.267-0.015 0,0.384-0.008 0,-4.050-0.003 1,-0.451 0.000 1,1.720 0.001-1,2.033 0.001-2,1.368 0.001 0,-0.518 0.000 2,0.093 1.294 2,1.841 2.479 1,0.280 3.022-2,-0.168-1.510-1,-1.582-3.881 0,0.882 3.643 0,2.925 2.265 1,-2.771-1.900-1,-1.483-4.071-1,1.679 3.323 1,4.729 2.495 0,-4.805-2.360 1,0.674-0.578-1,0.548 0.963-1,0.252 2.576 0,2.344-1.524 0,1.193 0.385 1,0.404 0.721-1,-0.237-0.767 2,-0.119-0.190 0,-0.009 0.811 0,0.006 0.333-1,0.003-1.446 0,0.000 0.268 0,0.000 0.152-2,0.000-0.164 1,0.000-0.163 2,0.000-0.140-1,0.000 0.277 1,0.000 0.258-1,0.000-0.125 1,4.186-1.356-1,1.833-4.112 1,0.594-0.814-1,-0.610-0.283-1,1.063-0.054 0,-1.054 0.098 0,0.345 0.068 1,0.124 0.016 1,-0.031-0.008 0,0.056-0.001-1,0.886 0.000 0,-1.119 0.000 0,0.152 0.000-1,-0.260 0.000 1,-3.010 5.353 0,-3.235 1.188 1,0.082 0.482 0,0.000 1.471-1,0.000-1.997-1,0.000 0.110 0,0.000-0.001 0,0.118 1.044 0,1.412 0.726 2,1.678-1.897 0,2.500-2.898-2,1.445-3.255 1,-0.590-0.830 0,-0.164 0.452 1,0.372 0.066 0,-0.199-0.014-1,0.080-0.000 0,-3.126 5.635 1,-3.690 0.820-1,-1.268-0.608 1,-4.870-5.767-2,-0.062-0.098 1,-0.278 0.020 0,0.414-0.001 0,-1.474 0.000 0,-0.615-0.118-1,0.993-1.385 0,3.080-4.155 1,4.302-1.697 0,0.212-0.462 0,-1.216-1.053 0,-2.203 0.972-1,-1.547 1.211 0,-1.068 0.441 1,1.402 2.023-1,-0.236-0.080 1,-0.129-0.083 0,0.582-0.162 0,0.529-2.287 0,2.418 0.034 2,1.085 0.735-1,0.284-0.258-1,0.056-0.351 0,1.130 0.240 0,4.782 6.144 1,0.037 0.313-1,0.033-0.025 0,0.229 0.002 0,0.568 0.000 0,2.125 0.000 0,-2.294 0.000-1,0.306 0.000 1,-0.408 0.265-1,0.066 3.225 1,-2.219 3.452 1,0.080-3.148 0,3.965-0.849-1,-1.912-2.122-1,-0.098-0.265 1,-0.497 0.768-1,-3.679 4.431 2,-3.057 0.990 0,0.529 0.578-1,0.089-0.624 1,0.005 0.139-1,-0.003-0.754-1,-0.004 1.156-1,-0.003-0.388 1,0.000 0.654 3,0.000-1.170-2,0.000 1.858 1,-0.282 0.007-2,-2.074-2.514 1,-4.011-6.363 1,0.091 0.693-1,0.057-0.021 0,-0.413 0.000 1,0.660-3.511-2,4.731-2.743 1,0.569-2.753-2,0.414-0.448 1,0.235 1.207 0,0.095 1.389 0,-1.028-1.478 0,-2.239 2.289 1,-1.858-0.957 2,0.829 1.439-2,0.616 0.136 1,2.474-0.851-1,1.533 0.109 0,-4.323-3.897-1,1.258 3.224 1,0.053-0.169-1,0.259 0.270 1,0.362 0.514 0,-0.800-4.366-3,1.310 1.466 1,0.724 0.927 4,-0.350 2.230 0,-3.378 0.594 1,-3.581 4.569-2,0.263-0.385 0,0.931-1.405-1,2.144-1.200-2,1.331-3.405 2,2.591-1.284 0,0.906 2.481 1,0.274-2.249 0,-0.091 0.895-1,-5.697 0.906 0,0.837 1.922 1,0.876-0.223-1,0.370-2.779-2,2.077-0.377 2,1.105-0.334 0,0.392 1.871 0,0.057-0.443 0,-0.240 0.340 0,6.341 3.359 1,1.020 2.504 1,1.154 0.359-3,-0.417 0.197-1,-0.797 0.092 0,-0.849 0.030 2,-0.380 0.001-1,1.717-0.002 2,-0.905-0.038 0,1.830-0.020 1,2.086-0.004-2,-0.206-0.001-1,-1.007 0.000-2,-1.034 0.000 1,-1.526 0.001 0,-0.760 0.000 0,2.254 0.000 6,-0.079 0.000 0,0.135 0.000-3,-2.327 0.000-1,0.349 0.000 1,0.008 0.000-1,1.604 0.000 0,-2.106 0.000-1,0.229 0.000 1,0.452 0.000-1,0.373 0.000 2,-0.591 0.420 0,-2.187 3.704 0,-4.964 2.204-1,0.264-0.024 1,-3.884-0.697-2,-0.025-1.265 0,0.009-0.004 1,-1.011-0.444-1,-3.807-2.659 0,0.376-0.841 0,-0.469-0.221 1,0.081-0.129-1,-0.453 0.763 0,1.015 1.594 1,0.926 1.528 0,0.902 0.154 1,0.414-0.859-1,0.215-1.113 1,-0.312 0.083 0,-0.265 1.259 0,-0.198 1.061-2,-0.488-0.557 1,-0.560-1.126 0,0.126-1.130-1,0.445-0.864 1,0.601-0.316 0,-0.024 2.460 1,3.583 3.076 0,-1.370-0.738 1,-3.790-2.721-2,0.605-1.990-1,0.829 0.022 1,0.049 1.776-1,3.544 3.342 2,0.841 0.354 0,-3.939-3.403 0,-0.201 0.430-1,-0.896 1.486-2,0.121-0.432 0,0.207-1.036 1,0.232-1.000 0,-0.257 0.198 1,3.787 3.256 2,3.979 0.979-1,-7.302-0.320 1,1.624-1.919-1,1.493 0.589-2,0.884 1.443 0,1.913-0.314 0,1.121 0.463 1,-0.226-0.344 0,-0.187 0.649 0,-0.002-0.214 1,5.526-1.878 0,3.036-1.746 0,-0.912 1.336-2,0.732 0.124-1,-0.056-1.043 0,-0.443-1.143 1,-1.789-1.134 1,0.180-0.688 0,0.493-0.743 1,2.031 0.106 0,-0.657 0.155 0,-0.595 0.024 0,-1.334 0.013-2,0.826 0.008-1,0.640 0.001 1,-0.550-0.004 3,1.089-0.002 1,1.056-0.001-4,-2.475 0.000-1,-0.208 0.000 2,-0.403 0.128 0,1.350 1.525-1,-1.823 1.784 1,-0.991 1.030 0,0.041 0.714 0,1.532 1.288 0,-1.633-1.795-1,1.072 0.798-1,0.202-0.187 1,-0.104-0.533 0,-0.287-0.708 0,-0.380-0.763 0,3.922 1.279 2,-2.848-1.970-1,-1.218 1.005 3,-6.118 2.956-1,1.073-0.048 1,0.043 0.178-2,-0.015-0.674-1,0.000-12.027 3,0.000-0.467-2,0.000-0.350-2,0.000 0.396 0,0.000-1.213 0,0.000 0.170 0,0.000 0.733 1,-0.044-0.667-1,-0.504-0.504 1,-4.453 4.266 0,-1.360 3.993 1,-0.298-0.350-1,-0.945 0.014 1,1.527-0.000-1,-1.545 0.000 0,1.542 0.000-1,-0.762 0.000 1,-0.296 0.000-1,0.345 0.000 1,0.221 0.000-1,0.230 0.000 2,-0.123 0.000-1,-1.976 0.000-1,-2.703-0.078 0,0.757-0.446 0,3.571-0.500 0,1.561-2.872 1,6.145-2.295 1,-0.554-0.215 0,-0.607-1.709 0,-3.233 1.718 1,-3.014 2.069-2,1.508-1.048 0,2.495-1.997 0,1.803-0.805 0,0.767 0.252-1,0.143 0.152 1,-0.246-0.489 0,-2.625-0.398-1,-1.047 2.601 1,-0.436-0.164-1,0.634-0.309 0,0.854-0.705 2,1.054 0.477 0,0.797-0.557-1,0.935 1.059 0,0.182-0.064-1,-0.234 0.136 2,-0.049-2.499 0,-0.016 2.030 0,-0.003-0.331-2,0.000 0.619 1,-0.001-1.375-1,0.003 1.587 1,1.381-1.259 0,2.574 1.574 0,1.716-0.297 0,0.152 1.437 0,-0.064 2.237 1,1.663 1.570-1,0.410 1.020 1,-0.958 0.051-1,1.870-0.090 1,2.102-0.033-2,-0.416-0.027 0,-1.092-0.017-1,-0.728-0.009 0,0.412-0.005 2,-1.632-0.001 0,-1.329 0.001 1,1.155 0.001 0,0.052 0.002 0,1.169 0.001-1,1.298 0.000 1,-1.020 0.000-2,-1.713 0.000 1,0.620 0.000-1,-0.543 0.057 0,-2.933 4.662 2,-4.483 1.305 1,0.335 0.657 0,0.006 0.029-2,1.370 1.663 0,1.048-2.731-1,0.998-0.302 0,0.582 1.226 0,-0.647 2.705 1,-1.176-0.907 0,-1.023-1.975 1,-0.623-0.105-3,-0.739-0.178 0,0.062 6.229 4,0.115-4.198 2,0.010-0.052-5,0.006 0.028-2,0.005-0.248 1,0.004-0.406 0,0.003-0.291 0,0.003-0.653 2,0.002 4.654 1,0.003-2.275 0,0.000-1.077 1,-0.001-0.037-1,-0.001-0.003 0,-0.001-0.058-1,-0.001 0.039 0,0.000 0.318 0,0.000 0.648 0,0.000-0.682 1,0.000-0.779-1,0.000-0.907 0,0.000 0.014 0,0.000 0.213 0,0.000 0.554 1,0.000 0.639-1,0.000 0.215-1,0.000-0.100 1,0.300-0.418-1,1.201-0.874 1,4.967-4.246 1,-0.314-3.025 1,1.391 0.531-1,-1.525 0.132-1,1.001 0.011 0,0.248-0.202-1,-1.333-1.243 0,-0.549-3.556 1,-2.677-0.412 1,0.858-1.040-1,0.789-0.314-1,-0.635-0.042 0,-1.017-0.219 1,-0.961-0.497-1,-0.905 0.380 1,-0.566 0.435 0,-0.286-3.694 1,-0.041 3.965 0,-0.013-0.433-1,-0.003-0.226 0,0.003-0.076-2,0.007 0.290 0,0.010 0.503 0,-0.023-4.552-1,0.032 2.320 3,0.023 1.291 2,0.015-0.604 1,0.005 1.022-2,0.003-0.596 1,-0.971-0.065-2,-2.021 1.642 0,-1.632 0.389 1,0.505-0.485-1,-0.214-1.323 1,-1.198-0.837-2,-1.030-0.229 0,-0.217 0.591 0,0.122 0.703 0,1.674 1.314 0,1.427 0.152 1,1.373-0.008 1,-0.337-1.789 1,-2.291 2.812 0,-2.217 3.501-2,-0.857-2.543 0,1.935-0.579-1,0.196 0.518 1,0.088 0.963-1,-2.582 0.490 1,-0.531 1.544 0,2.386 0.684 0,-0.137 0.146 0,0.067 0.041 0,-1.164-0.015 0,-4.348-0.033 0,4.942-0.056 0,-0.424-0.007 0,-0.201-0.007-2,-0.326-0.005 0,-0.281-0.004-1,-0.234-0.003 1,-0.336-0.003 1,0.157-0.002 0,0.266-0.001 1,0.319-0.001 0,0.336-0.000 0,0.324-0.000 0,0.267 0.000 0,0.731 0.000-1,-4.158-0.001 1,2.641 0.001 2,1.893 0.001 1,-2.267 0.000 1,-0.590 0.001-1,2.607 0.000-1,0.019 0.000-2,0.178 0.000-1,-2.820 0.000 0,0.195 0.183 1,2.792 2.168 1,3.085 4.544 0,2.659-0.653-1,0.544 1.394 1,-0.096-0.801-2,-0.177-0.705 1,-0.076 0.941 1,-0.011-0.054-1,0.010 1.137 0,0.227-0.694-1,2.045-1.467 1,4.229-5.781 0,0.025-0.406 1,0.754 0.203-1,-0.234-0.004-1,1.823-0.001 0,-0.309-0.001 0,-1.702-0.001 0,0.557-0.001 0,-0.294 0.000 1,0.261 0.000 1,-1.019 0.000 0,1.690 0.000 0,-0.866 0.000-1,-0.994 0.000 0,1.526 3.714 0,-2.820 0.948 0,-0.500 1.688 0,-1.278 0.870 0,-1.159 0.412-1,-0.602 1.231 0,0.313 0.095 1,0.750-1.307-1,0.797-1.279 0,0.509-0.905 1,0.635 1.715 0,-2.215-0.561 1,-1.482 0.081 3,-1.071-13.390-1,0.368 0.621-1</inkml:trace>
</inkml:ink>
</file>

<file path=ppt/ink/ink4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3:32"/>
    </inkml:context>
    <inkml:brush xml:id="br0">
      <inkml:brushProperty name="width" value="0.0529194456206428" units="cm"/>
      <inkml:brushProperty name="height" value="0.0529194456206428" units="cm"/>
      <inkml:brushProperty name="color" value="#cfd0d6"/>
      <inkml:brushProperty name="ignorePressure" value="0"/>
    </inkml:brush>
  </inkml:definitions>
  <inkml:trace contextRef="#ctx0" brushRef="#br0">6215.263 2688.799 767,'0.000'6.058'0,"0.000"0.145"0,-6.520-2.164-5,-1.035-0.643 5,-0.041 0.768-3,0.034-0.414 1,0.411-0.968 1,-0.037-0.936 1,0.373-0.909 0,0.289-0.725 1,-0.158-1.943 0,3.538-4.911 0,3.329 0.338 0,0.086-0.004-1,-0.133-0.453 0,-0.046-3.745-1,-0.061 3.856-1,-0.008-0.951 1,-0.007-0.365-1,-0.007-0.146 0,-0.004 0.007 0,-0.004 0.107 1,-0.002 0.187 0,-0.001 0.317 1,-0.001 0.344-1,0.000 0.338 1,0.000 0.310 0,0.000 0.271 0,0.000-0.995 0,0.001-0.218 1,0.000 0.158-1,0.000 0.387 3,0.001 0.506 0,-0.001-4.015-3,0.002 1.546-3,-0.081 0.802 5,-0.466 2.062 0,-2.890 0.891 0,-3.244 5.734-1,-0.389 1.850 1,0.628 3.037-3,1.385-2.183 1,-1.429-0.067-1,0.263 1.648 1,2.277 1.385-1,1.330 2.773 2,-0.775-0.740-2,-0.219-2.729 0,-0.720-0.653 0,-3.105 3.346 2,1.077 1.161-2,3.028-3.227-1,-0.026 0.206 2,-0.162 0.051-1,-0.059 0.847 1,0.408 0.563 0,0.517 0.607 0,0.565-0.116 0,0.495-0.325-1,0.438-0.512 0,0.365-0.586 1,-0.879 2.831 0,-1.369-3.124 4,-1.580-1.417-2,-0.608 1.481 1,3.306-0.099-2,7.724-4.392 0,0.835-2.607 0,0.233-2.891-2,-1.757-1.442 1,1.988-0.996-1,-0.149-3.114 0,-3.771 3.501-1,-0.107-0.154 1,-0.060 0.053 0,-0.024 0.182 0,3.500-4.674 0,-2.301 4.527 1,0.470-0.251-1,0.291-0.101 1,1.605-1.529 1,-0.241 0.502-2,-0.457 0.667-2,-0.545 0.708 1,-0.551 0.669 1,3.812-3.833 3,-4.183 3.723-1,-0.253-0.112 0,-0.449 0.083 0,2.023-4.170 1,-1.510 2.075-3,-0.009 2.151 0,2.709 1.885 6,-1.245 8.838-2,-4.232 2.988-4,-1.525-2.380 1,-4.147 0.727 0,-0.637-2.950 1,-1.385 2.571-1,2.092-1.658-1,0.020 0.119-1,0.162-0.193 1,0.234-0.367 0,-2.992 3.460 0,-0.353 0.971 0,2.343-2.177 0,-0.319 0.529 1,-0.065-0.001 0,0.098-0.333 0,-0.263 0.267 0,0.000-0.031-3,-0.017 0.042 1,-0.024 0.084 0,-0.029 0.101 2,-0.027 0.103-1,0.595 0.343 1,-0.183 0.987-1,-0.228 0.691 1,-0.243 0.450 6,-0.235 0.263-3,0.252-0.527-6,0.150-0.271 0,0.230-0.377 0,0.271-0.424 0,0.281-0.429 0,0.289-0.276 5,0.629-0.833-1,0.658-0.857 0,0.631-0.814 0,-0.678 3.643 3,1.602-2.745 7,3.703-15.833-4,0.470 3.303-7,0.982-1.124-2,0.761-0.628-21,0.563-0.261 40,0.395-0.004-20,1.712-0.368 0,0.186 0.544 0,-0.483 0.642 0,-0.861 0.651 1,-1.124 1.350 6,0.021 0.341 1,0.213 0.260-6,0.328 0.191 1,0.135-0.106 0,-0.006-0.301 0,-0.100-0.414 0,-0.157-0.466 1,1.314-1.457-2,0.563-0.115 1,0.662 0.083-1,-0.368 0.390 1,-0.763 0.372-1,-1.023 0.400 1,-1.102 0.384 0,-0.047 0.364 1,0.613 0.322 0,0.974 0.269 1,1.120 0.215-3,0.593-1.635 1,-0.167-0.974-1,-0.490-0.563 0,-0.646-0.263 5,-0.686-0.057-4,-0.738 0.721-2,-0.605 0.983 0,-0.517 1.121 0,2.876-1.797 2,-1.216 2.441 4,-0.464-0.608 3,0.188 0.752-6,1.928 0.962-1,-2.233 8.017 1,-5.146 2.780 2,-0.157-1.137-4,0.029 0.666 0,0.047 0.201 0,-0.654 2.956-1,-1.348 0.864 2,-1.313-0.999 0,0.036-3.567-2,-0.618 1.014 0,-0.060 0.691 2,0.294 0.434 1,0.623 0.100-2,0.516 0.586-1,0.523 0.591-1,0.491 0.550 1,0.472-0.618 2,0.333-0.434-1,0.274-0.629 0,0.216-0.715 0,0.164-0.120 1,0.108-0.014 2,0.076-0.229 1,0.051-0.361 0,0.037 0.197-1,0.015-0.092-1,0.001-0.007-3,-0.009 0.049 0,0.002 1.294 2,-0.021 0.020 0,-0.021-0.037-1,-0.021-0.068 1,-0.019-0.144 0,-0.013 0.456 0,-0.011 0.547-1,-0.007 0.559 1,-0.006-1.204-1,-0.003-0.112 0,-0.002-0.212 1,-0.001-0.266-1,-0.001-0.285 0,0.000-0.479 2,0.000-0.580-1,0.001-0.611 0,-0.003 4.635 1,0.397-2.705 2,6.378-12.249 4,-3.961-1.736-6,0.034-0.247 0,0.397-0.860 1,0.677-1.388-3,0.775-1.383-2,-1.791 4.055 2,0.432-0.518-1,0.426-0.492 0,0.395-0.443 1,0.349-0.382-1,0.442-1.095 1,-0.438-0.013-1,-0.633 0.139 1,-0.704 0.224-1,-0.693 0.259 2,-0.553 1.643 1,2.038-3.814 1,1.299 2.312 4,1.557-0.803 0,-3.099 3.490-7,-0.185-0.265 0,-0.401-0.062 0,1.597-5.047-1,-0.566 1.533 3,0.905 3.189 2,0.612-1.548-1,0.513-1.389 0,-0.199 0.328-4,-1.415 0.877 0,-1.525 0.626 0,-1.361 0.569 3,-7.105 8.939 1,2.332 3.489-1,0.104 0.045 0,-0.801 2.715 0,-0.847 3.727-4,1.670-5.268 2,-0.340-0.388-1,-0.269-0.815 0,-0.202-1.014 2,0.180 0.913 1,0.403 0.739 1,0.509 0.570-1,0.534 0.419 1,0.340-0.156-4,0.137-0.231 0,0.027-0.362 0,-0.045-0.416 0,-0.086-0.417 1,-0.106-0.385 1,-1.869 4.807-1,0.769 0.310 1,1.826-4.961 0,0.148 1.032 0,0.262 0.057 1,0.224-0.089 0,0.180 0.275-1,0.140 0.476 2,0.102 0.560-1,0.068-0.601-1,0.041-0.386-1,0.025-0.556 1,0.014-0.623-1,0.065 4.895 1,-0.019-0.722 1,-0.034-2.015 0,-0.030-14.508-2,-0.039-0.254 3,1.536-3.223 3,0.334 3.449-4,0.767-0.425-2,0.707-0.181-1,0.613-0.013 0,0.255-1.387 0,0.248-1.346-1,0.143-1.081 1,0.065-0.831 7,0.226-0.900-7,-0.077 0.127-2,-0.114 0.401 0,-0.128 0.538 1,0.102 0.100 2,-0.107 0.645 2,-0.094 0.592-1,-0.076 0.508 1,-1.262 2.614 0,-0.348 0.477 0,-0.391 0.455-1,1.220-4.907 2,-1.398-0.169 4,-0.697-2.285-5,-0.438 6.004-1,0.392 0.338-1,0.448 0.425 0,1.784-3.912 1,-0.622 2.148 1,-0.955 1.731 0,-0.508-1.496 2,-1.224 0.495-1,-0.502 0.719 2,-0.282 13.654-1,0.391 0.183-3,-0.235 2.037-3,-0.373-2.234 1,-0.428 1.212 2,-0.433 0.668-2,-0.405 0.270 0,-0.390-0.064-1,-0.458 0.160 0,-0.437 0.127 1,-0.393 0.097 0,-0.337 0.070 1,-0.276 0.048-2,-0.219 0.031 2,-0.394 0.463 0,0.056-0.394-1,0.141-0.481 1,0.181-0.497 0,0.192-0.467 3,0.200-0.140 0,0.189 0.075 0,0.167 0.204 0,0.141 0.268-1,0.111 0.287-1,0.357-0.138 0,0.450-0.299 0,0.485-0.412 0,0.471-0.451 8,0.423-0.439-16,0.361-0.398 9,0.291-0.485-1,0.075 4.488 2,0.484-1.939 0,0.164-1.647 2,0.030-0.072-1,0.398-0.887-2,5.573-3.542 2,-1.774-6.922-2,-1.183-2.000 0,-1.573 0.398-2,1.264-3.049-1,-0.772 3.372 1,0.230-0.393-1,0.185-0.438 1,0.102-0.332 0,0.041-0.240-1,-0.002-0.164 1,-0.028-0.103 0,-0.045-0.056-1,0.096-0.967 1,-0.410 0.256 0,-0.455 0.341-1,-0.440 0.361 1,-0.392 0.341 1,-0.327 0.298-1,-0.259 0.244 1,-0.194 0.191-1,-0.138 0.141 1,-0.091 0.098 0,-1.417-10.552-1,-0.909 3.006 1,-0.661-1.204 2,-0.421 0.039 0,-0.235 0.846-2,-0.098 1.314-3,-1.101 1.340 1,-0.639 1.136-3,-0.277 0.983 2,-0.021 0.816 10,0.146 0.651 6,-1.924 0.414-16,-0.926 1.294 1,-0.557 1.290-1,-0.283 1.182 12,1.080 1.167-8,0.393 0.704-3,0.497 0.571 0,0.532 0.446 0,-0.208 0.343 1,0.308 0.272 3,0.201 0.169 1,0.119 0.092-2,0.059 0.037-2,0.259 0.237 1,-0.029 0.370 0,-0.055 0.420 0,-0.067 0.421 0,-0.070 0.391 0,-0.054 0.711-1,0.376 0.690 1,0.456 0.675 0,0.470 0.612 0,0.442 0.524 0,0.849 0.160 0,0.125 0.266 0,0.049-0.165 0,-0.007-0.446 0,-0.200-0.132 1,-3.276 3.479 1,0.817-1.710-2,0.724-1.161 0,0.512 1.914 0,-0.266 1.503 3,-0.721 1.154-2,3.174-4.811-2,-1.378 4.738-2,1.948 1.346 4,1.592-5.410 0,-0.018 5.484 1,0.554-1.234-3,0.264-1.801-2,0.071-1.425 4,0.036 1.387 1,-0.105-0.736-1,-0.083-1.302 3,-0.069-12.701-2,-1.233-0.414 0,-4.681 0.085-5,-0.006 2.412 1,-1.132 1.121 0,0.154 1.178 1,0.753 0.923 1,-1.596 0.566 0,1.157 0.499-1,-0.515 0.084 3,0.198-0.037 1,13.254-0.101-1,-0.483 1.354 0,-5.354 4.719-3,3.063-0.586-1,2.361-3.155 2,1.741-1.112-1,-1.327 0.176 0,0.343 4.073 0,-4.291 0.849 2,0.135 1.083-2,3.905 0.426 0,2.209 0.119 2,0.525-1.674-5,-0.557-2.321 2,-1.123-1.903 2,0.575-1.229 1,-1.173-1.254 1,0.733-0.126 0,-0.261 0.582-1,-1.666 2.356-1,-2.136 2.978 1,1.788-0.132-1,1.613-1.691 0,-1.753 0.250 0,-5.114 2.670 0,-3.164-0.894 0,-3.412-5.427 1,-0.268-0.301 0,-0.700 0.075-2,-1.377 0.019 0,2.256 0.007 0,-1.004 0.001 0,-1.199 0.001-1,-1.129 0.000 1,0.387-0.000 0,1.468-0.000-1,1.423-0.000 3,0.271-0.000 0,-0.314 0.000 0,-0.475-1.762 1,1.309-3.800 1,1.133 1.826-3,-0.483 0.318 0,-1.063-1.029-1,-0.871-1.213 0,-0.571-1.014 0,0.193-1.206 0,1.874-0.513 0,0.801 0.426 1,-0.405 2.222 0,0.078 1.739 2,-0.008-0.594 0,2.688-1.354-2,2.610-0.559 1,0.889-0.396-1,1.604-0.129 0,2.817 3.575-1,1.875 3.829 1,1.089-0.149-1,0.619-0.126 0,2.782-0.042 0,-5.410-0.037 0,0.195-0.006 0,-0.525 1.248 0,-0.123 0.707 0,-0.170 0.308 0,-0.187 0.030 4,5.054 1.744-1,1.641 1.086-5,-4.035-0.094 0,0.638 1.191 7,0.329 0.900-4,-1.040-0.723-3,-0.419-0.520 0,-0.525-0.766 1,-0.557-0.867 0,-1.401-1.264 0,4.295 1.258 7,0.018-1.774-1,0.095-1.570 0,-1.187-0.639-3,-2.386 1.524-1,-0.563 3.725 2,-0.529-0.819 0,1.918-2.045-2,-0.578-1.914-1,0.974-0.505 1,0.758-0.235 0,0.139-0.084-1,0.715-0.026 1,0.041 0.011-2,-0.786 0.032 1,-1.200 0.033 1,0.118 0.020 0,2.016 0.013 2,0.199-0.336-1,-2.103-2.010-1,-2.145-2.497 0,0.532-2.476 0,1.429-1.776-1,-3.218 4.350 0,0.125-0.012 1,3.127-3.339-1,0.430 0.102 0,-1.257 0.809 1,-1.356-0.233 0,-1.244-1.043 1,-1.631 0.391 0,-1.139 0.415-1,-0.706 0.554 1,-0.339 0.633-1,-1.340-0.046 0,-4.032-0.923 0,-2.799 0.354 0,-1.303 0.230-1,0.306 0.266-2,4.327 3.117 3,-0.381-0.063-1,-0.469-0.077 0,-0.486-0.079 1,0.823 0.713 0,0.035 0.303 0,-5.101-1.568 0,4.516 2.486 0,0.103 0.472 1,-5.334-0.155 1,0.622 0.946-1,1.853 0.450-1,0.204 0.176 0,0.556 0.938 0,2.062 1.789 1,1.482 1.561 1,-0.078 1.532-1,1.239-0.963-1,-0.440 1.142-1,-0.428 1.112-1,-0.356 0.525 1,-0.282 0.120-1,-0.213-0.139 1,-0.181-0.260-1,-0.146-0.312 2,-0.111-0.318 0,-0.053 0.152 0,-0.014 0.428 0,0.013 0.563 0,1.434-1.616 0,0.429-0.121 0,0.495-0.204-1,0.515-0.251 1,0.045 1.150-1,0.743-0.703 2,-0.184 4.112 2,1.482-2.341-2,0.751 0.366 1,0.307-0.204 6,4.018-16.280-6,2.405-0.339-5,0.391-0.588-1,-1.001-0.493 1,-3.259 4.254 1,0.354-0.741 2,0.531-0.874 0,0.619-0.911-1,0.257-0.543 0,-0.191 0.060-1,-0.413 0.344 1,-0.536 0.512-1,-0.583 0.593 1,1.175-1.611 0,0.689-0.840 3,0.498-0.665 2,-0.075 0.491-1,0.040 0.342-4,-0.064 0.547-2,-0.129 0.646 0,-0.564 0.731 1,-0.557 0.358 2,-0.624 0.253 1,-0.631 0.168-1,-0.596 0.100 1,0.044-0.241 0,0.227 0.443 0,0.449 0.497-1,0.559 0.495 1,0.588 0.458 0,3.351-3.003-1,-1.343 0.760 1,-1.234 0.097 1,1.129-0.006 0,2.087 0.210-2,0.962 0.488-1,-2.815 2.137 0,-12.265 1.690 8,2.323 9.710-4,0.554 4.986-5,0.317-3.347-1,-0.696 0.516 0,-0.577-0.039 0,-0.483 0.573 0,-0.385 0.901 1,-0.292 1.028 2,0.790-1.068-1,0.438-0.017 0,0.560-0.192-1,0.602-0.294 1,0.682-0.858 0,0.491-0.289 1,0.436-0.260 1,0.372-0.225-1,0.308-0.188 1,0.245-0.151 0,0.188-0.118 0,0.139-0.088-1,0.253 2.521 1,0.260-0.614-1,0.232-1.292 1,0.196-1.582-1,1.315 2.620 4,1.677-3.950-3,4.415-6.533-2,-0.012-3.914 5,1.132-3.604-2,-3.770 3.105-3,0.126-0.380-1,-0.406-0.235 0,0.222-0.154 3,0.591-0.092 0,0.768-0.045-2,0.366-0.460 0,0.087-0.677 0,-0.091-0.754 0,-1.379 1.101 0,-0.276 0.084 0,-0.284 0.209 0,-0.274 0.281 1,0.026-0.337-1,-0.073-0.370 2,-0.008-0.517 0,0.538-1.769-1,-0.186-0.814 0,-0.228-0.720 0,-0.236-0.603-1,-0.477 1.340-1,0.017 0.972 1,0.082 1.245 0,0.118 1.337 0,0.135 1.305 1,0.136 1.194 1,-0.099-0.353 0,3.128-3.982 1,-2.693 0.894 10,-2.348 1.072-13,-0.502-0.605 0,2.554 2.615 2,0.691-2.202 2,-2.673 0.477-3,-6.648 11.169 0,0.626 0.499 1,0.229-0.314-1,-0.482 0.910 0,-0.574-0.375 1,-1.400-0.176-3,0.691 2.646-13,1.937-2.703 29,-0.200 0.659-14,-0.169 0.443-1,-0.111 0.247-1,-0.028 0.018 0,0.014-0.101-1,0.040-0.172 1,0.055-0.207 1,0.061-0.215 1,-0.639 0.862-1,-0.615 0.592 1,-0.710 0.721-1,-0.711 0.743 1,0.282-0.311-1,0.403-0.176 0,0.623-0.361 1,0.718-0.453-1,0.726-0.479 1,0.677-0.460 0,0.682 1.005 1,0.433 0.759-1,0.357 0.165 1,0.285-0.242 1,0.220-0.499-1,0.170 0.011 1,0.126-0.774-2,0.077-0.757-2,0.038-0.690 0,0.655 3.843 6,0.743-4.124-1,3.270-2.280 0,2.426-4.864 0,-1.503-2.485-3,0.254-1.409 0,-0.894 0.307-1,1.474-1.605-1,1.395-1.503 0,-0.712 0.400-1,0.048-0.498 1,-0.174-0.337-1,-0.307-0.208 1,-0.074-0.577 0,-0.482-0.006 2,-0.478 0.070-1,-0.439 0.112 1,-0.608 0.595 1,-0.351 0.279-1,-0.299 0.290 1,-0.244 0.278-1,-0.191 0.251 1,-0.276 0.661-1,-0.151 0.562 0,-0.129 0.596 1,2.840-3.852 0,-0.154 0.919 2,-1.224-2.250-1,-2.974 4.227-2,-0.410-0.769-1,-0.394 0.426 1,-0.252 0.160-1,-0.203 0.341 1,-0.072-5.002-1,-0.320 2.092 3,-0.126 0.775 1,-0.106-0.017-1,-0.163 1.343 0,-5.464 5.807-1,-0.168 1.346 0,-0.150 0.000 0,0.050 0.000-1,0.023 0.000 0,-0.060 0.000 1,0.104 0.000-1,0.054 0.000 0,-0.042 0.000 0,-0.122 0.000-1,-0.021 0.000 1,0.213 0.000 0,-0.192 0.000 0,0.141 0.000 1,-0.018 0.000-1,0.009 0.000 0,-0.050 0.000 0,0.066 0.000 0,-0.223 0.000 1,-0.581 0.000-2,0.736 0.000 1,-1.543 0.000-1,0.395 0.000 2,0.474 0.000-1,0.390 0.000-1,-0.021 0.000 0,-1.291 0.000 2,0.425 0.000 0,-0.056 0.000-1,0.646 0.182-1,0.253 2.283 0,-0.574 2.881 0,1.590-0.184 1</inkml:trace>
</inkml:ink>
</file>

<file path=ppt/ink/ink4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3:55"/>
    </inkml:context>
    <inkml:brush xml:id="br0">
      <inkml:brushProperty name="width" value="0.0529194456206428" units="cm"/>
      <inkml:brushProperty name="height" value="0.0529194456206428" units="cm"/>
      <inkml:brushProperty name="color" value="#cfd0d6"/>
      <inkml:brushProperty name="ignorePressure" value="0"/>
    </inkml:brush>
  </inkml:definitions>
  <inkml:trace contextRef="#ctx0" brushRef="#br0">5835.263 2952.799 767,'4.594'4.323'0,"-0.147"-0.140"0,0.000 0.001 0,1.298-1.172-7,1.971-1.522 8,-0.578 2.139-2,-0.577 1.384 0,-1.664 0.692-1,-1.836 0.196 2,-0.075 0.734 0,1.856 1.180 0,1.846-1.093 0,0.114-2.298 0,-1.552-0.513 0,-0.447 1.405 0,1.274 1.244 1,1.604-0.030-3,1.156-0.293 0,0.134 0.206 1,-0.622 0.483 0,-2.152 1.048 2,-0.923 1.298 0,0.340 0.044 0,0.023-1.220-1,-1.273-2.801 0,0.721-1.363 0,0.886-4.634 1,0.035 0.600 1,-12.246 0.118 1,0.002-0.011-1,0.538-3.225-2,-1.286-2.836-2,-0.485 0.707 1,-2.482-0.790-2,4.623 2.991 1,-4.296-2.695 0,2.028 0.804 0,1.854 0.704 3,-0.461-0.983 0,0.596 2.188 0,-1.295 1.450 1,1.178-1.320 1,1.248-4.304-3,-1.781 3.348 1,-1.396 0.260-1,-0.107 0.305-2,0.415 0.243-1,0.509 0.156 1,1.232-7.079 2,3.550 3.677 3,0.485 0.005 0,0.431 0.381-4,-0.134-4.198-2,0.884 2.529 1,0.547 0.007 0,0.314 0.974 5,-0.329 0.473 1,5.358 2.872-1,2.371 2.878-2,1.631 0.292-2,-0.706 0.162-1,-1.462 0.070 0,-0.938 0.017 0,-0.308-0.010 2,0.316 0.206 2,1.271 1.278 0,1.330 1.486-4,0.900 0.974 0,-0.439-0.546 1,-1.013-1.143 0,-2.269 0.021 2,-0.527 4.182 2,-2.297-0.457-1,0.836 0.546-2,1.496 0.868-2,1.115 0.477 0,-0.370-1.529 2,-0.299-1.868 0,-0.425-1.840 1,2.594-1.091 0,0.404-1.551 0,-1.241 2.310-1,-4.095 3.959 2,-1.995 3.323-1,0.136-3.105-2,2.861-0.728-1,1.040 0.168 2,-2.831 1.044 2,-0.996 0.460-2,-0.239-1.385-1,2.001-0.279 0,4.631-3.116 3,0.840-2.691-2,-1.313-0.402 0,-13.676-0.030 3,-0.966 0.405-1,-1.680 0.001-5,0.342 0.000 1,-1.008 0.000 1,-0.720 0.000-2,-1.656 0.000 0,5.128 0.000 3,0.279 0.000-1,-4.897 0.000 1,2.373 0.000-1,2.065 0.000 2,0.866 0.000 0,-0.031 0.000 0,-0.534 0.000 2,-0.667 0.000 0,-1.903 0.000-4,-1.602 0.000 0,0.236 0.000-1,1.327 0.000 0,-0.278-0.282 1,-0.159-1.711 2,0.435-1.888-1,0.735-0.174 0,0.793 0.825 0,0.873 0.872 5,12.828 1.166-1,0.519 1.185-2,0.564 0.007-4,2.837 0.001-1,-1.907 0.000 2,-0.569 0.000 0,-1.398 0.212 0,-0.456 2.679 0,-2.099 3.137 3,1.512-1.050 0,2.850-2.339-2,0.905-1.933 0,-0.792 0.042-1,-0.247 1.325 1,-2.029 1.337 0,0.417 3.338-1,-2.028-1.462 1,0.383 0.288 0,0.207-0.093-1,0.059-0.253 1,-0.016-0.258-1,0.259-0.689 1,2.894-0.464 0,0.710-1.818 2,-1.622 0.083-2,1.031 0.961-1,0.474 1.656-1,-0.306 2.147 1,-0.445-0.554 1,0.362-1.154 1,-0.932-2.194-2,-0.751-1.618 2,2.042-0.954 1,-0.469-0.654-1,-0.917 0.011 0,0.537 0.103-1,0.800 0.096 0,-1.560 0.057 0,-0.260 0.016 0,0.548 0.011 0,-0.440 0.004-1,0.240-0.011 0,0.306-0.004 1,0.581 0.001 2,-1.050 0.000-2,-0.364 0.000-1,-0.330 0.000 0,0.444 0.000 2,0.407 0.000 0,-0.724 0.000 0,-0.038-1.578-1,0.150-3.814 0,0.894 0.557 0,-0.960 2.486-1,0.477 0.938 0,-0.825-0.042 1,0.167-2.957 0,-0.777-1.612 1,1.702 2.182 0,1.097 2.090-1,-1.956 1.180-1,-0.168-0.431 0,1.122-1.893 1,-1.588-1.282-1,0.384 1.230 1,5.988 0.706-1,-5.695 1.435 1,4.761-0.239-1,-2.581 0.569 0,-0.025 0.346-1,-2.436 1.742 1,-6.419 4.807 6,0.527-0.012 0,-8.192-5.149-4,0.347-0.808-1,-0.941-0.243-2,-3.339-0.137-1,5.498-0.064 3,-0.104-0.011 0,0.025-0.007-2,-0.313-0.005 0,0.226-0.001 0,0.262 0.000 0,-3.781-0.007 3,1.269 0.007 3,-0.531 0.006-3,3.582 0.007 0,-0.216 0.001-1,0.007 0.001 0,-1.029 0.000 1,-0.438 0.000-3,-0.027 0.000-1,0.237 0.000 4,-1.413 0.000 1,-0.688 0.000-4,-0.334 0.000 0,-0.086 0.000 4,0.076 0.000-2,0.173-0.000-3,0.421 0.000 1,0.791 0.000-1,0.861 0.000 1,0.833-0.000 0,0.524 0.000 4,-5.135 0.000 7,3.103-0.775-7,0.444-1.655 0,0.149-1.010-2,-0.063 0.124 0,-0.103 0.648 0,-0.063 0.786 0,-0.084-0.111 0,-0.116-1.208 1,-1.408-1.574-2,1.154 0.765 0,1.230 1.304 1,1.085 1.214 1,-2.295 0.670 0,1.087 0.843 3,14.889 0.495-1,-0.593-0.519-3,-0.805-0.001-2,1.707 0.000-1,1.422 0.001 1,1.778 0.001 1,-5.001 0.001 0,0.301 0.000 0,0.249 0.000 0,0.198 0.000 0,0.150 0.000 0,1.284 1.871-1,0.711 1.320 1,0.722 0.869 5,0.665 0.520-1,-1.646-0.815-5,-0.100-0.279-1,-0.192-0.404 0,-0.240-0.462 1,-0.260-0.472 0,-0.556 0.775 2,-0.445 0.620 1,-0.460 0.447-1,-0.441 0.302 8,-0.481-0.284-6,0.042-0.245-2,0.173-0.370-1,0.252-0.438-1,0.685-0.343 1,0.317-0.505 1,0.289-0.467 0,0.253-0.413 0,0.333-0.334 0,-0.117-0.309-1,-0.222-0.243 1,-0.278-0.183 0,-0.297-0.132-1,-0.291-0.089 1,0.511-0.090 0,-0.966-0.033-1,3.243-0.176 1,-3.265 0.094 2,0.894 0.034 1,-0.497 0.208 0,1.309 0.029 0,1.581 0.006-1,-0.594 0.000-5,-1.155-0.002 2,-1.103-0.002 5,-0.580-0.001-8,-12.665-0.005 9,0.061-0.212-1,-0.123-4.575-5,0.765 1.109-2,-1.636 0.089 0,-1.637-1.400 2,-0.990-1.881-2,4.843 2.765 2,0.086-0.203 0,0.172-0.090 0,0.239 0.009-1,0.269 0.073 1,0.269 0.110 1,-0.392-0.144 1,-4.198-2.275 0,0.749 2.688 2,-0.431 0.617 0,-1.435-0.535-4,-0.082-0.565-1,0.851-0.552 1,1.194-0.389 0,0.210-0.970 2,0.706-0.179 0,-0.695-0.159 0,-1.256-0.497 0,1.507 0.303 0,-2.131 1.661-2,3.284 3.175-1,-1.439-0.357 1,-0.181-0.516 0,0.183-0.724 0,0.400-0.804 0,-0.055-0.957 0,0.427-0.403 1,0.382-0.210-1,0.310 0.703 1,-0.409 0.600 1,-0.570 0.730 0,-0.736 0.124 0,0.082 0.087-1,0.276-0.107 0,1.205 0.075 0,0.943-0.220 0,1.017-0.239 1,-3.108-2.830 0,-1.099 1.582 2,-2.065 0.657-4,0.452 0.078 1,1.395-0.014-1,1.285 0.962 1,0.673 1.117 0,0.742 0.906 7,12.508 1.348-3,0.489 0.523-4,1.125-0.077-3,1.623 0.254 1,-2.060 1.589 2,0.154 1.871-1,-0.235 1.439-1,0.183 1.304 1,1.024 0.404 1,0.125-1.961 0,-1.565 1.136 1,0.153 2.036 1,-2.664-2.577-10,0.039 0.102 15,-0.007-0.059-9,-0.033-0.152 0,-0.425-0.216 2,-0.624-0.236-1,1.454 4.291 1,-1.407-2.435 2,0.687-2.268 1,0.933-1.048-1,1.202 0.741-1,2.120 0.887-3,0.330-1.290 1,-1.910 2.264 1,-2.104 2.005 2,-1.933 0.675-2,-1.568-1.329-2,-1.027-0.428 1,-1.048-0.678 1,0.584 0.281 0,-6.043-4.638 2,0.146-2.071 0,-2.516-4.043-1,-0.985-3.478-2,4.857 3.423 0,0.069 0.255 0,-4.438-2.486-3,1.170-0.164 4,0.521 0.358 2,-1.695-0.266-1,2.644 2.394-2,-0.453 0.214 0,0.278 0.253 1,-0.027-0.119-1,0.056-0.192-1,1.155 0.487 1,0.191-0.115 1,0.200-0.115 0,0.195-0.110 0,0.155-0.321 1,-2.911-4.268-1,1.882-0.002 0,-1.105 1.506 1,-3.442 1.746 0,3.868 2.489-1,0.179-0.291 0,-0.005-0.438-1,0.374-0.231 1,0.384-0.176-1,0.359-0.126 1,-1.412-0.303 0,-0.480-0.073 1,-0.021-0.041 0,0.259-0.017 0,1.211 0.840-1,0.375 0.426-1,-4.122-1.611-2,1.074 1.745 13,1.364 1.263-14,14.077 2.432 9,-0.752-0.650-17,-0.100 0.112 26,2.075 2.670-18,-1.593 1.236 3,1.504 1.269-1,1.134 0.444 0,0.814-0.132 0,0.432-1.273 0,-1.881-0.948 2,-2.283 0.425 1,-1.860 1.232 3,-0.436 1.162-6,0.369 0.317 5,2.842 1.616-4,-2.951-4.001 1,0.148-0.333 0,4.459 2.375 0,-3.804-2.843-1,0.778 0.470-1,0.553 0.283 1,0.366 0.141 5,0.219 0.037-4,0.583 0.087-3,-0.292-0.514 1,-0.429-0.619 0,-0.483-0.640 0,-0.501-0.133 1,0.030 0.380 3,0.160 0.604 0,0.234 0.712-1,0.897 0.756-2,-0.118-0.273 0,-0.238-0.564 1,-0.780-0.576-1,-0.366-0.171 2,-0.358-0.066 1,-0.326 0.006-1,-0.301 0.070-1,4.201 3.752 1,-0.476 0.335-1,-0.146-1.452 1,-0.287-2.171-1,-1.179-1.856 1,1.000-1.149-1,-1.985-1.073 1,0.564-0.237 0,-0.134 0.221 0,-0.492 0.169 1,-13.295 0.064-2,0.635-0.015 0,-0.310-0.003 0,-2.584-0.001 0,0.258-0.000-1,-0.543-0.764-1,-1.349-1.574 0,5.184 0.549 1,-0.240-0.192 0,-0.066 0.016 1,-0.003 0.137-1,-0.604 0.035 0,0.351 0.310 1,0.426 0.313 1,-5.864-0.616 1,5.298 0.611-2,-0.053-0.381 1,0.168-0.424-1,0.976-0.698 0,-0.148-0.548-2,-0.235-0.209 0,-0.284 0.038 1,-2.305-0.987 3,-0.639-0.154-2,-0.542-0.161-2,0.549 0.302 0,0.153 0.079 2,0.278 0.118-1,0.339 0.135 0,0.353 0.135 1,1.221 0.698-1,0.434 0.399 1,0.424 0.439 0,-5.478-1.262 0,1.572 1.604 6,2.093 1.260-3,1.708 0.484-3,-2.028-2.142 1,2.043-1.372 0,-0.384-1.564 0,0.327-0.572-1,0.591 0.341-1,0.361 1.440 0,-2.743 0.520 1,-0.829-0.912 2,0.881-0.063 2,1.341 0.681-6,10.805 8.563 4,0.381-0.010-1,-0.324-0.285 0,0.450 0.442-2,2.622 2.623-1,0.963 0.962-1,-4.005-4.004 2,0.048 0.047 0,0.017 0.017 0,3.046 3.047 0,-0.350-0.351 0,-0.448-0.448 2,0.021 0.022 0,1.284 0.929-1,1.056-0.985-1,-0.457-2.504 2,-1.484-2.032-1,0.807-1.207 1,-0.367-1.219 0,-2.669 4.044 1,-0.827 2.290 0,0.499-1.583 0,0.696 1.830-4,-2.638-0.587 1,0.410-0.386 0,4.383-3.621 3,-2.035 1.989 0,-1.824 2.984-2,3.235-3.038-1,-0.398-2.222 1,0.668-0.576-1,-0.614 0.224 0,0.797 1.551-1,-2.146 1.068 2,0.360 1.824-1,1.989-2.096 2,-0.651-1.349 0,-2.150 3.692 1,0.619-0.104-2,2.445-2.765 0,-0.754-2.062-1,0.383-0.479 1,0.112-0.255-1,-0.012-0.129 0,-0.892-0.034 0,1.653-0.031 2,-1.173 0.078-1,1.974 0.053 1,-0.873 0.031 0,0.279 0.007-2,-0.104 0.001 0,-0.236-0.001 0,-0.848-0.001 2,-0.876-0.001-1,1.688-0.001 0,-0.900-0.001 0,0.614 0.000 0,-0.164 0.000 1,0.063 0.000-1,-1.445 0.000 0,0.373 0.000 0,-0.380 0.000 1,0.266 0.000-1,0.938 0.000 1,-1.249 0.000-1,0.734 0.000 0,-0.580 0.000 0,0.037 0.000-1,-0.001-0.447 2,2.101-2.590-1,1.501-1.298-2,1.494 0.572 0,-5.270 2.316 1,-0.117 0.338 0,0.051 0.262 0,0.005 0.230 0,0.348 0.178 1,-0.124 0.172 1,-0.155 0.128 0,3.177 0.075 0,-0.449 0.123-1,3.762 0.083 1,-5.154-0.071-1,-0.654-0.296-1,-0.081-0.457 0,-0.233-0.538 0,-0.319-0.555 1,4.088-1.841-1,-0.827 0.234 1,-3.696 1.593 1,4.798-0.761 0,-1.714 1.241 0,-1.050 0.743 0,0.453 0.401-1,0.139 0.236 0,-0.564 0.075 0,-1.774-0.012 4,-12.403 0.031-1,-1.666-0.165-2,-0.831 0.000-3,-2.818 0.000-1,5.602 0.000 1,-0.445 0.000 0,-0.411 0.000 0,-0.358 0.000 0,0.646 0.282 2,0.627 0.449 0,-3.532 2.338-1,1.640 1.740 4,1.192-0.803 1,-3.725-0.154-2,4.458-1.542-2,-0.037 0.326 0,-4.294 1.568-3,-0.654-0.877 1,-1.105-1.009 0,5.909-1.534 2,-5.469 0.126-1,0.664-0.603 2,1.825-0.344 0,1.830-0.110 1,-1.307-0.060 0,1.167 0.078-2,-0.347 0.085 0,-2.155 0.023 2,-0.820 0.014-2,1.627 0.008-3,1.923 0.002 2,-0.718 0.001 1,0.919-0.003 1,-0.770-0.002 0,1.809-0.001 0,-1.547-0.000-1,-2.330 0.000 0,3.271 0.000-1,-0.048 0.000 0,0.210-0.000 0,0.359 0.000 0,-4.974 0.000-1,1.674 0.000 3,1.501 0.000-1,1.864 0.000 6,12.310 0.000-2,1.149 0.000-2,-0.819 0.000-4,4.780 0.000-1,-5.220 0.000 2,5.112 0.000-1,-0.975 0.000-1,-1.165 0.000 4,0.235 0.000 0,0.962 0.000-2,0.851 0.000-1,-5.111 0.000 2,4.752 0.000-2,-2.309 0.000 1,-2.118 0.000 3,2.396 0.000 0,1.270 0.000 0,0.276 0.000 0,-1.428 0.000-4,-1.433 0.000 0,-1.221 0.000 2,2.080 0.000 1,-0.600 0.000 1,-0.495 0.817 0,-5.018 4.928-1,-2.633 0.741 0,0.396 0.217-1,0.010 1.713 0,-1.149 0.581-1,-2.205-2.220-1,-1.044-1.822 2,-0.465 1.068 1,1.228-0.308-1,-3.988-1.342 1,2.203-1.720-1,-0.605 0.056-1,-0.289-0.124-1,-0.058-0.238 0,0.103-0.301 0,-0.148-0.224 0,0.452-0.370 1,-4.428 0.470 2,1.896-1.002 0,0.926 2.389 0,0.399 0.935 4,0.260-0.769-4,-0.380-0.996-2,-0.172-0.951 1,0.452-0.765 0,0.563-0.495 0,-0.424-0.280 0,-0.644-0.118-1,-0.731-0.014 0,-0.700 0.028 0,0.094 0.042 1,0.668 0.037-1,1.598 0.024 2,-1.868 0.012 0,0.624 0.008 0,0.635-0.002 0,-2.192-0.001-2,0.265-0.001-1,0.470-0.001 1,0.832-0.000 1,-0.636-0.000 1,0.396 0.000 0,1.532-0.601 0,0.902-2.406 1,3.621-3.816-1,2.243-0.930 0,0.173-0.029-3,-0.238 1.018 1,-0.149 0.596 2,-0.042-0.131 0,1.643 0.105-1,3.092-2.203 1,2.831-0.028-4,0.317 1.484 1,-0.813 1.235 0,-1.242 1.051 1,-1.125 0.727 1,2.813-2.681 0,2.271-0.472 1,-4.388 3.900 0,5.046-1.356-1,0.968 1.704-2,-5.373 1.959 1,5.523-0.082 1,-1.506 0.692 0,-1.649 0.346 0,-1.471 0.113 2,-0.598 0.006-1,0.128-0.036 1,0.667-0.054-1,0.493-0.051-1,-0.575-0.036 0,1.468-0.022-1,-1.877-0.009 1,0.765 0.003 0,-1.132 0.004 1,2.032 0.001 0,-1.813 0.001-2,0.393-0.654 1,-0.959-2.857 0,-0.896-0.729 0,0.903-1.384 0,0.375-0.656-1,-0.075 0.571 0,-0.555 1.708 0,1.790 1.031 2,-0.849 1.501 0,0.277-2.278 0,-2.051-0.005-1,2.502-0.978 0,0.057 2.075 0,-0.106 1.655 0,-0.198 0.863 0,0.275 0.298 1,1.161 0.015-1,-1.220-1.819 0,-2.774-3.478 1,0.984-0.128 0,0.148 1.842-2,0.846-0.848 0,0.185-0.817 0,-0.330-0.325 0,-0.327-0.156 0,-0.229 0.188 1,0.136 1.285-1,0.264 1.540 1,0.488 0.018 1,0.503-1.517 0,-0.403-0.525-1,-1.330 0.979 0,0.326 0.594 0,0.423 1.984 0,-0.012 1.325 0,1.318-0.181 1,0.508-0.080 1,-1.259-0.045-3,0.466 0.061 0,-2.584 3.899 1,-4.863 2.708 2,0.069 0.578-1,-0.135-0.118-1,-1.575-1.195-1,-1.813 0.567 0,-3.364 4.090-1,3.104-3.666 1,0.221 0.732 1,0.101-0.096-1,0.018-0.619-1,-0.037-0.908 0,-0.070-1.027 1,-1.500 0.899 1,0.165-0.832 2,-0.368 0.058 0,-0.180-0.029-2,-0.524 0.355 1,0.044-0.085-2,0.122-0.102-2,0.165-0.106 1,0.181-0.101 1,0.178-0.091 0,0.165-0.078 0,0.096 0.169 1,0.771-0.381-1,-1.896 3.436 0,2.882-1.479 4,1.760 0.657 8,2.900-13.779-8,-1.272-0.729 1,0.182 0.644-6,2.289-1.033-1,0.891 2.071 2,0.563-0.338 0,-0.672 0.051 0,-1.007 0.127 1,0.581-2.363 1,0.986 0.830-1,1.164-0.346 0,-0.525-0.722-1,2.061-2.271 2,-2.428 5.327-3,0.170 0.799 0,3.904-2.066 0,-2.087 1.008 3,-2.287-0.339 2,-1.854-0.806-2,-1.021-0.558 0,0.473 0.387-1,1.057 0.676-1,1.020 0.653 1,0.229 0.328-1,0.003-1.775 1,-2.182 0.489 2,-0.166 0.510-1,2.749-0.688-1,0.212 2.172 0,-0.381-0.186 0,-1.554-2.777 0,-1.328-1.201 1,-0.800 0.766-2,-0.326 1.256 1,-0.162 12.979 4,-1.306-0.215-2,-3.163-0.937-4,-0.984 0.537 0,-1.454 1.193-1,-0.769-0.147 2,-1.794 0.163-1,4.254-3.486 2,-3.293 3.409-2,1.720 2.139 1,3.788-3.468 0,0.210-0.243 1,-2.919 3.657 0,-1.022-1.215 3,-0.558-0.809-1,0.768-1.021-3,0.033 0.089 1,-0.159 0.319 0,1.294-1.567 0,-0.119-7.028 3,7.282-4.396 0,6.508 3.758-2,-2.071 0.301-2,0.279-1.085 0,-0.759-1.382-1,-1.744-1.407 1,-1.218 0.552 1,1.297-0.241 2,4.780 1.430-1,0.991-0.949-2,-4.614 2.004 0,0.729-0.843 0,-0.364 0.272 0,-0.436 0.521-1,3.628-1.788-1,-1.626 2.082 4,-0.840-1.750 3,-3.091-0.852-2,2.083 2.124 0,0.271 0.021-2,-1.807-3.557 1,-2.340 1.153-1,-0.563-0.340-1,0.758-0.620-1,3.265 3.397 3,2.236 3.001 0,-3.536-6.884 0,2.247 2.487-1,0.219 0.526-1,-2.146-2.168 4,-2.632 12.904-2,-7.060-3.196-1,0.498 1.037-1,1.946 3.438-2,1.764 0.042 2,-1.177 1.805 1,-1.840 0.824-2,1.684-4.231 1,-0.360 0.510 0,-0.285 0.484 0,0.509-1.075 0,-0.015-0.228 0,0.019-0.330 0,-3.129 3.986-1,-0.576 0.587 3,2.726-3.561 0,-0.439 0.016 1,-0.435-0.244-1,-0.392-0.381-1,0.607-0.408-2,0.489 0.231 0,0.638 0.362 1,0.686 0.418 0,-0.237 0.391 1,-0.396-0.715 1,-0.642-0.949 0,-0.734-1.006 1,-3.257 1.349-2,1.701-0.805 1,2.144-0.089 1,1.985 3.658 0,2.262-0.215-1,2.311-0.323 0,3.288-4.159-1,0.756-3.814 0,2.551-2.644-1,-0.759-0.396 0,1.188-1.159 0,-0.613-0.647 1,-1.059-0.318-1,-0.896-0.059 0,-0.561 0.093 1,-0.287 0.126 1,-0.077 0.028-1,0.330-0.363 1,0.276-0.085-1,-0.081 1.304 0,-0.217 1.673 0,0.768 0.136 1,2.558-2.947-1,0.302-1.247 0,-0.571-0.675-2,-2.244-0.161-1,-2.839 0.501 3,-0.893 0.329 2,1.124-0.319 0,1.435 0.655-2,0.736 2.127 1,0.091 2.033-1,0.000 1.446 1,-8.591 6.817 0,-1.917-1.286 1,0.001-0.001-1,-0.972 0.738-1,0.118-0.422-1,-0.112 0.232 0,-1.242 1.433 0,0.164-0.832 0,-0.365-1.194 0,-0.262-0.999 1,1.161 0.768 0,1.933 1.505-1,1.673 1.510 1,-1.039-0.287-1,-0.717 0.529 3,-0.492-0.413-1,-0.981-1.438-1,-1.141-0.128-1,1.373 0.241 1,1.564 1.363 1,1.741 0.590-1,-0.556-1.096 0,-1.983-2.290 1,-4.426-1.065 0,1.518-2.606-1,-0.207-2.104-2,3.572-3.991 3,4.088-0.879 0,0.058-0.920-2,-0.187 0.161 0,0.205-0.776 0,1.572-0.134 0,1.620-0.086 0,0.070 0.117 1,-0.569-0.277 0,-0.881-0.269 0,-0.553 0.091 0,1.184 1.719 0,2.286 1.333 2,2.285-2.080-1,0.183-1.465-2,-0.629 0.918-2,-1.109 2.481 2,1.346 1.399 1,-0.280-2.714 1,-2.519 1.853 0,0.336-0.559-1,0.770-0.677 0,0.071 0.431 0,-0.047 0.708-2,-0.120 0.834 0,-0.252 0.054 0,-0.736-0.154 3,1.942-5.774 1,-2.207 0.954-1,-0.177 2.116-1,0.466 2.289 8,0.685 1.342-10,-11.420 4.567 5,-0.101-0.486-1,0.479 3.954-3,1.520-0.502-1,-1.369 1.660 0,-1.047 1.289 1,-0.812 0.774-1,-0.348 1.897 1,4.572-3.511 0,0.621-0.055 0,0.628-0.397 2,-0.562 3.928 0,1.598-2.346-3,0.906 1.358 3,0.434-2.624-1,0.045 0.065 3,-0.021 0.207-1,-0.040 0.936-3,-0.059 0.480 1,-0.047-0.031 0,-0.031-0.984 0,-0.019 1.436 0,-0.009-1.013 0,0.004 1.307 0,0.004 0.866 1,0.003-0.476-2,0.001 0.355 0,0.000-0.102 1,0.000-0.309 0,0.320-1.515 0,1.312-0.813 1,4.437-3.915 0,1.005-3.221 0,-0.038 0.481-1,0.659-0.072 0,0.930-1.726-1,1.434-2.036 0,-0.395-1.265-2,-1.104-0.595 1,-1.147 0.028 2,-0.953 1.273-1,-0.655 1.615 1,-0.435 0.074 2,0.050-3.126 2,0.372-1.516-2,0.217-1.195-5,-1.865 1.243 1,-1.830 1.437 1,-1.126-2.512 3,-1.116-1.793-1,-0.123 4.141 0,-0.027-0.426-1,-0.016-0.157-2,0.000 0.487 0,-0.069-4.241-1,0.051 2.891 2,0.032 0.144 3,0.065-0.322 0,-0.018 0.380 1,-0.821 0.723-1,-4.953 5.208-1,-0.210 1.720-1,-0.924-0.149 0,0.450 1.038 1,1.705 4.114-1,-0.945-0.948 0,-1.927-0.883 0,-0.179-1.176-1,2.245 1.862-1,-0.744 1.820 3,-0.240 0.937 0,0.084 0.321-4,1.073-1.008 1,0.200-0.149-1,0.197-0.209 1,0.181-0.234 0,-0.062 0.009 2,0.191-0.288 1,0.174-0.272-1,0.151-0.242 1,-0.309 0.598 0,0.118 0.344 0,0.101 0.442-1,0.081 0.461 0,-0.477-0.830 0,-0.563-0.156-1,-0.217-0.247 0,0.023-0.290 3,0.182-0.299 0,0.252-0.287-2,0.191-0.184-2,0.176-0.137 0,0.155-0.096 1,-0.475-0.016 2,-0.136-0.564 0,-0.189-0.625 0,-0.208-0.614 0,-0.204-0.558-2,-0.133 1.282 1,0.300 0.771 0,0.399 0.430 3,0.426 0.185-1,0.405 0.020-1,-3.844 3.316-5,3.534-3.747 3,-0.539 0.057 0,-1.032 0.105 0,-0.348-0.490 1,-0.208-0.589 0,-0.104-0.605 0,-0.031-0.566-1,0.313-0.490 1,0.612-0.421 0,-4.015-0.037-1,2.571-0.736 2,-0.363-0.428 2,0.700-0.006-1,0.903 0.155 0,-0.467 0.066-1,-0.904 0.052-1,-2.324 0.031 0,-0.505 0.017 0,0.572 0.008-2,1.287 0.002-1,1.269-0.000 3,0.909-0.002 2,0.297-0.002-1,-2.123-1.382 0,1.773-0.748 0,-0.954-0.292-1,-0.653 0.015-1,0.995 0.255-1,0.224-0.094 0,0.371-0.123 0,0.446-0.134 1,0.468-0.133-1,-0.231-0.319 2,-3.888-1.921 2,2.186 1.715 0,0.053 1.507 0,-3.856 0.963 1,4.817 0.563-2,-0.329 0.093-1,0.440-0.200-2,-0.276-0.377 0,-0.276-0.472 0,-0.260-0.508 0,-1.531-0.604 1,-0.153-0.033 1,-0.037 0.160 0,0.038 0.267-1,0.427 0.312 1,0.633 0.315 0,0.711 0.291-1,0.701 0.252 1,-4.085-0.741 3,0.078-1.064 0,-0.932-1.325-4,5.730 1.775 1,-4.410-1.314 0,1.738 1.116 0,-4.776 1.022 1,5.106 0.829 2,-0.332 0.125-1,-0.020 0.095-4,0.187 0.070 0,-0.672 0.055-1,0.373 0.035 1,0.391 0.017-1,0.369 0.005 2,0.324-0.003 2,0.671-0.010-1,0.512-0.010 1,-4.783 0.021 0,3.172-0.467 3,3.723-4.172 1,9.354-1.328-3,0.141 0.860 0,-0.373 0.190-2,-0.190-1.233-1,0.123-1.402-1,3.620 0.472 1,-3.016 3.689-1,-0.222-0.065 2,3.109-3.106-1,-1.500 1.532 2,0.158 1.169 0,0.467 0.502-1,0.236 0.062-1,0.206-0.205 0,0.685-0.333 0,0.522 0.640-1,-0.611 0.944 3,-0.596-0.829 2,0.700-1.495-2,2.428 0.235-2,-4.692 2.630 0,0.150 0.358 1,-0.116 0.331-1,-0.267 0.284 0,4.510-0.209 1,-3.370-0.608 1,-1.743-2.765 2,-0.754-0.905-2,1.430 2.552 2,1.717 0.747-3,1.094 0.789-2,-0.618 0.639 1,-1.078 0.325 0,-0.610 0.151 1,-0.241 0.063 0,-0.413 0.006 0,1.851 0.003 1,-1.392 0.195-1,-1.806 4.075 2,-5.164 1.988-1,-3.616-1.240 0,-4.861-4.350 0,-0.270-0.582-3,-2.169-0.153 0,0.449-0.085-1,0.277-0.026 2,4.427 0.029 1,-0.349 0.002 0,-0.166 0.003 1,-0.035 0.003 0,0.054 0.003-3,-0.187 0.003 1,-0.139 0.003-1,-0.176 0.003-1,-0.188 0.002 2,0.460-0.252 1,0.207-0.408 1,0.285-0.490-1,0.320-0.516 1,-0.255-0.493 0,0.440-0.038 0,-4.669-1.685 0,0.846-0.287 1,0.589-1.665-1,2.106-2.756-1,4.387 3.158 0,-1.532-4.312-1,-0.192 1.467 0,-0.965-0.534 2,1.621 0.797 2,1.474 0.641-3,1.052-0.594 0,1.683 1.252 0,2.922 1.352 0,3.691 3.772 2,0.974 1.859-2,-1.166 0.000-1,0.799-0.057 0,-0.351-0.077-1,-1.269-0.064 1,0.753-0.038 2,-0.159-0.040 1,-0.235 0.004-1,4.360 0.001 1,-3.336 0.003-2,0.668 0.000-3,0.434 0.000 1,0.252 0.000-1,0.671 0.000 2,-0.599 0.000-1,-0.778 0.000 1,-0.816 0.000 0,4.939 0.000 4,-5.365 0.000-2,0.719 0.000-1,0.032-0.253-1,-0.436-0.410 1,-0.725-0.491-1,4.301-2.688 0,-1.476-1.374 5,-0.389-0.603-3,0.812-0.182-3,-4.096 3.334 2,0.483 0.417-1,0.472 0.432 0,0.430 0.411 0,0.371 0.366 1,-0.139 0.136-1,-0.765 0.008 1,3.476-1.221-1,-3.963-0.651 4,-0.793-2.632 1,1.132 0.926 2,0.909-0.466-5,0.517-1.641-4,-3.029 2.138 1,0.677 0.126 2,0.661 0.461 0,-0.318 0.255-1,-0.565-0.060 0,2.572-3.757 0,-1.570-1.351 4,-3.150 3.476-2,0.778-1.119-3,0.286 0.452 1,0.307 0.778 0,-0.245 0.621 0,2.696-3.619 3,-2.470 0.691 1,-2.024 0.232-2,-1.336-0.259-1,-0.819-0.040 0,-0.387 0.234 0,-0.113-0.013 0,0.028-0.149 0,0.076 0.596 1,0.045-1.281-1,0.097 0.496 0,0.048 1.227 0,-0.003-0.732 1,-0.009-0.181-1,-0.004-0.664 1,0.000 0.673-2,0.000-0.124 0,0.000-2.727 0,0.000-1.132 1,0.000-1.369 0,0.000 5.006-2,0.000 0.054 1,0.000 0.357 1,0.000 0.539 1,0.000-0.216-3,0.000 0.090 0,0.000 0.289 3,0.000 0.405 1,0.000-1.975-1,0.000-0.373-3,0.000 0.038 1,0.000 1.213 3,0.000 0.502 0,0.000 0.557-4,0.000-4.589-1,0.000 1.694 4,0.000 0.816 1,0.000 0.808-1,0.000 0.745 1,0.000 0.624-2,-0.302-1.729 1,-4.854 4.240 0,-0.969 3.771 0,-0.525-0.166 0,-1.353 0.005-1,1.290 0.000 0,-0.764 0.000-2,-0.200 0.000 1,0.706 0.000 1,0.367 0.000-1,-1.287 0.000 1,-1.106 0.000 0,0.231 0.000 0,0.581 0.000-1,0.561 0.000 1,-2.340 0.000 0,-1.082 0.000 1,0.268 0.000 0,0.709 0.000-4,1.069 0.000 2,1.227 0.000 2,0.980 0.000-1,-1.941 0.000 1,0.229 0.000 0,2.871-2.127-1,8.005-5.877 3,0.777-0.619-2,-1.463 1.615-3,-0.257-0.510 1,0.974 0.931 0,1.688 1.272 0,1.689 0.220 2,1.899-0.435-1,2.994 0.738-1,-4.383 2.980 0,0.586-0.007 0,-0.045-0.145 0,-0.237-0.276 0,-0.339-0.335 0,-0.509 0.026 1,4.312-1.829 1,-1.662 1.389 0,2.063 1.304 2,0.395 0.927-2,-1.224 0.555 0,-1.360 0.263-3,-0.375 0.089 0,0.815 0.010 4,0.532-0.041 0,-0.316-0.047-2,-0.713-0.037-1,-0.666-0.023 0,-0.057-0.011 1,0.139-0.004 1,-0.246-0.001 1,-0.460 0.001-3,-0.910 0.001 1,1.511 0.001 0,-1.378 0.251 0,-1.630 5.033 1,-2.508 1.074 0,3.044-1.295 0,1.863-4.570-1,-0.318-0.677-1,0.252 0.061 1,1.085 0.041-1,-0.779 0.041 1,-0.105 0.022-1,-0.742 0.227 1,0.318 2.787 0,-2.339 2.581 1,0.753 1.845 0,0.819 0.613-3,0.473-0.148 0,-0.014-0.671 2,0.249-0.206-1,0.431 0.158 0,0.276 0.130 1,0.746 0.674-1,0.320 0.294 1,-0.405-0.396-1,-1.328-1.303 1,0.258 0.273-1,0.810 1.564 3,-2.130-0.678-1,-2.226-0.864 0,-0.734 0.742 0,2.778-3.785 1,0.754-4.419 0,1.070 0.528-1,-0.710 0.088-1,1.058-0.006 0,2.168-0.002 0,-0.441-0.107-2,-2.449-0.617 0,-1.293-1.689 1,-3.799-3.748 3,-2.345-1.636-1,0.329 0.661-1,0.182 1.045 1,0.060-0.490-2,0.036 0.190 0,0.018-0.496 0,-1.322-0.361 2,-2.476 2.233 0,-3.523 1.665 0,-1.740 2.282-1,2.669 1.019-1,0.079 0.221 1,-0.112-0.296-1,-0.474-4.309 0,2.160-1.389 3,-3.518-1.413-2,0.141 0.440-2,1.491-0.168 0,1.513-0.244 2,-0.116 1.417 0,-0.193 2.498 2,-3.344 1.168-1,1.112 0.645-1,-0.614-1.603 0,0.495-1.576-1,2.333-0.466 1,1.409-2.413 0,2.001 1.297 0,-3.324 2.472 2,-0.257 0.969 0,-0.883-1.085-3,0.358-0.956-1,0.479-1.260 0,0.575-1.017 1,0.486-0.686 0,-3.218-0.257 0,-1.080 0.980 3,0.774 1.086 0,1.323 0.861-4,1.698-2.598-1,2.489 0.440 6,2.073 0.463 0,6.465 4.400-1,0.567 2.811-2,-0.034-0.405 0,-0.452 0.269 1,-0.474 5.001-1,-4.023 2.306 0,-1.214-1.383 0,0.500 0.176-1,1.453 0.182 0,1.400 0.129 0,-0.041-0.258 1,-0.899-0.528-1,-0.458 4.126 1,-1.682 2.993 0,-0.470-5.214 1,-0.075 0.513-3,-0.049 0.319-1,0.227 0.664 1,0.379 0.572-1,0.450 0.127 0,0.462-0.168 5,0.436-0.344 3,0.137-0.416-7,-0.065-0.432 0,-0.189-0.411-1,-0.254-0.366 1,-0.278-0.311 3,-0.272-0.459 0,-0.249-0.520 0,-0.215-0.521-1,0.049 4.955 3,-0.433 0.448 2,-0.173-5.216-5,-0.033-0.050-1,-0.085 5.104 0,-0.002-1.970 0,0.031-1.856 2,0.335-1.146 0,0.430 1.262 0,0.479 0.397-1,0.470-0.166 0,0.424-0.496 0,-0.161-0.175-1,-0.084 0.150 0,-0.177-0.178-1,-0.226-0.381 3,-0.242-0.488 2,0.104 1.001-2,0.257 0.237-4,0.366-0.103 2,0.409-0.313 3,0.388-0.407 0,0.346-0.436-3,0.294-0.423-1,0.238-0.384 1,0.224 1.566 1,-0.416 0.378 1,-0.551-0.047 0,-0.583-0.300 1,-0.702-0.186-1,-0.378 0.229-3,-0.325-0.097 0,-0.268-0.304 3,-0.213-0.418 1,0.150 0.112-2,0.364 0.047-1,0.483 0.168-1,0.523 0.233 1,0.426 2.059 1,-0.059 0.425 0,-0.234-0.190 0,-0.319-0.544 1,-0.514-1.546 0,-0.232 0.075-2,-0.213 0.221-1,-0.188 0.305 1,-0.158 0.342 0,-0.111 1.550 1,-0.135-0.466-1,-0.092-0.705 0,-0.059-0.787 1,-0.028-1.179 0,-0.086 4.227 4,0.012-2.179-1,0.042-1.772-1,0.033-0.435 0,0.025-0.042-2,0.018 0.342 1,1.363 0.279-1,3.960-1.165 0,1.688-1.766 1,0.790-1.555-1,0.627-1.244-2,-0.286-1.047 1,-0.375-1.944 1,0.418-2.370 0,-0.094-1.719 0,-0.739-0.572-1,-0.633-0.058-1,-0.426 0.154 0,-0.237 0.196 0,-1.506-4.537 0,-2.739 4.100 3,-0.330-0.253 1,-0.313 0.057-1,-0.294-0.127 1,-0.233-0.496-2,-0.195-0.613-2,-0.158-0.656 0,-0.121-1.487 1,-0.109-0.167 0,-0.073 0.060 0,-0.045 0.200 0,-0.028 0.020 0,-0.008 0.558 1,0.004 0.594 0,0.011 0.570 0,0.014 0.508 1,0.020 1.208-1,0.012 0.508 1,-0.015-4.935-1,0.032 1.257 5,0.021 0.250-1,0.012-0.158-5,0.005-2.207 0,-0.003 5.802 0,0.000-0.119 1,-0.001-0.090 0,0.000 0.436 0,0.000-3.087 6,-0.001 2.972-11,-0.002 12.404 10,0.000-0.216 0,-3.845-0.111-4,-0.666 0.454-3,-1.220 4.099-1,2.554-3.763 1,0.137 0.304 0,0.228 0.125 1,0.322-0.102-1,0.365-0.250 0,0.033 0.286 0,-0.027 0.020 2,-0.144 0.091 1,-0.209 0.131 0,-1.354 1.802-1,-0.500 0.844-1,-0.002 0.415 1,0.316 0.110 0,-0.154 0.556 1,0.164-0.924-4,0.099-1.102 1,0.052-1.111 0,0.171 0.439 3,-0.050 0.489 2,-0.072 0.258 1,-0.082 0.093 0,0.587-0.887-6,0.361-0.011 0,0.433-0.009-1,0.452-0.007 1,0.471-0.169 2,0.370 0.168 0,0.323 0.209 1,0.271 0.223-1,0.220 0.218-1,0.168 1.027 1,0.146 0.167-1,0.100 0.099 0,0.063 0.049 0,0.034 0.013 1,0.006-0.639-1,0.000-0.174 1,-0.008-0.194-1,-0.013-0.195 1,-0.018-0.560 1,-0.015-0.301 0,-0.015-0.301 0,-0.013-0.282 0,-0.011-0.252 0,-0.010-0.522-1,-0.007-0.414 1,-0.006-0.425-1,0.175 5.060 1,1.053-2.799 2,2.973-1.907 1,2.969-5.944-2,-3.431-6.898 0,0.674-1.983 0,-1.354 3.086-3,0.218-0.293 0,0.048-0.065 0,-0.063 0.084 0,-0.128 0.172-1,-0.159 0.214 0,1.404 0.098 0,0.578 0.501 0,0.133 0.512 3,-0.151 0.475 2,3.943-2.529 0,-1.461-1.016-6,-4.155 1.244 2,-0.229-1.060 4,-0.173-0.740 0,-0.122-0.481-6,-0.081-0.281 1,1.067 0.346-1,0.858-0.593 0,0.505-0.652 3,0.243-0.642 3,-0.973 1.314-1,-0.353-0.110-5,-0.457-0.042 0,-0.507 0.006 1,0.442-1.520-1,-0.023 1.340 4,0.169 1.588-1,-0.100 0.384 1,-0.444-0.083 5,-0.544-0.499-3,-0.556-0.706-4,-0.606 0.720 1,-0.373 0.225-1,-0.314 0.381 0,-0.253 0.453 1,-0.190-0.078 0,-0.165 0.596 1,-0.188-4.551 2,-0.099 2.569-1,-0.001 0.390-1,0.035-0.329 0,0.056 0.033 0,0.049 0.560-1,0.031 0.527 0,0.019 0.503 0,0.011-2.082 0,0.001 1.262 0,-0.001-2.137 1,-0.355 0.712-2,-0.676 2.495 0,-2.716 0.870 1,-2.326 4.983 1,-1.646 0.867 1,-1.383-0.338-2,2.225-0.145 0,-0.748-0.039-1,0.220-0.025 0,0.695-0.010 1,-0.941-0.001 0,-3.276-0.000-2,4.206 0.005 1,-0.301 0.000 0,-0.162 0.001 0,-0.062 0.000 0,-1.008 0.000 0,-0.288 0.000-1,0.193 0.000 1,0.488 0.000 2,0.640 0.000 2,-0.378 0.448-2,-0.368 0.710-3,-0.149 0.834 0,0.005 0.859 6,0.105 0.816-3,0.135 0.790-3,0.008 0.797-1,-0.021 0.723 1,-0.039 0.627 0,-0.469 0.631 1,-0.023-0.038 0,-0.004-0.241 1,0.010-0.354 0,-0.220 0.895 0,1.634-1.117 0,-0.081 0.041 0,-0.119-0.087 2,-1.836 1.910 4,0.279 0.413-9,0.431 0.451 0,0.882-0.109 0,1.241-0.635 4,1.290-0.831-1,1.210-0.880 0,1.057-0.835 1,-1.053 4.981 4,-0.178-1.636-1,-0.054-1.862 0,0.855-1.039-4,0.867-0.300 0,-0.333 0.147 1,-3.532-3.499 0,-0.847-3.178 0,-1.016 0.481-1,0.527 0.089 0</inkml:trace>
</inkml:ink>
</file>

<file path=ppt/ink/ink4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3:57"/>
    </inkml:context>
    <inkml:brush xml:id="br0">
      <inkml:brushProperty name="width" value="0.0529194456206428" units="cm"/>
      <inkml:brushProperty name="height" value="0.0529194456206428" units="cm"/>
      <inkml:brushProperty name="color" value="#cfd0d6"/>
      <inkml:brushProperty name="ignorePressure" value="0"/>
    </inkml:brush>
  </inkml:definitions>
  <inkml:trace contextRef="#ctx0" brushRef="#br0">6281.263 2968.799 767,'0.000'6.620'0,"0.000"-0.455"0,0.000-0.048-5,0.000 2.434 3,0.000-1.933 1,-0.212-0.271 1,-1.298-0.407-1,-1.661 0.138 1,-2.753 1.635-1,-1.432 0.418 0,0.639-1.195 1,0.360-0.662-1,0.489-0.663 1,0.443 0.509-1,0.372 1.580 2,0.266-1.061 0,0.160-1.939 0,-0.846 2.064-2,-1.214 1.007 4,-1.161-0.323-4,-0.586-0.628-2,0.411 0.548 0,0.677 1.121 2,-1.111 1.380 0,2.494-4.490 1,-0.541 0.097 1,0.853-1.050 2,0.125-0.474-3,0.228-0.564-1,-4.427 1.645-2,0.438-1.862 4,1.991-1.851 1,-0.917-1.127 0,1.939-0.687-1,0.137-0.094 1,-0.036 0.493-2,12.254 0.119 5,-2.782 6.103-5,-3.071 1.065-1,2.764-1.541 0,2.992 1.329 0,-0.972 0.005-1,-2.573-0.617 1,-1.714 1.269 1,-0.991-0.491 1,0.075-0.285 0</inkml:trace>
</inkml:ink>
</file>

<file path=ppt/ink/ink4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3:58"/>
    </inkml:context>
    <inkml:brush xml:id="br0">
      <inkml:brushProperty name="width" value="0.0529194456206428" units="cm"/>
      <inkml:brushProperty name="height" value="0.0529194456206428" units="cm"/>
      <inkml:brushProperty name="color" value="#cfd0d6"/>
      <inkml:brushProperty name="ignorePressure" value="0"/>
    </inkml:brush>
  </inkml:definitions>
  <inkml:trace contextRef="#ctx0" brushRef="#br0">6116.263 3232.799 767,'0.000'-6.249'0,"0.000"0.171"0,-5.853 2.529-5,0.688-0.848 5,-1.304-3.347-1,-0.961-0.381-1,-0.646 1.763-1,-1.239 0.385 2,0.073-0.714 2,2.169-0.513-2,1.916-0.526 1,0.049 1.470 0,-1.778 2.142 2,-1.926 0.245-1,1.634-0.712-1,1.026-0.383-1,-1.477-0.616 0,-1.484-0.333 0,-0.104-0.246 0,0.409-0.296 0,0.987-0.084 0,3.658 2.100 1,9.231 0.858 6,1.268 4.101-2</inkml:trace>
</inkml:ink>
</file>

<file path=ppt/ink/ink4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5:0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5934.263 2655.799 767,'4.526'4.261'0,"-0.100"-0.094"0,0.000 0.000 0,-1.033 1.513-7,-2.585 1.088 8,2.564 1.597-2,0.406-2.044 0,-0.111 0.959 0,-1.055 0.364 0,-1.090-0.980 1,-0.678 0.674 0,-0.886-0.887 0,0.584-0.463 0,1.728-0.116-1,1.663 2.833 1,0.145 0.669-1,-1.021-1.280 1,-1.158-1.569-1,-0.695 0.899 1,-1.026-0.974 0,-0.336 0.366 2,-0.027 0.566 1,0.063 0.743-4,0.065 0.804 1,0.044-2.323 0,0.013 0.846-1,0.004 0.659 1,0.001 0.355 0,-0.001-0.652 0,-0.002-0.979 0,0.000-0.459 0,-0.002 2.380 0,0.000-0.049 0,0.000-2.402 0,0.000 1.863 1,0.000-1.456-1,3.918 2.434 0,1.792-2.161 0,-0.342-1.991 0,0.756-1.306-1,0.341-2.891 0,-1.325 4.761 3,-2.749 1.633 0,1.656-0.699-1,1.940-0.463-3,0.865-1.887 1,-0.539-1.932 0,0.105-1.077 0,0.245-0.713 2,-0.256-0.437 0,1.858-0.302-1,-1.151 0.169-1,-0.823 1.941 1,-0.687 2.235 0,-0.390 1.355 0,-1.768 0.667 0,-2.063 0.111 1,3.266 2.936 0,2.468-1.893-2,0.528-1.842 0,-0.825-2.074 0,0.147-1.362 0,-0.343-2.114 2,-0.382-0.243 0,-0.010 3.513 0,0.317 2.823 0,-1.390-0.858-1,0.359 0.478-1,0.748 0.059 0,2.882-1.317-2,2.067-1.405 3,-1.931 0.598 0,-3.089 0.839 0,0.538 0.876 2,1.694-1.707 0,2.494 0.032-2,-5.063-1.073 0,4.486 2.735-3,-1.854 0.061 1,-1.809-0.289 2,-1.325-0.351 0,1.688 0.353 0,0.848-2.483 3,-0.349-1.748 0,-1.531-0.772-3,0.551-0.205-1,1.469 0.140 1,-0.396 0.112 2,-1.059 0.026-1,0.215 0.007-2,0.281-0.004-1,-0.685-0.004 3,-0.259-0.000-1,0.422-1.737 1,-0.625-2.862-2,-1.304 0.280 1,-0.529-1.785 0,-2.580-1.502 1,2.809 1.232 0,2.585 4.254-1,0.317 1.508 0,-0.583 0.657-1,-0.503 0.148 0,0.188-0.039 1,0.497-3.991 1,-2.708-2.070 0,-0.549 0.075-1,1.080-1.309-3,-0.399 1.776 1,0.929 1.242 1,1.836 3.066 3,-0.649 0.868 1,-3.998-6.324-2,0.631 0.297 0,5.228 3.898-2,-0.750 1.414 1,-1.176-1.458-1,-1.454-1.860-1,0.153 0.006 3,0.365 1.045-1,0.648-1.341 0,-2.892-0.857 0,0.849-0.063 1,2.798 2.166-1,-1.099-1.475 1,-4.177-1.374-2,1.962 0.985 1,3.323 2.742 1,-3.031-3.273-1,-2.129-0.885 0,-1.271 0.059-1,-0.653-0.013 0,0.195-0.085 0,0.109-0.221 2,0.004-0.784 0,0.821 0.048-1,3.912 1.039-1,1.453 1.165 2,-1.589-0.742-2,-3.437-0.433 0,-1.219-0.616 1,1.637 1.009 1,3.586 0.875 0,0.291-2.183-1,-0.832 0.520 0,0.844-0.703-2,-0.873-0.250 0,-1.348-0.190 1,-1.354 0.885 1,-0.863-1.092 1,-1.038 2.146-1,-0.317-0.546 0,0.119-0.388 2,0.146 0.986-1,0.048-0.377 0,0.015-0.027-1,-0.001 0.224-1,-0.001-1.216 1,-0.003-1.479 1,-0.002 0.916-2,0.000 1.740 0,0.000-0.650 0,0.000 0.879 1,-0.400-0.542 0,-3.592 1.735 0,-0.365 0.606 1,0.088 0.000-1,-1.610 0.702 1,-0.903 3.014 0,0.869-4.083 0,4.433-2.396 0,1.142-0.224-2,0.438 0.635 0,-3.650 1.103 0,-4.179 3.518 3,-0.086 1.522-2,1.108 0.579-1,0.358-1.951 0,5.374-4.680 2,-1.619 0.848 1,-4.670 4.224-2,1.103 1.082 0,-0.650 0.259-2,0.276 0.135 1,-1.738 0.085 0,1.564-0.120 0,1.211-3.500 2,5.523-2.811 0,-0.808-0.413 1,-3.664 1.123-3,-0.330 0.920 1,-0.317 0.701-1,-0.523 1.818 1,-1.380 2.028 1,1.981-4.554 0,4.691-2.660-1,-5.017 2.597 0,-1.064 4.418 0,-0.722 0.547 0,0.395-0.083-1,0.914-3.332 1,1.992-3.206 1,-3.486 1.917-1,0.398 2.538-1,0.113 1.521 0,0.355 0.738 0,-0.128-0.147 1,-0.416-0.147 1,0.444-0.023-1,-0.493 0.005 1,0.053 0.004-1,0.904 0.000 0,-1.123 0.000 0,0.601 0.000-1,-1.718 0.000 1,1.670 0.000 0,0.183 0.000-1,0.153 0.000 1,0.188 0.000 0,-0.704 0.000 2,-0.070 0.000-1,0.461 0.000-1,0.105 0.000-1,-0.542 0.000 1,-0.574 0.000 1,0.333 0.000-1,0.614 0.000 0,-0.281 0.000-1,0.363 0.000 1,-0.225 0.000 0,0.025 0.000 0,-0.548 0.000 0,1.001 0.000 0,-0.488 0.000 0,-0.257 0.000 0,2.670 4.503 0,2.025 1.215 1,-3.950-0.970-1,-0.013-3.431 0,-0.523-1.167-1,0.440-0.459 1,0.425 2.584 0,5.142 3.866 1,0.806 0.322-1,-0.010 0.732 0,-1.324-0.470-1,-3.968-2.701 1,-2.068-3.445 1,0.422-0.867-1,0.767 0.083-1,0.634 5.290 1,4.420 2.116 1,0.880-0.265-1,0.388-0.507-1,-0.209-0.116 0,-0.041 0.256 1,0.002 0.022 1,0.003-0.255-1,0.000 0.224-1,0.000-0.388 1,0.000 0.031 0,0.000 0.293 0,0.000-0.007 1,0.000 0.206-1,0.000 0.060 0,0.000 0.325 0,0.000-1.069 0,0.000 1.480-1,0.000-1.025 2,0.000 0.808-1,0.000-0.962 0,0.000-0.084 0,0.000 0.754 0,0.147 0.351 0,2.960-1.894 1,3.531-3.505-1,0.008-0.294-1,-1.143 2.070 0,-1.111 0.780 0,0.045-0.025 0,1.818-2.232 2,-0.042-1.989 0,-1.674 4.500 1,-3.327 2.574-1,-0.975-0.025-2,-0.340-0.768 0,3.870-0.315 0,3.591-4.393 3,-2.632 2.958-2,-2.671 2.098 0,3.732-3.245 0,0.398-3.686 0,-3.581 5.743 0,-1.348 0.652 0,2.899-1.624 0,2.586-4.461 0,-1.449 3.489 0,-5.387 2.922 1,4.751-1.720-1,1.829-4.461 0,1.433-0.434-1,0.280-0.127 0,-1.064 0.003 0,-1.056 0.034 1,0.122 0.902-1,-3.560 5.434 3,-2.250 0.419-1,5.443-3.624-1,2.000-2.710 0,-1.150-0.472 0,0.252-0.044-1,-0.132 0.031 0,-0.522 0.081 1,0.196 0.033 0,-0.331-0.007 0,-0.072-0.002 0,0.260 0.000 1,0.133 0.000-2,-0.180 0.000 1,0.419 0.000 0,-0.201 0.000 0,-0.167 0.000 0,0.167 0.000 1,0.451-0.274-1,-2.625-4.326 0,-4.559-2.138 1,5.032 1.662-1,2.435 4.604 1,-0.591 0.432-2,0.183 0.080 0,-0.641 0.019 0,1.588 0.010 1,-0.703-1.112-1,-4.367-5.115 3,-1.832-0.013-1,4.888 3.257-1,0.650 2.809 0,-3.114-6.367 0,0.108-0.026 0,2.579 3.334 0,-0.360 0.221 0,-4.136-2.953 0,0.234-0.528-1,5.849 3.590 2,-2.656-2.714-1,1.414-0.141-1,1.343 1.638 0,-1.282 0.652 0,-1.420 0.031 1,0.476-1.334-1,-1.686-0.307 1,-2.645-1.996 1,-1.336 0.057 1,0.146-1.111-2,0.059 0.813 0,0.013 0.126-1,0.002 0.983 1,-0.005-0.240 0,0.000-0.092 0,0.000 0.281 1,-5.122 2.118 0,-2.318 3.574-1,3.493-6.140 0,0.341 1.366 0,-2.698 1.875-1,-0.589 1.982 0,0.651 1.153 1,-2.153 0.499-1,-0.411-0.054 2,0.528-0.097-1,1.925-0.064-1,-0.293-0.027 1,-0.208-0.001-1,-0.468 0.003 3,-1.048 0.001 0,0.379 0.000-4,0.222 0.000 1,0.067 0.000 0,1.107 0.000 0,-1.493 0.000 1,1.055 0.000 1,0.688 0.000 0,-1.502 0.000 0,-0.300 0.000-1,1.309 0.000 0,0.173 0.000-1,0.653 0.000 1,-1.015 0.000 0</inkml:trace>
</inkml:ink>
</file>

<file path=ppt/ink/ink4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5:56"/>
    </inkml:context>
    <inkml:brush xml:id="br0">
      <inkml:brushProperty name="width" value="0.0529194456206428" units="cm"/>
      <inkml:brushProperty name="height" value="0.0529194456206428" units="cm"/>
      <inkml:brushProperty name="color" value="#c9d2e3"/>
      <inkml:brushProperty name="ignorePressure" value="0"/>
    </inkml:brush>
  </inkml:definitions>
  <inkml:trace contextRef="#ctx0" brushRef="#br0">5753.263 2688.799 767,'0.000'6.156'0,"0.000"0.127"0,0.000 0.403-5,0.000-0.004 4,0.000 0.791 1,0.000 3.765-3,0.000 0.226 2,0.000-1.829 1,0.000-2.155-2,0.000 0.655 0,0.000 0.024 5,0.000-2.141-1,0.295 0.758-1,1.751-0.830-2,3.573-0.014 1,-0.916-0.314 1,-2.609 0.229-1,-0.912 2.348 4,-0.729-1.753-6,-0.843-12.691 4,0.391 0.192-2,0.000-0.254-1,0.000-1.832 0,0.000 0.700 0,0.000-3.740-1,0.000-2.042 2,0.000 5.411-3,0.000-0.031 1,0.000 0.293 2,0.282 1.088 1,0.450 0.390-2,2.338-4.975-2,1.586 0.604 5,-0.711 2.088-1,-1.311 1.590 1,-1.173-0.922-1,-0.868-2.707-1,-0.463 0.704-1,-0.180 0.557 1,-0.068 0.972 0,3.559-0.104 0,1.209 1.303 3,-0.852 0.929-2,-0.761-1.522-3,0.461 0.138 3,0.700 1.808 0,2.893 1.028-2,0.705 3.029 1,-0.885 2.994 1,-2.714 5.403 0,-3.525 0.397 0,-0.793 0.743-2,-0.153 0.132 1,0.094-0.832-1,0.104 2.453 1,0.067-3.262 0,0.004 1.001 0,0.003 0.495-1,0.002 0.135-2,0.001-0.105 1,0.000-0.934 0,0.001-0.548 0,0.002 4.681-1,-0.001-2.279 4,-0.001-1.301 3,-0.001-1.265-1,-0.002 3.315 0,0.000 0.386-2,0.000 0.898-1,0.000-0.657-3,0.000-1.189 1,0.000-0.478 3,0.000-0.393 0,0.000 0.207 0,0.000-0.181 1,0.000-1.589-2,0.000-0.382 0,0.000 2.837 0,0.000-2.488 0,0.000-13.281 0,0.000 0.490 0,0.000-1.639 1,0.000 1.076 1,0.000 0.149-2,-0.633-1.845-3,-4.246 3.006 3,-0.402 0.806 1,2.645-1.596 1,0.950-0.545-2,0.786-0.207-2,0.536-2.066 0,0.311-2.917 0,0.094 5.484 2,0.019 0.209-1,0.061-4.325 0,-0.027 2.055 1,-0.024 0.835 0,-0.520 0.563 1,-2.033 1.057 1,-3.317 3.929 0,-0.920 4.214 0,4.917 4.105-1,1.896 1.677-1,0.034 1.157-1,-0.063-0.172-1,-0.023 0.673 0,-0.021-1.068 1,-0.013 0.086 1,-0.006 2.376 1,-0.002-0.176 0,0.001-2.127-2,0.000-1.079-1,0.000-0.869 2,0.001 0.737 2,0.001 0.006-1,0.000-0.151 0,0.000-0.135 0,0.000-0.283-1,0.000-0.285-1,0.000-0.101 1,-0.378 1.413 0,-3.867-3.423 1,-1.916-5.025 0,1.212-3.536 0,4.621-2.468 0,0.264-0.213-1,0.063-1.765-2,0.033-2.811-1,0.005 0.114 0,-0.009 1.398 4,-0.008 1.103-1,-2.771-1.483-1,-1.386-0.752 2,-0.100-2.055 0,2.390 4.683-3,0.373-0.126 1,0.357 0.190 2,0.314 0.364-2,0.262 0.437-1,0.095 1.224 0,-0.672-3.903 0,-0.577 2.926 1,-1.931 0.161 4,-1.842 1.072 1,-0.868-1.110-2,0.424-0.672 0,1.505 0.441-3,0.782 0.295-1,0.003 0.647 1,-0.427 0.443 2,-0.841 0.795 1,-0.441 1.864-1,-2.773 1.192 0,0.955 1.748 0,0.616 0.568-2,1.108 3.508 1,3.035 2.510 2,0.922 0.964-1,0.675 1.310-3,0.582-0.725 0,0.271-0.846 2,0.137 0.994 0,-0.044-1.848 1,-0.066 0.556 0,-0.075 1.346-1,-0.018 0.247 1,0.000-1.447-1,0.002 0.294-1,0.004-0.771 0,0.000 1.215 1,0.000-0.069 1,0.000-0.262-1,0.000-0.737 0,2.544-0.729 0,4.850-2.800 2,-3.166 2.940-2,-1.303-0.357 0,0.514 0.092-2,0.565-0.226 1,-0.443-0.250 0,-0.943 0.413 0,-0.562 3.073 3,-1.375 0.421-1,0.610-1.230-2,2.173 0.432 1,0.259-1.070-1,-0.572-0.203 1,-0.456 0.369 0,1.208 0.680 0,1.284-0.271 0,-0.239-1.996-1,0.944-1.171 1,0.649-3.233 0,-0.036-1.946 1,0.470 0.450 0,-0.565 0.153 0,1.215 0.032 0,0.521-2.257-2,-2.416-4.904 2,1.276-0.563-1,1.183 0.820-3,-0.034 0.521 1,-0.601-0.877 0,-0.692-1.243 1,0.055-1.236 1,-3.408 4.832 0,0.069 0.055 0,2.766-3.246 1,0.130 0.569 0,0.416-0.115-1,-1.164-0.096 0,-2.190 0.449 0,-1.903 1.275 1,-0.882-0.347 0,-0.594-2.096 0,-0.346-0.319 1,-0.073 0.038-3,0.048 0.219 1,0.089 1.241 0,0.053-0.209 0,0.037-1.027 0,0.029 0.900 0,0.013 0.962 0,0.007-0.969 0,-0.001 1.455 0,-0.009-0.056 1,-0.910-0.054-1,-5.251 5.922 1,-0.164 0.374 0,-1.073-0.021-1,-1.425 0.001 0,1.399 0.475 0,1.092 2.752-1,1.772 1.031 0,-1.838 1.099 1,0.466-0.668 0,3.098 1.705 0,0.783 4.085-2,1.031 0.665 1,0.660-0.478 0,0.347-0.741 1,0.124-1.296 1,0.023-0.341-1,-0.021-0.152-1,-0.035-0.038 0,-0.032-0.061 1,-0.026-1.049-1,-0.016 1.671 3,-0.012-1.453 0,-0.001 1.399-1,0.003-1.446 0,0.001 0.411-1,0.001-0.908-1,0.001 0.734 0,0.000-0.725 1,-1.491 0.484 0,-2.872-1.619 0,-1.948 0.897 1,1.429-1.578-1,-0.324 0.391 0,0.538 0.115-1,1.321-0.140 0,0.732 2.220 2,-1.271-0.785 1,-1.661-3.622-1,0.997 1.813 0,-0.318 1.693-2,-1.829-2.737 1,-1.546-2.380 0,1.999-0.906-1,-0.745 2.858 0,3.919 2.359 5,3.080-11.781-2,-0.014-1.137-2,-0.003-1.257-2,0.005 1.660 0,0.001-0.072 0,0.002 0.619 1,0.000-1.776 1,0.000 0.715 1,0.000 0.915-2,0.000-1.616 1,0.000-1.821-1,0.000 0.454 0,0.000 0.760 1,0.000 0.710 1,0.000 0.621-1,0.000-1.817 1,0.000-1.728 0,0.000-0.105-1,0.000 0.994-3,0.000 1.173 2,0.000 0.623 2,0.000-0.054-1,0.000 0.428 1,0.000 0.912-1,0.000-0.587 0,0.000-2.259 1,0.000 0.695 0,0.000 1.655-2,0.000-0.842-1,0.000-0.278 1,0.000 1.413 1,0.000-1.678 0,0.000-2.096 0,0.000-1.260-1,0.000 1.876 0,0.000 0.337 0,-0.862 1.340 2,-1.796 2.287 1,-1.451 0.940 1,0.449 0.006-1,1.050-0.695-3,1.045-0.818 0,0.807-0.061 0,0.486 0.229 0,0.268 0.389 2,0.170-2.461 0,-0.042 2.686 0,-0.013-0.565-1,-0.021-0.908 1,-0.060 1.227-2,-0.041-0.341 1,0.005 13.199 3,0.006-0.198-1,0.000-0.228-3,0.000 2.560-1,0.000-1.458 1,0.000 1.212 0,0.000 0.281 0,0.000 0.880 1,0.000 1.067-2,0.000 0.815 0,0.000-0.551 0,0.000-1.504 0,0.000-0.831 1,1.150 0.422 4,2.203-0.569 0,0.689-1.014-2,-0.627-0.681 0,-1.064-0.543 0,-0.191 0.339-1,0.983 1.705 0,1.161 1.938-2,-0.277 0.073 1,-1.178-1.358 0,-1.021-1.636 1,0.256-1.128 0,0.859-0.485 1,0.874 0.115 0,-0.348 0.669 0,-0.805 0.263 0,0.549-1.429-1,3.638-0.904 0,1.959-3.035-1,-2.275-1.290 1,0.293-0.250-1,0.080-0.048 2,0.311 0.038 0,0.288 0.065 0,-1.142 0.060-1,0.095 0.029 1,0.298-0.286-2,-0.293-1.795 1,-0.819-2.186-1,-0.724-1.830 0,-0.381-1.272 0,0.118-0.165 0,0.269 0.538 0,0.214 0.302 2,-1.084-0.391-1,-1.394-0.230 1,-0.113 0.597 1,0.513 0.794-2,0.601 0.669-1,0.831-2.045 1,-1.951-1.275 1,-1.803 2.390 1,-0.499 0.192-2,2.922-2.072-1,1.302 3.279 2,-0.516 0.282 0,-0.136-2.004-3,-2.143-0.491 1,-1.805 1.021 2,-0.166-0.419-1,0.262-1.847 1,-0.894 1.819-1,-4.396 1.614 1,-0.809 4.363 0,-1.481 0.750-1,0.900-0.096-1,0.556-0.113 0,-0.999-0.033 1,0.201-0.022-1,0.646-0.012 1,-1.871-0.008 0,-1.110-0.001 0,1.979 0.003 0,-0.895 0.001 0,-0.688 0.001-1,-0.077 0.001 0,0.770 0.000 1,1.157 0.000 0,-1.608 0.000 0,2.590 0.000 1,-0.283 0.000-1,0.045 0.000 1,0.223 0.000-1,-1.547-0.391 0,9.612-5.949 2,2.532 2.138-1,-0.687-0.547 0,-1.873-3.018-2,3.610 1.919 0,0.789 1.331 1,0.953-0.626-2,0.201 0.778 1,-0.008 1.248-1,0.621 0.393 2,1.383-0.729 0,1.344-0.843-1,0.385 0.430 0,-0.270 1.061 0,-0.459 1.078 0,-0.769 0.806 9,-2.106 0.657-16,-13.734 0.779 14,-0.294-0.523 1,1.395 3.556-6,-0.962 0.994-3,-4.737 1.720-2,4.801-2.694 3,0.547-0.441 1,0.063-0.274-3,-4.936 1.704 1,1.495-0.753 1,2.604 0.314 3,0.651 0.822 0,-2.548-0.596 1,-0.161-1.548-3,1.086-1.345-2,13.894-1.286 3,0.711-0.227 1,0.134-0.965-1,0.095-4.107-2,-2.104 0.945 0,0.104 0.882 0,-0.059 1.175 1,2.502-1.016 0,-2.264-0.288 0,1.931-0.897 0,1.300 1.015-1,0.991 1.293 0,-2.015-2.571 0,-2.214-2.029 3,-2.263-0.461-9,-0.418 0.338 15,2.354 1.578-9,0.316 1.960 3,1.822 1.166-2,-1.630 1.786-2,-0.094-2.132 2,-5.684-4.345 3,-0.595 0.532-1,0.197-0.149-3,0.097-0.597 1,-0.008 0.045-1,-0.003-0.512 2,0.000 0.275-1,0.000 0.654-1,0.000-0.224 0,0.000-0.415 1,0.000-0.017 0,0.000 1.024 1,0.000-0.374-2,0.000 0.467 1,0.000-1.040 0,0.000 0.395 1,0.000-1.946-1,0.000 2.617-1,0.000-2.877 1,0.000-0.026 0,0.000 2.194 0,0.000-0.234-1,0.000-0.080 1,0.000 0.890 0,0.000-0.115 0,0.000-0.649 0,0.000-1.293 2,0.000 0.403-2,0.778-0.788-1,1.570 2.389 0,1.347-0.265 0,-0.095-0.110 1,-0.832-0.011 0,-0.877-0.543 0,-0.920 0.069 0,-0.617-1.959 0,-0.606-0.369 1,-0.367 2.594-1,-5.475 6.094 1,1.889 5.106-1,-0.715 0.021 1,-2.368-3.594-1,0.099 3.533 0,2.419 3.019 1,-0.415 0.465-3,-0.268-0.381 0,-0.533-0.095 0,-0.070 1.273 1,1.595 1.344 0,1.739 0.832 1,1.319-0.634-1,0.846-1.013 1,0.494 0.578 1,0.230 1.671 0,-0.056-5.396-2,0.103 5.328 1,-0.049-1.605 0,-0.057-1.172 1,-0.052-0.540-1,-0.036-0.906 1,-0.018-0.878 1,-0.011 2.592-2,0.000-2.646 0,0.002 0.025 0,0.002 2.499 1,0.002-0.348 0,0.002 0.280-2,0.000-2.637 1,0.000 0.430 0,0.000 0.404 0,0.000 0.041 0,0.000 1.844 0,0.000 1.146 0,0.000-0.380 1,0.000-1.385-4,0.000-0.196 1,0.000 1.170 3,0.000 1.079 1,0.000 1.510-4,0.000-0.346 0,0.000-1.959 1,0.000-1.847 0,0.000-1.344 0,0.000 1.714 1,0.000-0.922-1,0.000-0.309 2,0.000 0.120 3,0.000-0.626 1,0.000 0.190-5,0.000 0.223-1,-5.921-2.245 3,-1.042-0.846 0,4.066 1.951-2,-1.472-0.800-1,-2.030-1.338 0,1.919 2.310 1,0.490 0.507 0,-1.977-2.412 0,-0.102 0.910 1,2.622 3.820-2,-2.122 2.934-1,1.899-4.674 2,-0.643 1.144-2,-0.284 0.800-1,-0.164 0.766 0,-0.074 0.692 0,-0.397 1.685 1,0.687-0.618 1,0.819-0.990-1,0.827-1.126 1,0.890-1.758 1,0.548-0.841 2,-0.175 4.430 3,-0.003-1.407 0,-1.593-1.013-2,-1.397-1.862-3,-1.130-2.162 1,-0.565-2.150-1,-0.826-4.051 1,3.795-4.769-1,2.441-2.286-1,0.926 2.540 1,0.160-0.497 0,0.024-1.154 0,-0.036-3.478 1,-0.101 4.772-3,-0.014-0.019 1,-0.012 0.242 0,-0.010 0.391 0,0.001-4.835 0,-0.021 1.580 2,-0.009 1.330 0,-0.004 1.712 4,-0.007 12.595-1,0.014-0.165-2,0.000 0.726-4,0.000 0.475 0,0.000-1.263 1,0.000 2.221 1,0.611 2.010-1,0.129-4.262 0,0.301 0.554-1,0.274 0.474 1,0.237 0.385-1,0.193 0.299 0,0.151 0.221 0,0.121 0.029 0,0.146 0.119 1,0.131 0.086-1,0.112 0.059 0,0.090 0.037 2,0.070 0.021 0,0.064-0.214 0,0.057-0.345 1,0.047-0.400-1,0.037-0.403 0,0.027-0.373 0,0.021-0.325 1,-0.287-0.567 0,1.548 4.704 0,-1.315-1.546 2,0.057-1.219 1,0.809-0.559-1,2.463 1.261-4,2.142 0.336 1,0.934-1.920 0,-0.290-2.673 0,-1.312-2.096 0,-1.340-1.315 0,1.303-0.788 0,-1.284-0.335 1,1.562 0.040 1,-0.808 0.255 0,-0.082-0.121-2,0.297-1.124 0,-0.630-1.296-1,-0.782-1.008 0,-0.038-2.703-1,-3.063-1.291 3,-1.949-0.475 1,-0.716 1.694-2,-0.163-0.525 0,-0.049-0.175 0,0.006-0.074-1,0.044 0.859 0,0.023-1.555 1,0.068-1.908 1,0.030 0.575-1,0.007-0.321 1,0.001 0.405-4,0.000 0.798 2,-0.002-0.150 1,-0.001-1.174 0,-0.001-1.682-1,-0.002-0.257 1,0.000 1.769-1,0.000 1.884 2,0.000 1.031-1,0.000 0.056 1,0.000-1.631 0,0.000-1.738-2,0.000 0.496 0,0.000 2.083 1,0.000 0.255 0,0.000 1.213 1,0.000-0.953 0,0.000 0.113 1,0.000-0.133-1,0.000-0.867-1,0.000-0.378-2,0.000-0.230 0,0.000-1.138 0,0.000-1.377 1,0.000 1.533 1,0.000 0.666 0,0.000 0.425 1,0.000-0.762 1,0.000-1.109-2,0.211 4.362-1,1.212-4.919 0,1.384 2.075 0,1.071 1.864 2,-1.853 1.029-1,-0.209-1.295 2,-0.288-0.371 1,-0.311 0.220-3,-0.296 0.558-2,-0.261 0.712 1,0.789-3.549-2,0.964 2.004 2,1.108 1.301 3,0.036 0.715-1,-0.787-0.053 1,-0.933-0.353-1,-0.630-1.856 1,-1.098 0.667-3,-0.377 0.672 1,0.175-1.692 0,0.072 1.260 1,0.013-0.776-1,0.007 0.136-2,0.003 0.533 1,0.250 0.542 1,1.488 0.289 0,1.804 0.100 0,1.374 0.438 0,-0.254 1.946 1,1.023 1.230-1,1.252 2.264 1,-1.736-3.140 0,-4.929-3.768 1,0.872-0.372-1,2.348-2.217-2,1.187-0.634-2,-0.906 1.345 1,-1.380 1.545 1,-1.218-1.663 2,-0.675-1.096 1,-0.397 0.168-2,-0.197 0.416-2,-0.089 0.751 1,-0.166 2.439 1,-1.118 0.747 1,-4.611 6.718 0,0.056-0.923 0,0.504 2.674 0,-0.101 2.989-1,0.262-0.036 0</inkml:trace>
</inkml:ink>
</file>

<file path=ppt/ink/ink4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6:05"/>
    </inkml:context>
    <inkml:brush xml:id="br0">
      <inkml:brushProperty name="width" value="0.0529194456206428" units="cm"/>
      <inkml:brushProperty name="height" value="0.0529194456206428" units="cm"/>
      <inkml:brushProperty name="color" value="#c9d2e3"/>
      <inkml:brushProperty name="ignorePressure" value="0"/>
    </inkml:brush>
  </inkml:definitions>
  <inkml:trace contextRef="#ctx0" brushRef="#br0">5571.263 2407.799 767,'-6.069'0.000'0,"-0.132"0.000"0,-1.374 0.000-5,0.217 0.000 4,-0.132 0.000 0,0.516 0.000-1,-0.754 0.000 0,-0.668 0.000 3,0.591 0.000 0,0.810 0.000-1,0.880 0.000-1,-0.341 0.000 1,0.267-0.274 1,-0.694-1.806 0,5.535-4.262 0,1.906-0.875-1,-0.497 0.312 0,-0.063 0.833 0,-0.008-0.343 0,0.005-0.453-1,0.007 0.547 1,0.000-1.415 0,0.000-0.052 1,0.000 0.630-1,-0.376-0.271-1,-3.281 2.461 2,-2.480 5.560-1,-0.586-0.601 1,-0.941 0.007-1,-0.520 0.002-1,2.032 0.000 0,-0.182 0.000 0,-0.151 0.000 0,-0.764-0.665 1,0.671-1.270 0,0.706-1.172 0,0.701-0.543 0,-1.556-0.537 0,0.575 2.042 0,0.277 0.918 1,-0.097-1.604-1,-0.205-1.897 0,0.649-1.315 0,2.440-0.864 0,2.776-0.135 1,0.607-0.595 0,-0.193-0.292-1,-0.086 1.244 1,-0.021-0.198-2,-0.003 0.518 0,0.001 0.016 1,0.004 0.143 0,0.001-0.105 1,0.000-0.517-1,0.000-0.566 0,0.000 0.800 0,0.000 0.587 0,0.000-0.481-1,0.000-1.249 2,0.000-0.531-1,0.000 0.807-1,0.000 0.939 0,0.000-0.849 0,0.000 0.558 1,0.000 0.082 1,0.000-0.989 0,0.000 1.121 0,0.000-0.434-2,0.000-0.115-1,0.000 0.342 2,0.000-0.257 1,0.000 0.552 0,0.000-0.449-1,0.000 0.483 0,0.000-0.049 0,0.000-0.703 0,0.000-0.885 0,0.000 1.426 0,0.000 0.172 0,0.000 0.345-1,0.000-2.530-1,0.000 0.373 1,0.000 0.955 0,0.000 1.240 2,0.000-0.926 1,0.000 0.698 0,0.000-2.328-1,0.000 2.176 0,0.000-0.400-3,0.000-1.470 1,0.000 2.090 0,0.000 0.191 1,4.893 1.099 2,1.552 1.709-1,-1.784-2.844 0,0.989 1.340-2,2.296 2.070 1,-1.764 1.934-1,0.345 0.510 1,1.682 0.359 0,-1.920 0.144-1,0.080-1.174 1,-3.564-4.610 2,2.715-0.198-1,0.039 2.605-2,0.441-0.543 0,-0.022-0.744 1,-1.165-0.061-1,-0.599-1.716 0,-2.648-0.908 2,4.811 1.852 1,-0.238 3.893-1,-0.141 0.668-1,1.594 0.239-2,-2.078-3.012 1,-3.896-4.029 3,-0.507 1.483-2,2.418 1.145-1,1.229 0.754 0,-0.053-0.257 1,0.352-0.553-1,-0.468 0.378 2,0.259-0.528 0,-1.627-1.416-1,-1.846-1.091 0,-0.989-0.508 0,-0.006-0.027-1,2.719 2.001 2,3.983 4.438 0,-2.433-2.100 0,-3.627-2.194-1,4.171 1.800 0,1.190 0.015 0,-1.988-3.559 0,-1.511 2.316-1,2.083-1.977 0,0.034 0.150-1,-2.841 1.147 2,-0.217-0.174 1,0.903 0.042 0,1.062 0.242-2,0.543 0.979 1,1.937 0.576-1,0.984 2.730 2,-1.265 1.890 0,0.224 0.304-1,0.058-0.502 0,-0.036-4.887 1,-1.475-1.187 0,2.053 1.892-2,0.688 2.303 0,0.163 0.962 1,-1.104-1.238 0,-1.162-1.486-1,-0.280-0.832 1,2.649 1.183 0,-1.623 2.214 0,-0.203 0.612 1,2.134 0.367-1,-1.214 0.563 0,-5.608 5.484 1,-1.364 0.236 0,-4.920-0.060-1,-1.120-2.856-1,-1.588 1.001-1,-0.045 1.524 1,0.714 1.486-1,0.855 1.119 0,-0.555-0.081 1,-1.203-2.408 0,-1.285-2.469 2,0.560-0.866-1,2.558 0.691 3,1.019 2.924 0,1.630-1.134-2,-0.963 0.672-2,-0.955-0.720 0,-0.615-1.459 1,-0.074-1.401 0,-0.094-2.312 1,10.136-4.981 0,0.348 0.663 1,-0.213 0.031-1,-2.480-2.561-1,1.959 0.492 0,1.643 2.826-1,2.143-1.893 0,-0.346-1.627-1,-0.436-0.731 0,2.368-0.054 2,-4.314 4.098 0,-0.068 0.083 1,2.884-2.949-4,-2.127 0.510 1,-2.072 0.421 2,0.182-1.225 3,2.518 2.802 1,2.154-0.030-2,2.158-0.703-4,-0.146 1.117 0,-0.391 1.449 0,-0.210 1.173 0,-0.127 0.780 1,-1.403 0.690 1,-2.192 1.272-1,-8.915 4.149 5,-1.749-1.458-1,0.024 1.296 0,3.239 2.862-3,-0.516-0.823-1,-1.567-1.045 0,-0.935-0.892-1,-0.417-1.684 1,-2.102 1.358 1,-1.010 0.655-1,-0.231 0.153 1,0.290-0.184-1,0.607-0.390-2,0.772-0.496 1,0.825-0.530 0,-1.205 1.135-1,-0.028-0.078 1,0.312-0.520 4,0.492-0.746 2,0.561-0.820 0,-3.173 1.455-4,1.969-1.089-1,1.424-0.394 2,-2.263 1.883 1,0.767-0.520 0,0.521 1.190-1,-0.177-0.708-1,-0.534-1.383-1,0.101-0.243 2,0.569 0.356-2,-0.841 0.185 1,-3.361-0.935 0,-0.690-1.149 2,0.478-0.974-5,1.438-0.662 2,1.404-0.330 1,0.595-0.152 0,-0.669-0.081 1,0.676 0.006 0,0.636 0.309 0,0.317 1.624 0,-0.008 1.897-1,0.458 0.243-1,-0.087-0.669 1,-0.480-0.939 0,-0.800-0.976 1,-0.058-0.772 4,0.733-0.474-8,13.784-0.576 7,-2.317-6.602-4,-1.851 0.533-1,2.850-0.863-3,3.993-0.095 1,-4.409 3.752 3,-0.032 0.035 0,4.333-3.458-3,-4.255 2.845 2,0.447-0.575-1,1.695-1.687 1,-0.083-0.125 0,-0.331 0.142 1,-0.457 0.296-1,-1.209 1.061 0,-0.479 0.394 2,-0.454 0.389-1,3.335-3.382 1,-0.740 1.285 1,0.420 0.465-1,-0.047-0.849 2,-0.508 0.773-2,-1.117 2.272-1,2.915 1.410 0,-1.381 2.112 7,-0.498 0.550-9,-13.438 0.400 4,-0.171 2.856-2,1.041 1.410-1,1.266-0.670 0,-0.720 0.973 0,-0.597 0.527 0,-1.589 0.210 0,-2.065 0.291 0,4.232-3.025-1,-0.021 0.050 1,0.105 0.043 0,-4.485 3.385 0,4.436-2.748 1,0.214 0.057 0,0.188 0.037 1,0.155 0.021-5,-2.639 2.636 5,0.432-0.030 0,-0.265 1.514 3,3.223-3.075-4,-0.068-0.256 0,-3.305 2.682 1,0.513-1.257-2,-1.452 1.160 0,3.396-3.111 1,0.001 0.010 0,0.044-0.021 0,-2.688 2.478 6,2.184-2.004-10,10.519-9.786 8,-0.740 0.717 0,0.951-1.224-2,0.629-1.073-5,-1.381 0.408 1,0.445-1.727-1,1.639-1.367 1,-2.086 4.909 0,0.241 0.574 3,4.742-1.866-1,-1.180 2.371 0,-1.592-0.691-2,-0.037-0.354 6,1.022-2.845-1,0.127-0.074-5,-0.153 1.354 2,0.795 0.503-2,0.820 0.239 1,-0.328-0.144 0,-2.330-0.063 0,-2.530-0.090 2,3.125 0.066 1,1.928 1.780 3,-0.520 1.692-6,-1.128 1.090-1,-1.195 0.638 1,2.604-1.189 2,-2.428-2.215-1,-0.078-0.003 0,0.206 0.625 1,0.605 0.668-2,-1.395 1.069 0,0.585 0.651 1,-0.354 0.731 1,-0.167-2.874 0,-0.430-1.747-1,-0.391 0.277 1,0.809 0.219-1,0.389 2.254-1,-0.390 2.463 0,-9.665 4.446 2,-1.017-0.491 1,0.164-0.045-1,-3.107-2.583-1,-1.029 2.368 0,2.051 2.855-2,-1.715 1.088 0,3.036-4.762 1,-0.700-0.584-1,-0.633 0.062 2,-0.539 0.458-1,-0.438 0.668 1,-0.339 0.744-2,0.594-0.341 1,0.101-0.283 0,0.174-0.482 0,0.210-0.579 0,0.219-0.602 1,0.209-0.575 0,-0.508 0.351 0,0.440 0.556 0,0.450 0.804 0,0.418 0.883 1,0.871-0.094 0,0.343 0.110 0,0.297-0.040-1,-3.269 4.209 2,0.889-1.814-2,0.424-2.218 0,0.233-2.019 2,-0.863-1.978 0,8.987-7.952 1,2.845 2.144-1,-0.882-2.306-1,-0.258 2.090-2,0.950 1.095-1,0.771 1.325 2,0.684 0.596-1,0.652-2.457-8,1.172-3.674 16,-3.397 3.774-8,0.365 0.456 0,0.331 0.628 1,0.281 0.680-2,2.617-1.178 1,-1.885-0.323 0,-1.212-1.227 5,-1.865 0.116-1,2.241 3.541-2,0.154 1.829 0,1.199 0.004-1,1.021 0.000 2,0.016 0.000-3,-0.282 0.000 0,-0.396 0.000 0,-1.269 0.000 1,-0.214 0.000 0,0.460 0.000 1,0.394 0.630-1,-1.883 3.709 1,-5.272 2.384 0,5.635-2.654-1,1.632-0.970 1,-3.842 4.160-2,-2.689-0.347 1,-0.891-0.717-1,0.295 0.490 0,0.078 0.675 1,-0.006 1.254 1,-0.308-1.259 0,-1.781 0.015-3,-2.060-1.102 1,-1.622-1.075-1,-1.027-0.782 1,0.189 1.841 0,0.221 0.144 2,0.341-1.452 2,-1.563-1.669-4,-2.775-1.592 0,-0.744-1.049 0,1.189-0.557 0,1.731-0.240 1,0.129-0.115 0,-0.907-0.270 1,2.235-0.273 1,0.726-1.341-1,6.116-3.863-1,0.094-0.047-1</inkml:trace>
</inkml:ink>
</file>

<file path=ppt/ink/ink4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6:15"/>
    </inkml:context>
    <inkml:brush xml:id="br0">
      <inkml:brushProperty name="width" value="0.0529194456206428" units="cm"/>
      <inkml:brushProperty name="height" value="0.0529194456206428" units="cm"/>
      <inkml:brushProperty name="color" value="#c9d2e3"/>
      <inkml:brushProperty name="ignorePressure" value="0"/>
    </inkml:brush>
  </inkml:definitions>
  <inkml:trace contextRef="#ctx0" brushRef="#br0">5654.263 2423.799 767,'0.000'-6.253'0,"0.000"0.210"0,3.137-0.830-5,1.465 1.777 4,1.301-1.036 0,-1.163 1.434 0,0.257-0.350 0,-0.813-0.460 0,-1.201-0.485 1,-0.117-2.118 0,0.675-1.838-1,0.944-1.148 0,0.293 2.032 0,-0.173 3.217 0,1.778 1.975 2,-0.705-0.260 2,-1.826-1.657-1,0.238-0.675 0,0.433-0.137-5,-0.120 1.404 1,1.001 1.254 2,1.605 2.995 1,-0.926 1.141-1,-5.309-6.227 2,-0.767 0.001 0,-0.007-1.056-1,0.000-0.957-2,0.000 0.452 1,0.000 0.585-2,-2.646 1.396 2,-5.295 4.380 1,0.487 1.145 0,1.071 0.298-2,-0.135-0.278 0,0.897-3.460 0,0.118-1.714 1,0.422-0.565 0,2.952 0.153 0,0.533-0.510 1,-4.533 0.806 0,0.817 2.138 0,1.824-2.079-2,0.396-0.987 0,-2.518-0.648 2,2.271 0.792-2,0.631-1.754 0,0.909-1.191 0,0.915 0.236-1,0.581 0.468 1,0.307 0.446 0,-0.064 0.997 0,-1.136 0.074 1,-5.003 6.441 4,-0.268 0.673 0,0.065-0.263-4,0.100 0.020 0,-0.333 0.001 0,-0.409-0.000 0,0.642 0.000 1,12.614 0.000 1,-0.168 0.000-1,0.887 0.000-1,-0.093 0.639-2,-1.643 2.829 1,-4.938 3.220 1,0.803-0.372 0,2.881-1.273-1,1.456 1.495 1,-1.673 1.223-1,-2.149 0.151 1,-0.888 1.180-1,2.359-1.414 1,2.942-3.037 1,-1.249-0.875-1,-2.068 1.826 0,-2.339 1.155 0,-0.588 0.937 1,0.543-0.820-1,4.992-3.958 1,1.108-3.266-1,0.322 0.352 0,-0.002 0.011 0,-0.129-1.374 0,-5.553-4.897 0,-1.248-0.360 1,0.226 0.263-2,-0.001-0.582 0,-0.005 0.731 1,0.000-0.632 0,0.000-0.897 1,0.000 1.027-2,0.000 0.122 1,0.000 0.469-1,0.000-0.250 1,0.000-0.266 0,0.000 0.350 0,0.000-0.536 1,-1.885 0.357-1,-2.796 1.417-1,-0.765 0.066 1,1.809 0.087 0,2.221-2.920 1,0.582 0.896-1,-5.186 4.835 1,-0.085 2.227-1,3.036 6.073 1,3.086 0.889-1,0.033-0.164-1,-0.032-0.516 0,-0.013 1.568 0,-0.006 0.958 1,0.000-2.314-1,-0.001 0.524 1,0.001 0.118 0,0.000-0.432 0,0.000-0.230 0,0.000 0.595-1,0.000 0.384 1,0.000-0.117 0,0.000 0.215-1,0.000-0.723 1,0.000-0.682 1,0.000 2.188 0,0.000-2.011-1,0.000 0.568 1,0.000 0.168-1,0.000-0.900 1,-0.211 2.154 0,-1.214-0.547-3,-1.383-2.587 1,-3.096-1.268 1,1.341 1.138 1,3.003 0.606 0,0.836 1.815-1,0.483 0.665-1,0.243 0.321 0,0.100 0.097 0,0.019 0.083 0,-0.021-0.415 1,-0.034-0.726 0,-0.655-0.567 0,-1.188-1.146 0,-2.753 1.415 1,-1.310-0.907-1,1.416-2.187 0,-0.272 0.094 0,0.031-0.248 0,-2.447 0.038-1,-0.383-1.958 3,2.084 1.810-1,3.021 2.960-1,1.768 1.838 1,0.643-2.470-2,0.115 0.723 1,-0.902-0.698-1,-3.895 0.576 2,-0.473-2.832-1,-2.038 1.511 0,0.111 1.921-2,2.332 0.334 7,2.167-1.966-8,2.113-12.096 6,-2.715 1.054-1,-4.470 5.025-3,2.318-5.040 0,4.240-1.708 1,0.920 0.774-1,0.336-0.224 0,0.128 0.092 0,5.549 3.988 1,0.385 2.319-1,-0.023-0.066 1,0.000 0.003-1,0.000 0.000 1,-4.286 5.854 2,0.168-0.145-1,3.554-1.708 0,-0.318-1.139-1,0.740 0.941-1,0.123 0.744-1,0.013 0.602 0,-0.109 0.374 2,1.225 2.889-1,-3.563-3.078 1,0.062 0.722-1,-0.348-0.400 1,-0.006-0.084-1,-0.009-0.229 0,-0.011-0.304 1,3.473 4.177 0,-1.036-2.094 0,-1.525-2.254 0,0.063-0.312 0,0.562 0.394 0,0.134 0.908 1,-1.700-0.840 0,0.729 1.826 0,0.455 1.567 1,0.009-0.074-4,0.133-0.326-1,0.056-0.747 1,-0.001-0.974 0,-0.539-1.028 0,-0.448-0.531 1,2.198 3.686 3,-0.147 0.907 5,-0.105-0.473-5,-1.295 0.276-2,-1.298 1.243-1,-1.017-3.425 0,1.053 0.804-1,1.303 0.768 1,-0.156-0.840 0,-0.067-0.167 0,-0.328-0.326 1,-0.479-0.410-1,0.044 0.503 0,-0.141-0.051 2,-0.017 0.052 1,0.062 0.111-2,0.257 0.505 0,0.086 0.124-1,0.072 0.096 1,0.059 0.070 0,0.064-0.447-1,0.255-0.324 1,0.278-0.373 0,-0.718-0.802 0,-0.347 0.357 1,-0.449 0.520 0,-0.323-0.104 0,-0.066-0.063-1,0.039-0.203 0,0.108-0.286-1,0.335 1.060 1,0.198 0.244 0,0.195-0.073 0,0.181-0.276 2,-0.482-0.881-1,-0.236 0.021-1,-0.320 0.105-2,-0.360 0.158 0,0.041 2.315 1,-0.578 0.110 1,-0.501-0.022 1,-0.411-0.100-1,-0.179-1.839-1,0.092-0.600 1,0.188-0.656 0,1.628 4.118 0,1.102-2.042 2,0.531-2.624 0,1.819-1.775-1,1.036-3.142 1,-0.106-1.228 0,-0.404 0.292-1,-0.189-0.449 0,-2.147-3.583 0,-4.455-2.289 0,-2.653 0.246-1,-2.851-0.724-1,0.213-0.652 0,-0.780-2.374-1,3.215 4.995 0,-3.066-4.624 0,0.237 1.323 0,-0.851-0.154 3,2.529 3.008 0,0.107-0.390 0,0.395-0.142-4,0.544 0.025 7,0.596 0.129-6,0.582 0.184 0,-1.615-0.334 1,-1.196-0.662 1,-0.695-0.428 0,-0.316-0.244 0,-0.044-0.106 4,-1.004-1.219-7,0.233 0.452 0,0.315 0.594 0,0.338 0.630 1,0.322 0.596 1,0.285 0.524 1,0.237 0.435 0,-1.915-0.667 0,-2.046-1.297-1,-1.567-1.164 10,-1.148-0.999-7,1.066 1.017-6,0.234 0.458 0,0.513 0.758 1,0.680 0.925 0,-1.340-0.590-1,1.074 0.796 1,0.997 0.550 8,1.340 0.380 1,1.438 0.243-3,1.380 0.139-1,-1.201-1.937 2,0.711 1.833-2,-0.064-0.024 2,1.400-1.268-2,1.535-1.232-1,1.224 0.017 2,0.728 0.915-6,0.808 13.744 6,0.927 0.279-1,1.498-0.089-4,-0.433-1.581 0,0.243 0.340 0,1.728 1.745-1,0.859 1.973 2,-1.998-3.249 2,0.103-0.015-1,0.099-0.183-2,0.090-0.272 1,1.674 1.684 0,0.987 1.263 1,0.518 0.956 0,0.213 0.686 1,0.008 0.463-4,-0.119 0.286-1,-1.028-1.294 1,-0.304-0.155 3,-0.313-0.206-1,-0.298-0.227 1,-0.963-1.168 0,-0.517-0.124 0,-0.550-0.077 0,-0.544-0.042 0,0.066 1.375 1,-0.244-0.729 0,-0.068-0.872 0,0.048-0.893 0,0.116-0.834 0,2.276 4.772 1,-2.021-4.523-1,0.233 0.811-1,0.618 1.255-1,0.240-0.002 0,0.188-0.302 1,0.141-0.472-1,-0.287-1.082 1,-0.083-0.628 0,-0.124-0.622 1,3.182 3.567-1,-0.272-1.450 2,-0.373-1.129-1,-0.597-0.936 0,-0.410-0.477 0,-0.998 2.980 0,-1.331 1.794 2,-1.065 0.209-1,-0.309-2.144-4,1.031-1.711 1,4.175-4.507 2,-0.527-1.978 0,1.858 0.305 0,-1.329 0.157 0,0.990-1.636-2,-2.042-3.121 0,-2.250-2.738 2,-1.840-0.043-1,-0.860-0.656-1,-0.511-2.114 0,-0.247-1.482 1,-0.003 5.143 0,-0.012 0.177 0,0.001 0.287-2,-0.096-6.392-1,0.133 5.684 4,0.017 0.096-1,0.016 0.313 1,0.015 0.433-1,-0.005-3.814-1,0.026 0.878-2,0.018-0.933 6,0.011 1.319 0,-0.293 1.149-3,-1.753 0.341 1,-1.534 0.220-1,0.146-0.261-1,-1.104-1.285 1,-1.171 2.205 0,0.623 1.421 1,0.766-1.198 0,1.008 0.505 0,-0.782-0.031-1,-2.618 5.124 0,1.136 3.529 0,5.038 4.164 1,0.563 1.794 0,-0.360 1.258-3,-2.170-0.566 0,-1.622-3.239 1,0.476-1.250 1,0.689 0.469 1,0.926 0.896 0,0.843 1.315-1,0.684 1.519-1,0.414 0.197 1,0.165 0.073-1,0.042-0.554 1,-0.001-0.181 0,-0.022-0.442-1,-0.030-0.587 1,-0.024 0.643 0,-0.023-0.309 0,-0.013-1.276 7,-0.010-0.927-10,-0.002-12.296 6,0.009 0.134 0,0.000-1.559-3,0.000-0.833-3,0.000-2.141 0,0.000-0.006 0,0.000 1.583 2,0.000 2.003 0,0.000-0.769 2,0.000-3.803 1,0.000 3.960 0,0.000-0.454-2,0.000-0.077-2,0.000 0.166-1,0.000-0.003 1,0.000 0.538 0,0.000 0.572 0,0.000 0.543 0,0.000-5.059 3,-0.171 2.051 0,-1.042 1.850 0,-1.323 0.891 0,-1.422 0.384 1,-2.817-1.573 1,2.160 3.016-4,-0.393-0.450 0,0.117-0.098 0,0.384 0.072 0,0.537 0.180 0,-2.352-4.195-1,1.008 2.280 4,0.146 2.462 1,-0.242 1.972-1,-2.053 1.396 0,0.793 1.470-1,0.169 1.448 0,4.569 4.433 0,2.337 0.383 0,-0.380 0.121-1,-0.027 1.207 0,-0.003 2.193-1,0.000-0.031 0,0.000-0.624-2,0.002 1.098 1,0.001-4.016 2,0.000 0.619 0,0.001 0.621-1,0.000 0.572 0,1.815 1.265-1,1.440 1.219 0,1.090 1.219 6,0.754 0.223-3,0.484-0.409-4,0.276-0.764-1,0.155-0.472 1,0.065-0.252 2,0.006-0.096 2,-1.312-2.005 0,-0.528-0.528-1,-0.610-0.575 0,-0.630-0.573 1,0.934 0.248-1,-0.021-0.746 2,-0.326-0.675 4,2.059 3.716-3,-1.117-2.612-4,0.576-2.445 1,3.366-1.499 3,-1.781-2.029-2,0.721-0.494-1,0.300-0.212-1,0.065-0.045 0,1.145 0.000 0,0.906 0.058 1,-0.696-0.253 0,-2.401-1.944-1,-2.658-2.293 3,-2.075-1.744-1,-1.317-0.535 0,-0.614 0.135-2,-0.264-0.131 1,-0.104-1.115-1,0.032-0.615 1,0.075 0.522 0,0.076 1.002 1,0.058 0.962-2,0.039-0.813 0</inkml:trace>
</inkml:ink>
</file>

<file path=ppt/ink/ink4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6:24"/>
    </inkml:context>
    <inkml:brush xml:id="br0">
      <inkml:brushProperty name="width" value="0.0529194456206428" units="cm"/>
      <inkml:brushProperty name="height" value="0.0529194456206428" units="cm"/>
      <inkml:brushProperty name="color" value="#c9d2e3"/>
      <inkml:brushProperty name="ignorePressure" value="0"/>
    </inkml:brush>
  </inkml:definitions>
  <inkml:trace contextRef="#ctx0" brushRef="#br0">5984.263 1846.799 767,'0.000'6.164'0,"0.000"0.120"0,0.000 0.481-5,0.000 0.250 4,0.000 1.326 0,0.000 0.671-1,0.000 0.184 0,0.000-0.472 2,0.000-0.843 0,0.000-0.901 0,0.000-0.290 0,0.000 0.093 1,0.000-0.347 0,0.000 1.876-1,0.000-1.988 0,0.000 3.119 0,0.000 0.116 1,0.000-0.700-3,0.000 0.244-1,0.000 0.566 3,0.000 0.300-1,0.000-0.694 1,0.000-0.891 0,0.000-0.406 1,0.000-0.127 0,0.000 0.065-1,0.000 0.117-1,0.000-0.319 1,0.000-0.423 0,0.000-0.670 2,0.000-0.604 0,0.000 2.622-2,0.000-0.716 0,0.000-0.557 0,0.000 0.387 1,0.000-1.510-1,0.000 0.834-1,0.000 0.622 0,0.155-0.361-1,0.613-0.688 1,5.055-4.706 4,0.195-2.121-1,0.514 0.191-1,-0.238-0.012 0,0.175-1.059-1,-5.303-5.298 0,-1.083 0.134 1,5.871 4.078-1,-0.328-0.501 0,-1.819-3.785-1,-3.036-0.290 0,-1.242 0.638 1,0.477-0.011 0,-0.005-0.743 0,0.000-0.292 0,0.000 0.635 0,0.000 0.258 0,0.000 0.202 0,0.000-0.915 0,0.000-1.837 0,0.000 2.325 0,0.000 0.222-1,-1.170-0.254 0,-3.887 2.760 2,-1.516-0.468 1,3.905-4.468-2,1.966 2.298 0,0.479-2.274-2,0.340 1.230 1,0.031 0.715 1,-1.413 0.534 0,-2.775-0.216 0,0.164 1.796 0,0.376-0.448 0,0.254-3.017 0,2.002-0.000 0,1.108 1.634 0,0.373-0.473 1,-5.259 2.335 0,-0.948-2.100 0,3.148 0.854-2,0.793-1.704 0,1.595 0.129 0,0.648 1.300 0,-0.076-0.015 2,-0.057-0.996 0,-0.056 0.354 0,-0.041 0.501-1,0.014-0.884-1,0.000 0.510 1,0.000-1.156 1,0.000 1.661-2,0.000-1.077 0,0.000 1.124 0,0.000-1.136 3,0.000 1.143-1,0.000-1.623-1,-0.305 0.209 0,-2.021 1.329-1,-1.547 1.429 1,-0.475 0.509-1,-0.364-1.365 0,3.236-0.458 2,0.970-0.646 1,-4.052 2.687-1,-2.134 4.229-1,2.780-6.312 1,2.281-0.255-1,-3.110 2.103-1,-1.577 3.220 1,1.961-5.254 0,2.032-0.443 0,-0.894 1.077-1,-0.931-0.746 0,0.839 0.896 1,0.532-0.772-1,1.836 0.228 1,1.123-1.708 0,-1.353 0.122 1,-4.912 2.213 3,0.443 3.211-6,11.866 2.325 4,0.295-0.157 0,0.462 0.231-4,1.521 2.862-1,-1.853 1.189 2,-1.021 0.647-1,-0.875 1.574 1,-3.124 0.131 2,-1.967 0.888-1,0.079-0.256 1,0.111-0.275 0,0.100-0.513-1,0.064 0.013-1,-2.014-0.805 1,-4.363-5.795 2,0.075 0.111-1,1.092-5.773 0,0.238 1.152-2,-0.336 0.105 0,0.327 0.314 0,-1.532-1.520-1,0.329 0.730 1,-0.720 2.302 1,-0.802 1.852 2,-1.249 0.807-1,0.741 0.182-1,1.234-0.022 0,-0.783-0.250 0,1.370-2.586 0,0.940-0.989-1,-0.605-0.097 1,0.008 0.915-1,-0.124 1.013 1,-0.312 0.904 0,-0.119 0.627 0,0.194-0.642 1,-0.017-1.730-1,0.364-1.141 0,-0.048 0.436 0,-0.984 0.636-1,-0.344 0.897 1,0.502 0.876 0,0.648 0.380 0,0.244-0.982-1,-0.122-1.480 1,0.066-0.352 1,-0.514 0.445-1,-0.972 0.704 0,-0.477 0.874 1,-0.148 0.669-1,1.088 0.486-1,-1.412 0.307 1,1.973 0.082 0,-3.991-0.005 1,0.274-0.044 0,1.418-0.036-4,0.638-0.022 2,0.616-0.015 1,0.519-0.009 0,0.343-0.004 1,0.336-0.001 0,0.321 0.000 0,-1.178 0.001-2,-2.408 0.001 1,0.674 0.001 1,1.632 0.001-2,-0.760 0.000-1,0.070 0.000 1,1.211 0.000 4,-0.292 0.000 0,0.989 0.000-3,-0.893 0.275-2,3.140 5.260 3,3.069 1.781 1,0.764 0.605-2,0.202-0.580-1,0.007-0.234 0,-0.103-0.924 1,-0.064 1.142 0,0.003-1.281 0,0.000 1.652 1,0.003-0.768-1,0.000-0.926-1,5.212-0.420 2,1.524-1.015 0,-1.177 1.977-1,1.566-1.995-1,1.647-2.463 1,-2.387-1.611-1,-0.222-0.391 0,2.206-0.251 0,-1.034 0.016 1,-1.086 0.084 1,1.073 0.012-1,0.731 0.012 1,0.080 0.011-4,-0.320 0.010 1,-0.533 0.008 0,-0.614 0.006 0,-0.635 0.004 2,5.249 0.003 3,-2.150 0.004-1,-1.322 0.001-1,-1.114-0.001 0,0.429-0.001-1,0.203-0.001 0,-1.099-0.001 1,0.047-0.000 0,0.328-0.000-2,-0.037 0.000 1,-13.030 0.000 0,-1.187 0.000 0,-1.991 0.000 0,0.039 0.000-1,-1.038 0.000 0,0.969 0.000 1,1.736 0.000 0,1.641 0.000-1,-1.237 0.000 0,0.356 0.000 2,-0.568 0.840 2,2.077 1.657-2,-0.510 1.365-2,-1.240-0.202 1,-1.354-0.947-2,-0.713-1.041 1,0.819-0.807 0,1.292-0.526 0,1.250-0.298 1,-1.971-0.209 1,-0.149-0.020 1,2.365 1.964 0,1.870 4.737 0,2.524 0.082-1,1.625-0.213-2,0.181-0.358 0,-0.338 0.575 0,0.015 0.368 2,-4.742 0.031 1,-3.538-3.707-2,-1.741 0.512-2,-0.689 0.789-1,2.096 1.426 0,2.570 0.466 3,-2.927-1.403 2,2.582-3.157-3,-0.300-0.239 0,-0.127-0.003 0,0.162 0.101 1,0.341 0.162-1,0.435 0.191 0,0.246 0.318 1,-4.240 3.078 1,1.497 0.649 0,1.178-0.481 0,0.923-1.543-1,0.601-1.614 2,-3.424-1.261 0,-2.281-0.819 0,-0.474-0.445-3,0.409-0.190-3,1.660-0.039 2,2.016 0.038 0,1.592 0.058 4,-1.887 0.033 0,0.313 0.067 1,0.275 0.021-1,-1.061 0.045-1,1.900 0.487-1,3.546 4.919 0,3.316 0.874 0,-3.509 0.392 0,-1.317-1.865 0,-0.952 0.725-1,0.965-1.017 1,-0.886 0.878-1,-0.756 0.758 0,-0.400 0.407 0,0.440 0.717 0,1.876 0.333 0,1.776-0.007 3,1.438-1.070-1,0.858 1.436 0,-3.048-0.719 0,-1.273-1.430 0,0.881-0.275-1,0.546 0.257-2,2.342 0.455 2,0.974-0.143 0,-0.187-0.127 0,0.006 0.351 1,0.000 1.428 1,0.000 1.447-3,0.000-0.792 0,0.000-1.454-1,2.752 0.026 1,3.786-3.702 4,-1.025-0.483-1,1.074 1.123-3,0.956-0.139-1,0.165-1.058 1,-0.571-1.073 0,-0.706-0.819 1,2.066-0.501 0,-0.269-0.496 0,0.075 0.798 1,-3.159 3.763 1,0.123 2.375-1,1.296-1.088-2,2.321 0.298-1,-0.179-1.485 0,-0.981-1.684 1,-0.259-1.607 1,1.905-2.164 1,0.450-2.141 1,0.052-1.700-3,-3.237 0.762-1</inkml:trace>
</inkml:ink>
</file>

<file path=ppt/ink/ink4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6:26"/>
    </inkml:context>
    <inkml:brush xml:id="br0">
      <inkml:brushProperty name="width" value="0.0529194456206428" units="cm"/>
      <inkml:brushProperty name="height" value="0.0529194456206428" units="cm"/>
      <inkml:brushProperty name="color" value="#c9d2e3"/>
      <inkml:brushProperty name="ignorePressure" value="0"/>
    </inkml:brush>
  </inkml:definitions>
  <inkml:trace contextRef="#ctx0" brushRef="#br0">5439.263 1961.799 767,'0.000'6.184'0,"0.000"0.147"0,-4.785-2.089-5,-0.867-2.048 5,0.078 5.004-1,0.581 0.125 0,0.044-0.700-1,-1.016 0.517 0,-2.611 0.879 1,-0.821-2.178 1,-0.334-2.312-2,0.630-0.423 2,2.240 3.317 2,2.137 1.630 1,0.726 0.376-4,-0.201-0.109-1,-0.131-0.142 1,1.103-1.434 0,0.593 0.968 2,1.679-1.693 1,-1.797 1.008-1,-1.207-2.049-1,-0.752-0.037 0,0.654 1.134 1,2.855 0.794-1,1.376-0.293 1,-0.012-0.348-1,-0.131-0.161 1,-0.037 0.460-1,0.003-0.045 0,0.003 2.810 1,0.001 0.067-2,0.000-0.378 0,0.000-0.757-1,0.000-0.170 0,0.000-1.194 4,0.000-0.470-1,0.071 2.604-1,0.843-2.753 0,5.113-3.476 1,0.065-3.321-1</inkml:trace>
</inkml:ink>
</file>

<file path=ppt/ink/ink4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4:46"/>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2938.364 197.546 767,'0.000'6.296'0,"0.000"-0.184"0,0.000 0.944-6,0.000-0.564 5,0.000 4.654-1,0.000-2.632 0,0.000 2.041 0,0.000-0.564 0,0.000 0.958 0,0.000 0.815-1,0.000 0.669 1,0.958-0.470 0,0.614-0.004 0,0.342-0.160 1,0.136-0.260-1,0.223 0.963 6,-0.163-0.492 0,-0.248-0.524-7,-0.287-0.510-1,0.326 2.603 4,0.426 0.641 1,0.570 0.209 1,0.108-0.577 4,-0.185-1.013-8,-0.351-1.197-1,-0.422-0.707 0,-0.432-0.346 5,-0.401-0.095 2,-0.383-1.013-4,-0.257-0.460 1,-0.207-0.492-1,-0.170-1.481 0,-0.090-0.036 1,-0.068 0.081 0,-0.049 0.158 1,-0.034-0.037-3,-0.021-0.170 1,-0.011-0.253-1,-0.003-0.297 1,-0.019 1.501-1,0.011-0.206 2,0.014-0.159 1,0.015-0.117-2,0.015-0.081-1,0.013-0.491 1,0.010-0.375-1,0.008-0.401 1,0.002 5.293 1,0.014-1.041 3,0.303-1.792-3,1.812-2.699-1,5.254-1.289 2,0.845-5.640 0,-1.422-3.210-3,-1.218-1.069 0,-2.106-0.671 1,-0.721-3.623 1,0.701-0.427 0,-1.303 3.861-3,0.026-0.668 1,-0.097-0.580-1,-0.178-0.488 0,-0.140-0.925 0,-0.275-0.338 1,-0.274-0.235 0,-0.258-0.151 0,-0.258 0.227 0,-0.180-0.433 0,-0.152-0.501 1,-0.125-0.521-1,-0.099-1.000 0,-0.076-1.279 0,-0.056-1.404 0,-0.039-1.417-1,-0.037-2.963-1,-0.017-0.052 0,-0.005 0.514 0,0.003 0.849 1,0.008 1.011-1,0.009-4.149 3,0.013-2.039 0,0.013-0.978 1,0.011-0.228 4,0.012 2.891-1,0.007 0.786-10,0.006 0.932 1,0.004 0.975 0,0.003-0.885 1,0.003 1.136 7,0.002 1.044 0,0.001 0.908 0,0.000-0.068-1,0.000 0.969 0,0.000 0.865 0,-0.001 3.774 0,-0.000 0.921 0,0.000 0.912 1,-0.000 0.858-1,0.000-0.557 23,-0.000 1.945-30,0.000-1.157-2,-0.001 14.348 13,0.000 0.128 0,0.000 0.848-7,0.000 0.626-2,-0.350 3.404 0,-0.548-5.682 2,-2.809 3.996-1,-0.926 0.723 1,2.480-5.065 1,-1.356 5.378 4,2.245-4.724-5,0.264 0.805-1,0.239 0.542 1,0.207 0.332 2,0.173 0.171 1,0.126 1.290-5,0.137-0.287 1,0.094-0.430-1,0.060-0.483 1,0.034-0.474 2,0.015-0.429 0,-0.001 1.131 0,-0.005 1.028 0,-0.009 0.717 2,-0.011 0.465 4,-0.012 0.271-7,-0.011 0.127-3,-0.009 0.027 1,-0.009 1.537 0,-0.006 1.574-1,-0.005 1.283 0,-0.003-0.995 16,-0.002 0.331-13,-0.001 0.157-3,-0.001 0.030 0,-0.000-1.380 0,-0.000-0.865 3,0.000-1.043 1,0.000-1.110-1,0.000-0.118 0,0.000-1.304 2,0.000-1.173 4,0.000-1.008 0,0.000-0.059-2,0.000-0.653 0,-0.000 4.567 2,0.001 0.021-2,0.000-4.765-4,0.000 1.139 0,0.000-0.879 0,0.000 2.644 5,0.000-15.422 0,0.000-2.876-4,0.000-0.133-1,0.000-2.283-2,0.000 5.105 1,0.000-0.150 1,0.000-0.035-1,0.000 0.039 1,0.000 0.081 2,0.000 0.101 0,0.000 0.473 0,0.000 0.020-1,0.000-0.011 1,0.000-6.165-1,0.000 5.517 0,0.000-0.422 0,0.000-0.600-1,0.000-0.021-1,0.000 0.112 1,0.000 0.651 0,0.000 0.341 1,0.000 0.364 1,0.000-5.621 0,0.000 5.459 0,0.000-0.209-1,0.000-0.046 1,0.000-1.391-1,0.000-0.208-1,0.000-0.188-1,0.000-0.161 0,0.000 0.754 1,0.000-0.141 1,0.000-0.155 0,0.000-0.156-1,-0.502-1.520 1,-0.771 0.303 0,-0.871 0.454 0,-0.312 0.418 0,-0.016 0.144 1,0.191 0.049 0,0.304-0.014-1,0.539 1.441 0,0.259 0.307 0,0.245 0.340-1,0.222 0.342 1,0.171 0.026 0,-0.038-4.701 3,0.435 1.519-1,0.216 0.950-1,0.076 0.207 0,-0.002 0.330 0,-0.030 0.375 0,-0.038 0.375-1,-0.033-0.134 0,-0.025-0.417 0,-0.804 0.255 0,-3.317 0.113 1,-2.976 4.076 0,0.523 2.560 0,0.234 0.972-2,0.233-0.064 0,-0.549-0.347 1,0.145-0.076 1,0.094 0.023 0,-0.875-0.000-1,0.864 0.221 0,-1.776 2.687 0,2.129 0.933-1,0.899 1.492 0,1.310 2.217-1,1.383 1.979 1,1.074 1.417 0,0.879-1.448 0,0.477-1.927 1,0.301 0.861 1,-3.954 0.485 0,0.657-2.851 0,-0.408 0.770 0,-0.206 0.572-1,-0.059 0.403-2,0.040 0.265-1,0.099 0.240 1,0.476-0.596 0,0.540-0.776-1,0.539-0.829 2,-0.587 3.801 1,1.425-1.187 4,0.836 1.588 1,0.414-0.525-2,0.151-1.313-3,0.014-1.153-2,-0.057-1.095 1,-0.032 1.903 3,-0.106-0.886 0,-0.046-0.225-1,-0.013 1.528 0,0.004 1.322-1,0.002 0.443-1,0.002-0.351-1,0.001 0.943-1,0.001 1.212 2,0.000-0.442 0,0.000-1.146 1,0.000-1.445 1,0.000-1.607 1,0.000-1.285-1,0.000 1.594-1,0.000 1.424 1,0.000 1.863 1,0.000-1.379-2,0.000-1.377-2,0.000 0.655 0,0.000-0.445 3,0.000-1.715-1,0.000 0.789 0,0.215-0.413 0,5.518-3.957 2,0.875-3.575 0,0.705 0.346 0,0.112 0.002-3,1.360-0.003 1,-2.061-0.240 0,-0.058-1.504-1,1.172-2.352 0,-0.662-1.797 0,-2.229-0.442-1,-2.082 0.100 2,-0.865-0.854 0,0.555-2.908-1,-0.922 3.835 0,0.252-0.702 0,0.381-0.748 0,0.376-0.504 0,0.371-0.390 0,0.343-0.290 0,-0.057 0.150 0,-0.210 0.167 0,-0.338 0.270 1,-0.401 0.321-1,-0.417 0.334 1,-0.401 0.321 0,-0.365 0.282 0,-0.317 0.237 0,-0.266 0.193 0,-0.214 0.151 0,-0.166 0.113 0,-0.123 0.081 1,-0.094-0.190 0,-0.063 0.365-1,-0.159-4.772 1,-0.016 0.605 2,0.054-1.823 0,0.127 5.182-3,0.021 0.511-1,0.013 0.064 0,0.011 0.168 1,0.001-5.666-1,0.020 0.671 3,0.008 1.026-1,0.001 0.761-1,-0.001 0.496 0,-0.002 0.277 1,-0.002 0.143-1,-0.001 0.061 0,-0.001-0.278 0,-0.000 0.262 0,0.000 0.669 0,0.000-0.079 0,0.000-1.220 0,0.000-0.555 1,0.000-0.263 0,0.000 1.399-2,0.000 0.350 1,0.000-0.068 0,0.000-0.367 0,-0.130-0.117 0,-0.747 1.817 0,-1.981 1.414 1,-4.214 3.835 0,1.272 4.547 0,4.330 3.978 0,1.350 1.242 0,0.201-1.324-2,0.017 0.760-1,-0.021 0.422 1,-0.050-1.920-1,-0.006 2.087 1,-0.005 1.792 3,-0.004 1.464-2,-0.004 1.143-3,-0.003-0.432-1,-0.001 0.538 1,-0.001 0.417-1,-0.001 0.310 0,-0.000 0.954 3,-0.000 0.101 0,0.000 0.003 1,0.000-0.059-1,0.000-0.829 1,0.000-0.081 0,0.000-0.061 0,0.000-0.044-1,0.000-0.723 2,0.000 0.049-1,0.000 0.088 0,0.000 0.108 0,0.000-0.436 0,0.000-0.778 0,0.000-0.962 0,0.000-1.030 0,0.000 1.527 0,0.000 0.376 5,0.000 0.757 0,0.000-0.392-6,0.000-0.739 1,0.000-1.016-1,0.000-1.106 1,0.000-0.014 0,0.000-0.075 2,0.000-0.390 1,0.000-0.563 0,0.000 0.078 0,0.000-0.147-5,0.000-0.020 0,0.000 0.060 1,0.000 0.527 1,0.000 0.133 0,0.000 0.118 0,0.000 0.099 0,0.000-0.734-1,0.000-0.298 1,0.000-0.345 0,0.000-0.348 0,0.000-0.322 0,0.000-0.280 0,0.000-0.058 0,0.000 0.418 0,0.000 0.129-1,0.000-0.074 4,0.000 0.801 0,0.000-0.716-2,0.000-0.825-2,0.000 3.979-2,0.000-2.597 4,0.000 0.600 1,0.000-1.681-1,0.000 0.384 2,0.000-14.072-6,0.000-2.731 1,0.000-1.922 2,0.000 4.531-1,0.161-0.413 1,0.248-0.397 0,0.283-0.262-1,0.281-0.157 1,0.258-0.078-2,0.223-0.023 1,0.183 0.013-1,0.144 0.035 1,0.107 0.045-1,-0.158-0.593 0,-0.177-0.213 1,-0.228 0.273-1,-0.244 0.565 6,-0.235 0.710 3,-0.213 0.750-3,-0.183 0.721-5,0.032-4.295-2,-0.360-0.860 0,-0.136 3.283 2,-0.026-0.403 7,-0.014 0.142 0,-0.005 0.480-8,0.001 0.661 0,0.001-0.083 0,0.008 0.300 0,0.009 0.160 0,0.009 0.060 3,0.008-0.006-1,0.008-0.526 1,0.004-0.843 0,0.004-0.506 0,0.002-0.250 2,0.002-0.067-1,0.001-0.205-5,0.001 0.335 1,0.000 0.418-1,0.000 0.441 1,0.000 0.423 2,-0.000 0.380 0,0.000-0.733 0,-0.000-0.636 1,0.000-0.343-1,0.000-0.128 5,-0.000 0.021-1,0.000 0.566-7,0.000-0.033 1,-0.000-0.058-1,0.000-0.072 1,0.000 0.066 2,0.000 0.474 0,0.000 0.590 0,0.000 0.631 1,0.000 0.619-1,0.000-2.152 2,0.000-0.585 0,0.000-0.231 1,0.000 0.006-1,0.000 0.150-3,0.000 1.057-1,0.000 0.924 0,0.000-3.967-1,0.000 3.534 3,0.000 0.642 2,0.000-0.994 2,0.000-2.662-1,0.000 3.509 0,0.000-0.848-5,0.000-0.650 0,0.000-1.670-1,0.000-0.362 0,0.000 0.316 0,0.000 0.727 1,0.000 0.936 5,0.000 1.001-1,0.000 1.001-2,0.000-3.794-3,0.000 2.708 4,-0.082-0.734 4,-5.983 7.964 1,1.972 4.799-5,-0.956 1.157 1,3.064 0.306-2,1.358 2.413-1,0.460-0.930 0,0.067 0.750 0,0.050 0.063 1,0.035-0.372-3,0.023-0.617 1,-0.429-0.689 0,-0.686-0.333 1,-0.799-0.230-1,-0.813-0.147 1,-0.762-0.084 1,-0.673-0.036 0,-0.125-0.114 0,0.235-0.156 0,0.448-0.171 0,-1.915 4.805 1,2.172-0.530-1,1.394 3.426 1,0.892-2.493-1,-0.245 1.198 0,-0.307 0.512 1,-0.320 0.046-2,-0.301-0.245-2,-0.069-0.031 0,0.205-0.489-1,0.310-0.495 1,0.346-0.455 2,0.459-2.087 4,0.223-0.482-1,0.197-0.447 0,0.166-0.395 0,0.135-0.335-1,0.106-0.273-1,0.080 1.306 1,0.059 0.877-1,0.039 0.613 1,0.024 0.399 4,0.014-0.020-3,0.003-0.585-5,-0.003-0.802 1,-0.006-0.889 0,-0.009-0.884 0,0.024 5.311 3,-0.052-5.003 1,-0.007 0.612 1,-0.005 0.506 0,-0.004 0.643-2,-0.004-0.351-4,-0.003-0.591 1,-0.002-0.706 0,-0.001-0.733 0,-0.003 6.184 4,0.002-4.624 0,0.000 0.667 0,0.000 0.467 1,0.001-1.118-4,0.000 0.217-1,0.000 0.203-1,0.000 0.182 1,0.000 1.389 0,0.000-0.432 2,0.000-0.616 0,0.000-0.688 0,0.000-0.136 1,0.000-0.576 0,0.000-0.467 1,0.000 3.745 0,0.000-1.774 1,0.000-1.378-2,0.207-1.028-1,6.447-6.765 3,-2.001-4.458-2,-0.067 0.448 0,-0.227 0.094 0,0.134-0.223-2,0.135-1.956 0,-0.980-2.589 0,-1.263-2.180-2,-1.617 4.989 2,-0.230-0.289 0,0.023-1.938-1,0.233-1.579 0,0.331-0.894 1,0.376-0.380 5,0.382-0.012-4,0.592-0.690-4,0.357 0.539 1,0.285 0.657 0,0.218 0.685 0,0.159 0.652 2,-0.315-0.334 2,-0.303-0.495 0,-0.391-0.258 0,-0.422-0.084 5,-0.481 0.874-1,-0.346 0.526-8,-0.308 0.637 1,-0.263 0.674 0,-0.204 0.039-1,-0.193 0.416 5,-0.145 0.290 1,-0.103 0.187-1,-0.069 0.107-2,-0.047-0.717 0,-0.021-0.729 0,-0.005-0.867 0,0.005-0.891-1,0.022 0.341 0,0.012-0.675 0,0.014-0.641 0,0.013-0.579 0,0.007-2.282-1,0.014-0.064 1,0.012 0.197 0,0.009 0.344-1,0.007 0.409 1,0.005 0.412 1,0.003-0.231-1,0.001 0.104 0,0.001 0.317 5,0.000 1.896 4,0.000 0.729-8,0.000 0.788-3,-0.000 0.787 1,0.000-1.103-1,-0.000-0.103 7,-0.000-0.384 1,-0.000-0.536-6,-0.000-0.421 0,0.000 0.569 0,-0.000 0.817 0,0.000 0.904 0,-0.000 1.223 22,0.000-2.617-30,0.000 16.878 15,-3.461-0.224-3,-0.655-1.980-5,0.056 5.358 0,2.339-3.005 0,0.278 0.969 2,0.285 0.401-1,0.267 0.007-2,0.237-0.245 1,0.200-0.388 0,0.162-0.452 0,0.125-0.459 1,0.092-0.430 1,-0.169 0.366-1,-0.321 0.505 1,-0.393 0.689-1,-0.407 0.751 0,-0.384 0.731 1,-0.339 0.661-1,-0.244 0.097 0,-0.292 0.307 0,-0.258 0.206 0,-0.218 0.126 0,-0.176 0.066 1,0.008 1.981 0,0.348 0.783-1,0.451 0.249 1,0.479-0.105 6,0.458-0.319-3,0.474-1.042-7,0.295 0.466 1,0.245 0.651-1,0.196 0.729 1,0.152-0.388 3,0.102 0.218 0,0.073 0.101 0,0.049 0.015-1,0.043 0.884 1,0.017-1.253 0,0.002-1.504 0,-0.006-1.554 0,-0.004 0.141 0,-0.018-0.343 7,-0.019 0.058-3,-0.017 0.295-4,-0.018-0.312 0,-0.009 0.491 0,-0.008 0.056 0,-0.006-0.232 2,-0.005-0.405 2,-0.003 0.015-5,-0.002-1.118-2,-0.001-1.179 1,-0.001-1.123 0,0.000-0.999 2,0.000 0.306 4,0.000 0.719 0,0.000 0.583 0,0.000 0.455-1,0.000-0.597-3,0.000 0.276-2,0.000 0.255-1,0.000 0.226 1,0.000 2.212 0,0.000-0.377 1,0.000-0.599 1,0.000-0.939-1,0.000-0.841 2,0.000-0.807 1,0.000-0.721-1,0.000 1.305 1,0.000-0.999-1,0.000 0.014 1,0.000-0.143-1,0.000 0.796 0,0.000 0.207-2,0.000 0.258-2,0.000 0.270 2,0.332 0.817 0,0.519 0.441 1,0.601-0.081-1,0.609-0.409 2,0.365-0.203 1,-0.033-0.749-4,-0.215-0.750 1,-0.311-0.689 0,-0.582-0.668 1,-0.225 0.343 2,-0.213 0.159 0,-0.192 0.023 0,-0.118 1.123-1,-0.188-0.118-1,-0.146-0.180-2,-0.111 0.340 0,-0.087-0.506 3,-0.053-0.535-1,-0.027-0.504 1,0.140 3.377 0,0.907-2.121 0,5.374-6.121 1,-0.250-1.712-1,-2.553-4.500 1,-3.084-1.022-1,-0.258-1.645-1,-0.149-0.610-1,-0.067-0.660-1,0.855 1.054 1,1.860-0.295 1,2.241-2.856-1,-2.614 5.294 1,0.919-4.896-1,-2.005 4.659 1,-0.249-0.502 0,-0.170-0.995-1,-0.240 0.050 0,-0.196 0.250 0,-0.154 0.360 0,-0.074-4.599 1,-0.208 1.460 1,-0.090 0.739 0,-0.014 0.267 0,0.035 0.503 0,0.042 0.544-1,0.034 0.321 1,0.024 0.089-1,0.015-0.311 0,0.007 0.049 1,0.002-0.391-1,0.000 0.086 0,-0.001-0.414 0,-0.001-0.842-1,-0.001-0.100 1,-0.001-1.100 0,-0.001 0.957-1,0.000 0.271 2,0.000-2.125-2,0.000 4.774 1,0.000 0.225-1,0.000 0.445 0,0.000-4.013 0,0.000 2.719 1,0.000 0.030 1,0.000 0.801 0,0.000-1.790 1,0.000-0.996 0,0.000 0.342-3,0.000 1.529-1,0.000 15.169 4,0.000-0.626-1,0.000-0.408 1,0.000-0.035-1,0.000 3.288-1,0.000 0.583-3,0.000-4.337 1,0.000 0.932 1,0.000 0.408-1,0.000 0.278 0,0.000 0.175 0,0.000 0.096 1,0.000 0.039 0,0.000 0.000 0,0.000 0.191 0,0.000-0.440 0,0.000-0.509 0,0.000-0.507 0,0.000-0.462 2,0.000-0.395 0,0.365 7.885 1,0.563-2.895 0,0.640 2.715 4,0.636 2.419-9,0.199-0.322-2,0.248 0.201 1,0.156-0.260-1,0.085-0.542 1,0.033-0.688 0,-0.003-0.734 3,-0.027-0.714 0,0.031-0.124 0,-0.160-0.713 0,-0.181-0.633 0,-0.180-0.533 0,-0.166-0.430 1,-0.144-0.331 0,-0.120-0.243 0,-0.095-0.169 0,-0.072-0.110-1,-0.052-0.063 1,-0.035-0.029 0,1.563 10.006 0,0.568 4.213 11,-0.001 0.811 3,-0.343-1.316-21,-0.596-2.906 1,-0.545-2.557 1,-0.534-2.565 1,-0.483-2.356 0,-0.411-2.029 5,-0.332-1.658 3,-0.079-1.688 0,0.841 2.441 0,2.195-4.394 5,3.300-5.971 0,-2.303-4.161-2,-3.380-2.114-8,-1.256-0.431 0,-0.118 0.086 1,0.114 0.096-1,0.068-3.669 1,0.008-2.490 3,0.001-1.951-6,0.001-0.397-1,0.000 0.616-1,0.000 1.208 2,0.000 1.490-1,0.000 1.553 1,0.000 1.474 1,-0.000 1.206-1,0.000 1.461 2,0.000-2.717 0,-0.000 1.033 13,-0.000 1.254-2,0.000-1.134-5,0.000-0.119-4,0.000 1.079-1,0.000-1.101-2,0.000 1.831 0,0.000-6.786 2,0.000 4.672 0,0.000-2.484 0,0.000 0.150-1,0.000 0.677-2,0.000 0.954 1,0.000 1.054-1,0.000 1.033 2,0.000-0.796 2,0.000 0.234 0,0.000 0.615 2,0.000 0.794 0,0.000-3.561 1,0.000 2.720-6,0.000-1.533 0,0.000 1.151 2,0.000-0.558 1,0.000 0.090-1,0.000 0.473 1,0.000 0.662-1,0.000-0.975-2,0.000-0.184 0,0.000 0.310 3,0.000 0.580 1,0.000 0.692 1,0.000-3.799-5,0.000 1.061-1,0.000-0.524 3,-0.401-1.416 0,-2.294-0.600 0,-1.747 1.359 1,0.491 0.147-1,0.854-1.330 0,1.044-0.412-1,0.847 0.232 0,0.538 5.166 0,-1.621-5.075 4,-1.645 1.615-1,-0.290 1.553-2,0.831 0.711 0,1.141 0.427 1,0.999 0.572 0,0.603-2.250 0,0.650 1.670-1,0.138-2.177 5,0.013 2.086-7,0.052 1.098 0,-0.194 12.131 4,-0.011 0.229 0,0.001 0.687-1,-0.396-0.564-2,-2.411 0.062 0,-3.058 2.018-2,1.877-3.629 2,-1.199 1.655-1,-0.213 0.922 0,0.024 0.865-1,0.167 0.757 1,0.240 0.625 1,0.716-0.207-1,0.671-0.089 1,0.705-0.234 0,0.670-0.305-1,0.595-0.326 3,0.495-0.456 0,0.408-0.628 0,0.311-0.633-1,0.226-0.584 1,0.183 4.474 4,0.208 1.306-2,-0.073-5.016-3,-0.001 0.141-1,-0.011 0.012 1,-0.016-0.074-1,-0.019-0.125 1,-0.019-0.149-1,-0.013 0.256 0,-0.020-0.725 1,0.004 4.008-1,-0.038-2.729 2,-0.023 0.841 2,-0.005 0.694 0,0.009-2.493-1,0.002 0.891-1,0.002 0.517-1,0.000 0.095 0,0.001-0.114-1,0.000-0.278 1,0.000-13.847 0,0.000-0.500 0,0.000-1.160 0,0.000 0.219 0,0.000-3.628-1,0.000 5.004 1,0.000-0.184 0,0.000-0.088-1,0.000-0.022 0,0.877-3.639-1,1.766 2.868 1,1.418 2.174 3,-0.154-2.088 0,-0.829-4.024-2,-1.748 4.728-1,0.185-0.668 0,0.287-0.567 0,0.343-0.467-1,0.549-1.961 1,-0.089-0.283 0,-0.248-0.101-1,-0.333 0.023 1,-0.319 0.251 1,-0.376 0.939-1,-0.341 1.079 1,-0.292 1.082-1,-0.238 0.999 1,-0.052-4.393 4,-0.363-0.527 0,-0.158 0.589 0,-0.059-1.386-5,0.086 3.813-1,0.012-0.533 3,0.014-0.231 1,0.014-0.027-3,0.013 0.433-2,0.010 0.158 1,0.008 0.176 0,0.007 0.173 0,0.005 0.157 3,0.003 1.294-1,0.002 0.289 1,0.003-5.228-1,-0.000 5.265 2,0.000-0.043 0,0.000-0.125 0,-0.000-0.167-1,-0.000-0.182-2,0.000-0.156 0,0.000-3.655 7,-0.001 3.058-12,-0.001 13.659 11,0.000 0.189 0,0.000 0.241-3,0.000 0.180-4,0.000 3.752 0,0.000-3.675 0,0.000 0.179 1,0.000-0.109-1,0.000-0.279 0,0.000 4.463 1,0.000-5.209 1,0.000 0.398 0,0.000 1.711 0,0.000 0.424-1,0.000 0.300 0,0.000 0.198 1,0.000 1.055-1,0.000-0.017 0,0.000-0.112 0,0.000-0.160 0,0.000-0.666 1,0.000 0.510 0,0.000 0.184 0,0.000-0.045 2,0.000-0.196 1,0.000-0.092-4,0.000 0.329-2,0.000 0.452 1,0.000 0.508-1,0.000 2.360 2,0.000-0.809 1,0.000-1.194-1,0.000-1.319 1,0.000 0.727 1,0.000 0.294 3,0.000 0.007 1,0.000-0.168-1,0.000-2.114-6,0.000-0.071 0,0.000-0.007-1,0.000 0.036 1,0.000 1.134 2,0.000-0.612 0,0.000-0.756 0,0.000-0.784 1,0.000-0.295 0,0.000 0.140 1,0.000 0.356 0,0.000 0.463-3,0.000 0.493 0,0.000 0.046 0,0.000-0.142 0,0.000-0.284 0,0.000-0.351 0,0.000-0.365 1,0.000-0.346 0,0.000-0.569 1,0.000 4.356-1,0.000-2.980 1,0.000 0.194 3,0.000-1.954 1,0.000-12.550-2,0.000-0.028 0,2.068-0.778-2,1.513-0.446-3,1.086-3.475-1,-2.523 4.058 2,-0.281-0.019-1,-0.325 0.381 1,-0.326 0.600 1,0.349-3.844-1,-0.860 2.502-1,-0.518-4.968 2,-0.201 3.968 5,-0.036-1.053-3,-0.018-0.789-5,-0.001 0.429 1,0.003 0.320-1,0.007 0.529 1,0.010 0.619-1,0.010 0.628 2,0.010 0.584 1,0.008 0.511 0,0.009-0.239 0,0.005-0.659 1,0.004-0.443 0,0.003-0.270 4,0.002-0.138 0,0.001 0.505-7,0.001-0.152-1,0.000-0.165 1,0.000-0.166 0,0.001-5.512 1,-0.000 1.665 1,-0.000 0.322 0,-0.000 2.879 1,0.000 0.563 1,-0.000 0.579-2,0.000 0.559-2,-0.000-2.120 0,0.000-0.916 5,0.000-1.219-1,-0.000-0.354-4,0.000-0.108 1,0.000 0.166 0,0.000 0.322-1,0.000 1.406 2,0.000 1.132-1,0.000 1.220 1,0.000 1.186 0,0.000-3.350 1,0.000 3.062 2,0.000 0.506 2,0.000 12.577 0,0.000 0.502 0,0.000 0.426-4,0.000-1.118-3,0.000 4.885 0,0.000-4.325 1,0.000 0.511 1,0.000 0.006-2,0.000-0.053 0,0.000-0.197 0,0.000-0.282 0,0.000 0.030 0,0.000-0.359 2,0.000-0.345 2,0.000 5.831 0,0.000-5.727-1,0.000 0.086 0,0.000 0.131-2,0.000 0.148 0,0.000 0.577 0,0.000 0.578 0,0.000 0.170 0,0.000-0.110 3,0.000 0.029 0,0.000 0.118-1,0.000 0.169-4,0.000 0.192 1,0.000-0.359 2,0.000-0.455 0,0.000-0.586-1,0.000-0.635 1,0.000 4.365 0,0.000-4.460 1,0.000 0.793 1,0.000 1.067-2,0.000 1.138-1,0.000-0.751 1,0.000 0.202-1,0.000 0.054 0,0.000-0.047 1,0.000-0.109-1,0.000 0.226 0,0.000-1.346 17,0.000 2.826-26,0.000-4.041 4,0.000-12.319 12,0.000-0.229 0,0.000 0.067-2,0.000-1.858-5,0.000 1.702 0,0.000-1.348 0,0.000-1.891-1,0.000-0.009 1,0.000-2.257 1,0.000 4.592-1,0.000 0.236 0,0.000 0.509 0,0.000 0.641 0,0.000-4.055 0,0.000 2.550 1,0.000 0.895 1,0.000-0.786 1,0.000-0.950 0,0.000 0.297-1,0.000 0.362-2,-0.253-0.364 1,-1.587-0.335 0,-2.282-1.156-1,-0.708-1.447 0,2.161 4.841 1,-0.216 0.103 0,-0.274 0.182-1,-0.285 0.214 1,0.135 0.369 0,-2.069-4.038 0,1.997 1.541 0,1.701 1.130 2,1.019-0.553-1,-1.227-2.105 0,-2.688-0.796-1,-0.718 2.063-1,0.425 2.874 1,-1.024 1.751-1,-1.328 3.117 1,0.335 1.055 0,0.649-0.512 2,-0.216-0.182 0,-0.750-0.034-1,0.915 0.008-2,-1.754 2.406 1,1.587 1.736-1,0.897 1.746 1,0.909 2.081-1,-1.290-0.721 1,-0.167-1.036 0,1.474 0.364 0,1.925 0.105 1,1.210 0.904-1,0.839 0.674 0,0.672-0.486-1</inkml:trace>
</inkml:ink>
</file>

<file path=ppt/ink/ink4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4:51"/>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3065.364 1233.546 767,'0.000'6.133'0,"0.000"0.109"0,0.000-0.096 0,0.000 1.260-6,0.000 0.822 5,0.000-1.260 0,0.000 0.304 1,0.000-0.105-1,0.000 0.092 0,0.000-0.931 0,0.000 0.151 1,0.000-0.093 0,0.000 0.097 1,0.000 1.564-1,0.000 0.262 1,0.000 0.702 0,0.000-0.258-2,0.000-0.903 1,0.000-0.683 0,3.579 1.079 0,1.415 1.507 1,-0.676-0.545-3,-1.365-1.245 0,-1.251-0.775 1,-0.896-0.267 1,0.456 0.277 1,1.663 0.108 1,1.444 0.101-3,-0.358-0.002 1,-1.153-0.052 0,-1.239-0.700 0,-0.792-0.233 0,-0.520-0.192 1,0.008 1.926-1,4.117-3.680 2,1.803-4.954-2,-0.210 0.311 1,-4.677-5.987 0,2.501 0.688-1,1.267-1.068 0,-0.740-0.606-2,-1.419 0.260 1,-1.353 0.712 0,-0.824-1.932 0,-0.821 1.094 1,-0.172-0.695 1,0.040-0.990 1,0.104 2.254-2,0.034-0.645 0,0.018-2.581-1,0.014 2.339 0,0.003 0.012 0,0.002 0.391-1,0.001 0.586 1,0.003-4.402 0,-0.001-0.461 1,-0.001 0.204 3,-0.001 1.735-1,-0.001 1.953-3,-0.001 0.110-1,0.000-2.330 2,0.000 0.341 3,0.000 1.291-3,0.000 1.294-2,0.000 0.210 0,0.000 0.167 4,0.000-0.212-1,-1.699 0.594 1,-4.861 5.766-1,0.514 0.111 1,2.579 6.499-2,3.132 1.745 1,0.288-1.652-2,0.068 1.460 0,0.022 0.574-1,-0.006-0.048 2,-0.011 0.672-1,-0.010 0.586 0,-0.008 0.018-1,-0.005-1.317 1,-0.003-1.561 0,-0.001 1.100 2,-1.024-1.519 0,-2.132-1.309 0,-1.723 1.445 0,0.535 0.015 0,1.246-0.371-1,1.242-0.410 0,0.738 2.698-1,1.036 1.450 2,0.230 0.206 0,0.017-0.170-2,-0.033-1.397 0,-0.188 0.024-2,-0.863 1.148 3,-0.964-2.385 2,-2.231-1.582 0,-2.289-4.308-3,1.673-5.991 2,4.844-1.685 1,0.034-0.707-1,-0.148-0.961-1,-0.001 0.799 0,0.000-1.271-1,0.001 0.771 0,0.000 0.845 1,0.001-1.550 0,0.000 0.971-1,0.000 0.605 1,0.000 0.161 1,0.000-0.944-1,0.000-3.715 0,0.000-1.043-1,0.000 5.838-1,0.000-0.060 1,0.000-5.335-1,0.000 1.164 0,0.000 1.091 2,0.000 0.776 0,0.000 0.437 0,0.000 0.375 0,0.000 0.317 2,0.000 0.466 1,0.000-0.498-1,0.000-0.456-2,0.000 0.314 1,0.000 0.451-1,0.000 0.511-1,0.000-0.831 1,0.000 0.569 0,0.000-0.242 1,0.000-0.099-1,0.000 0.411 1,0.000-0.238-1,0.000 0.202 3,0.000 0.694-7,0.000 12.580 8,0.000 1.252 0,0.000 0.874-7,0.000-2.141 1,0.000 1.910 0,0.000-1.612 0,0.000 0.293 1,0.000 2.255 3,0.000 0.814-1,0.000-0.124-3,0.000-0.736-1,0.000-1.065 3,0.000-0.490 0,0.000 0.425 1,0.000 2.536 1,0.000-4.224-3,0.000-0.016 0,0.000-0.101 0,0.000 5.255-1,0.000-1.672 1,0.000 0.759 2,0.000 1.872 0,0.000-5.976-1,0.000-0.104 0,0.000-0.247-1,0.000 5.133 1,0.000-1.283-1,0.000-0.993 0,0.000 0.231 0,0.000 0.259 1,0.000 0.399 1,0.000-0.143 0,0.000-1.224 0,0.000-1.209-1,0.000-1.009 1,0.000 1.736 1,0.000 0.605-1,0.000-2.300 1,0.000 1.777-2,0.000 1.701-1,0.365 0.247 0,2.131-0.158 0,2.255-0.064 0,-0.094-0.123 1,-1.468-0.738 0,-1.353-0.509 0,-0.929-0.118 1,-0.572-0.025-1,-0.312 0.351 1,-0.148-0.275-1,-0.032-0.765 0,0.019-0.217-1,0.042 0.563 1,0.045 0.085 1,0.029 0.023 0,0.016-0.050-1,0.006-0.082-1,0.004 1.144 1,0.000 0.523 0,-0.001-0.758-1,-0.002-1.780 1,-0.000 0.230 0,-0.001 0.457 1,-0.000 0.106 0,0.000 0.689-1,0.000 0.049 0,0.000-0.983-1,0.000-0.750 1,0.000 0.180 0,0.000 0.621-1,0.000 0.591 0,0.045 0.115 1,0.260-1.971-1,1.593-0.221 1,4.346-6.804 2,-0.081 0.611 0,0.627 0.020 0,-0.292-0.003-1,0.060-0.393-1,-3.784-6.022 1,-2.902-0.132-1,0.010-2.182 0,0.084 0.806 0,0.028 1.882-1</inkml:trace>
</inkml:ink>
</file>

<file path=ppt/ink/ink4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4:53"/>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3120.364 1561.546 767,'0.000'6.306'0,"0.000"-0.195"0,0.000 0.637-5,0.000 2.674 4,0.239-1.271 0,1.504-1.606 0,2.295-0.700-1,0.748 0.365 2,-1.258 0.109 1,-1.314 0.065-1,-0.928 0.461-1,-0.672 0.762 1,-0.445 0.542-1,-0.254 1.905 2,-0.080 0.149-1,0.016-1.086 0,0.036-0.941-1,0.038-0.641 0,0.027 0.577 0,0.051-1.501 2,0.006-0.141 0,3.528-1.149 1,3.723-1.292 0,-2.258 1.425-2,-1.799 0.401-1,1.925-2.357 1,1.348-2.166 1,-0.639 0.386-1,-6.295 4.423 0,0.462 0.066 0,-0.005 0.923 0,0.000-0.021 1,5.190-1.354-1,-0.729-1.089 0,-0.643 0.746-1,-1.127 0.403 0,-0.722 2.743 0,-0.629 0.076 0,1.149-2.753 1,1.463 0.036 0,0.208 0.085 0,-1.018 0.120 0,-1.215 0.102 0,0.528-0.735 0,4.792-0.716 2,-0.739-3.186-1</inkml:trace>
</inkml:ink>
</file>

<file path=ppt/ink/ink4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4:55"/>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3120.364 1561.546 767,'0.000'6.161'0,"0.000"0.573"0,0.000-0.122 0,0.000-0.001 0,0.000 0.001 0,0.000 1.432-9,0.000 0.281 11,0.000-1.706-2,0.000 0.519-1,0.000 0.326 0,0.000 0.161 1,0.000-0.007-1,0.000-0.089 1,0.000-0.107-1,0.000-0.094 1,0.000 0.312 0,0.000 0.579 1,0.000 0.354-1,0.000-1.205-1,0.000 0.042 1,0.000-0.850 0,0.332 0.087 0,6.633-4.383 2,0.543-1.675 0,-0.861-0.541-2,-0.409-0.211-1,0.179 0.424-1,-1.440 3.425 2,-0.107 1.033 0,-0.502 0.548 0,-0.153 2.225 0,-2.482-0.964 0,-1.448 0.309 0</inkml:trace>
</inkml:ink>
</file>

<file path=ppt/ink/ink4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4:58"/>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3138.364 1524.546 767,'0.000'6.303'0,"0.000"-0.223"0,0.591 1.010-6,2.480-0.403 5,0.272 0.167-1,0.642 2.253 0,-1.815-3.243 1,0.114 0.223 0,0.094-0.100 1,0.075-0.302 0,2.607 4.404-1,-0.153-0.107-2,-1.762-1.010 3,-1.351-0.858 4,-0.744 0.962-1,-0.630 0.218-5,-0.399-0.991 2,-0.163-1.019 0,-0.030-0.198 0,0.020 0.550 0,0.042 0.291 1,0.046-0.132 0,0.033-0.652-2,0.024-0.963 1</inkml:trace>
</inkml:ink>
</file>

<file path=ppt/ink/ink4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5:06"/>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3229.364 1924.546 767,'4.347'4.588'0,"-0.157"-0.166"0,-0.013-0.012 0,0.001 0.000 0,1.699 5.403-8,-1.698-2.972 8,0.390 0.339-1,0.154-0.101-1,-0.771-1.071 0,-0.429-0.350 0,-0.520-0.369 1,1.393 4.255-1,-1.431-1.210 4,-0.319-1.710 2,3.682-5.202-2,0.203-2.058 0,-0.417 0.632-2,-0.049 0.015 0,0.081-0.012 0,-2.973 5.221 1,-3.268 1.088 0,2.056-0.565 0,5.970-4.692-2,-2.530 2.584 1,-2.621 3.086-1,1.599-1.367 1,2.315-2.337-1,-1.007 0.604 2,-4.022 3.314-1,-1.620-0.529 0,6.063-5.429 0,0.009-0.972 1,-0.033-0.006-1,0.021 0.000 0,0.628 0.000-1,-2.767 6.535 2,-0.635-0.100-1,3.007-1.820 0,-1.055 2.506-1,-1.852 0.084 0,0.427-2.598 1,2.309-5.131-1,0.167 0.536 1,-0.781 3.020 0,-1.022 1.377 0,0.346 0.507 0,-0.761 1.639 1,-2.613 1.331-1,0.631-1.724 1,2.899-2.888-1,1.062-2.692 0,-2.349 4.711 0,-0.841 0.839 0,3.114-1.256 0,-1.630-0.638 0,-1.216 1.315-1,-0.771 1.791 1,-1.854-0.662-1,-1.029-0.235 1,0.730-0.028-1,6.092-5.091 3,0.040-1.435-1,-1.777 5.284 0,-4.090 2.628-1,-0.439-1.154 0,-0.161-0.338-1,0.012-0.257 0,7.432-3.361 1,0.936-1.457 2,-1.992-0.919-3,-0.201-0.565 0,0.167 0.254-1,-9.157-5.562 2,-1.530 1.136 1,-0.002-0.001 0,1.054-1.750 0,2.913-1.758-1,-1.870 0.906 0,-2.569-0.108-1,0.669 2.223 0,0.598-0.222-1,0.534-2.584 3,-1.742 0.549-1,-0.457 3.470 2,-0.511-0.396-1,2.547-1.743-2,3.674-0.586-1,-7.763 3.124 4,1.217 0.602-1,2.038-4.068-1,2.312 0.243-1,-4.407 4.075 2,-0.435 2.775 0,3.051-6.292-1,2.957-0.627 0,-1.640-0.715 0,-1.366 2.410-1,-1.470-0.030-1,0.321 0.223 1,2.788-1.149 1,2.156-0.390 1,-0.377-0.032 0,-7.439 4.975 0,1.104 1.217 0,-0.428 0.129-1,-0.015 0.005-1,0.854-0.050 0,-0.206-0.006 1,-0.399 0.002 0,0.690-2.252 0,4.720-4.148 1,0.928-0.661 0,0.440 0.081-2,0.098 0.902 0,-0.564-0.049-1,-5.894 3.872 3,-0.024 2.104 1,1.428-3.491-1,4.611-3.350-1,-3.211 1.020 0,-3.206 4.495 0,0.583-1.612 0,4.259-2.732 0,1.887-0.626-1,-2.711 0.815 1,-1.658 1.342-1,-0.051 0.036 0,0.053 0.042 1,-2.530 2.328 0,0.732 1.761 1,-0.294-2.824 0,4.779-4.917 0,-0.443 1.210-1,-1.999 0.129-2,-1.332 0.232 1,1.254 1.632-1,2.243-1.060 2,2.104-0.620 1,-0.169 0.275-1,0.002-1.623 2,-0.939 1.229-1,-3.707 2.237 0,-2.458 2.620-1,-0.777 1.300-1,-0.069 0.141 0,2.516-3.564 1,3.220-4.185 0,1.819 1.229 1,0.394-0.313-2,0.136-0.376 0,0.023-0.548 0,-0.027 0.087 1,-0.042 0.389 0,-0.279 1.097-1,-3.146-0.017 1,-3.716 1.120 2,2.022-0.335 0,2.705-0.653-3,1.943-0.074 1,0.767 0.235 0,-0.384 0.065 0,-2.071 0.113-1,-3.805-0.278 1,1.833 0.317 0,0.290-1.814 0,-0.432 0.494-1,-0.521 2.453 0,-2.128 1.052 2,1.951-1.175 0,1.958-3.581 0,-3.064 0.025-1,-0.515 1.282-2,0.864 2.465 1,-0.783 1.575 0,0.385 2.637 0</inkml:trace>
</inkml:ink>
</file>

<file path=ppt/ink/ink4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5:24"/>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3974.364 3470.546 767,'-6.329'0.000'0,"0.200"0.000"0,-0.261 0.000-5,-1.591 0.000 4,0.466 0.000 0,-3.948 0.000-1,4.552 0.000 1,-0.675 0.000 0,-0.533 0.000-1,-0.400 0.000 1,-0.284 0.000 0,-0.189 0.000-1,0.723 0.000 2,-0.115 0.000-1,-0.118 0.000 0,-0.112 0.000 1,-0.196 0.000 0,0.476 0.000 0,0.587 0.000-1,0.608 0.000 1,-4.563 0.000 2,0.607 0.000 1,0.079 0.000-4,4.716 0.000 1,-0.166 0.000 0,-0.163 0.000 0,-0.147 0.000-1,-0.125 0.000 1,0.430 0.000 0,-0.128 0.000 0,-0.138 0.000 0,-0.135 0.000 0,-0.125 0.000 0,0.160 0.000-1,0.212 0.000 1,0.281 0.000 0,0.308 0.000 0,-5.436 0.000 2,-0.363 0.000 0,5.667 0.000-2,-0.695-0.067-1,0.812-0.103 1,-2.971-0.512-1,2.450-1.061 1,5.881-4.504 3,1.434-0.086-1,5.222 3.706 1,0.122 1.262-2,-1.904-4.106 0,0.089-0.931-1,4.404-1.482-3,-3.656 3.998 2,0.313-0.156 0,0.139-0.133 0,0.018-0.109 0,0.249 0.120 0,0.075 0.492 0,0.075 0.598 1,0.069 0.618-1,0.060 0.581 1,0.050 0.512 0,4.594-0.054-1,1.605 0.810 0,-4.890 0.512 2,-0.015 0.108-1,-0.200 0.070 0,-0.308 0.041 0,0.303 0.036 0,-0.456 0.001 0,-0.441-0.012 1,4.602 0.079 0,-1.812-0.086 1,-0.967-0.063-2,-0.041-0.043 1,-0.486-0.029-1,-0.279-0.012 1,-0.128-0.003 0,-0.036 0.002-1,0.115 0.003 0,1.313 0.002 0,1.329 0.002-2,1.019 0.001 1,-0.974 0.000 0,-1.277 0.000 1,-1.273 0.000 1,-1.040 0.000 0,1.939 0.000 0,0.600 0.000 1,1.535 0.000-1,-0.493 0.000-2,-0.918 0.000-1,-1.566 0.000 0,-1.199 0.000 3,2.194 0.000 1,-2.328 0.000-2,0.367 0.000 1,1.054 0.000-1,1.594 0.000-1,1.657 0.000-1,-0.038 0.000 0,-1.458 0.000 1,-1.414 0.000 2,-1.023 0.000-1,-0.605 0.000 1,0.811 0.000 1,2.659 0.000-1,0.001 0.000 0,-1.167 0.000-2,-1.042 0.000-1,-0.069 0.000 0,-0.097 0.000 3,-0.224 0.000 1,0.067 0.000-1,2.240 0.000-1,2.834 0.000-1,-5.324 0.000 0,-0.328 0.000 0,-0.573 0.000 0,3.998 0.000 0,-2.401 0.000 2,1.315 0.000-1,-2.520 0.000 1,1.483 1.656 2,-3.315 3.351-1,-2.747 2.279-1,-1.602-0.497-1,-0.596 0.809-1,0.099-0.644 0,0.198-0.920 2,-1.263 0.832-1,-3.133-1.092 1,-0.570 0.550-1,-2.359-1.089-2,-5.358-1.129-1,2.939-2.595 2,-1.936-0.424-1,0.508-0.398 0,-0.379-0.229 0,-0.092-0.182-1,0.104-0.138 1,-0.674-0.104 0,-0.129-0.074 2,-0.162-0.044-1,-0.171-0.022 1,-0.474-0.013 0,0.425 0.005-1,0.553 0.012 1,0.588 0.016-1,1.587 0.021 2,0.385 0.013 0,0.299 0.012 0,0.223 0.010 0,0.342 0.009 0,-0.390 0.006 0,-0.533 0.005 0,-0.600 0.004-1,-0.937 0.003 0,-0.086 0.002-1,0.102 0.001 0,0.218 0.000 0,-0.822 0.001 0,0.446-0.000 1,0.475-0.000 0,0.453-0.000 1,1.088-1.326-1,0.628-0.751 1,0.606-0.328 0,1.450 0.336 4,0.021 0.093-4,-0.120 0.170 2,-0.213 0.213-5,-1.260 0.042 1,0.269 0.320 1,0.432 0.295-1,0.505 0.257 1,0.514 0.215 0,0.482 0.171 1,-4.887 0.068 0,1.915-1.593 1,3.500-2.893 2,2.687-0.972-3,1.510-2.792 0,1.592 0.982-2,3.212-0.976 0,1.497 2.121 1,1.133 1.230 0,0.823 1.528 0,5.750 0.335-1,-4.820 1.389 1,0.498-0.264 1,0.238-0.282-3,-0.687 0.163 0,-0.335 0.166 0,-0.429 0.253 0,-0.461 0.292 0,-0.448 0.296 1,5.016-0.429 1,2.642 0.823 0,-3.715 0.661 1,0.375 0.114 0,-0.286 0.075 0,-2.730 0.024-1,-0.442 0.017 1,-0.442 0.009-3,-0.420 0.003 0,0.528 0.009 1,-0.561-0.006 4,4.668 0.038 1,-1.505-0.038-4,-0.928-0.031-1,4.055-0.021 0,-1.098-0.012 3,1.943-0.002 2,1.191-0.001-8,-0.062-0.000 0,0.316 0.000 0,0.117 0.000 0,-0.018 0.000 0,-0.218 0.000 3,-0.499 0.000 1,-1.094 0.000 0,-1.395 0.000 0,-1.483 0.000 6,1.944 0.000-2,0.298 0.000-7,-0.435 0.000 4,-0.855 0.000 2,-0.938 0.000-1,-0.757 0.000-2,-0.649 0.000-3,-0.530 0.000 2,-0.413 0.000 2,0.085 0.000-1,0.274 0.000 1,-0.063 0.000 0,-0.282 0.000 1,0.312 0.000 2,0.019 0.000-4,0.092 0.000-2,0.132 0.000 0,-0.581 0.000 2,-0.446 0.000 0,-0.546 0.000-1,-0.576 0.000 1,5.769 0.000 1,-5.547 0.000 1,0.306 0.000-1,0.384 0.000-1,-0.457 0.144-1,4.015 0.823 0,-4.063 0.936 1,-2.131 3.787 1,-4.786 0.961 0,-0.462 0.060-1,0.438-0.104 1,-1.592 0.554 0,-3.506 0.072 1,-6.021-2.268-1,3.390-3.025 0,-0.939-0.409-1,0.677-0.456-2,0.190-0.282 0,0.388-0.239-1,0.484-0.193 1,0.844-0.156 1,0.126-0.098 2,0.026-0.072 0,-0.042-0.050 0,-0.086-0.033-1,-1.985-0.037-1,-0.929-0.008 1,-0.958 0.003 0,-0.893 0.010-2,0.724 0.019 1,-0.081 0.012 0,0.058 0.011 0,0.142 0.010-1,0.091 0.010 2,-0.577 0.006 0,-0.300 0.005 1,-0.094 0.003 1,-2.784 0.003 3,-0.143 0.002-9,-0.032 0.002-1,0.035 0.000 3,1.675 0.000 1,0.503 0.000 0,0.536-0.000 1,0.519-0.000-1,1.220 0.000 2,0.909-0.000 1,0.931-0.000-1,0.880-0.000 0,0.787 0.000 0,-4.643 0.000 4,0.024-0.000-2,-1.396 0.000-3,5.190 0.000 0,-0.432 0.000 0,-0.395 0.000 0,0.755 0.000-1,0.119 0.000 1,0.210 0.000-1,0.258 0.000 0,-0.502-0.130 1,-3.583-0.746 2,4.401-0.853 1,2.462-3.464-2,5.284-1.820 2,5.553 4.257-1,-0.773-1.781-1,1.357-0.944-1,2.749 0.562-2,-4.327 2.120 1,0.213-0.277 1,0.352-0.137 0,-0.155 0.252-2,-0.254 0.379 0,-0.297 0.433 1,3.010-1.700 0,-0.647 0.194 2,0.163 0.139 0,-0.414 0.554-1,0.140 0.432 0,0.142 0.462-2,0.133 0.448 0,0.201 0.354 2,-0.711 0.391-1,-0.861 0.314 1,-0.881 0.240-1,3.955 0.149 3,-1.916 0.296 0,0.431 0.083-1,1.016-0.015-1,-2.734-0.110 0,0.696-0.017 1,0.068-0.016-1,-0.321-0.014 1,-0.532-0.012 0,-0.736-0.009-2,4.266-0.003-2,-2.183-0.014 4,-1.398-0.004 1,0.510 0.000 0,1.456 0.001-3,1.288 0.001 0,0.328 0.002 0,-0.221 0.001 1,-0.393 0.000 0,-0.423 0.000 1,0.238 0.000-1,0.681 0.000 0,1.310 0.000-2,-5.569 0.000 1,5.431 0.000 0,-1.370 0.000 3,-0.509 0.000 0,-0.369 0.000-1,-1.212 0.000 0,-1.025 0.000 0,1.395 0.000-1,-0.720 0.000 0,0.304 0.000 1,-1.512 0.000 0,0.163 0.000-2,0.383 0.000 1,0.811 0.000 0,0.992 0.000-1,-0.139 0.000 1,-0.590 0.000-1,-0.295 0.000 1,-0.469 0.249 0,-0.977 0.992 0,-4.396 4.911 1,-2.649 0.512 1,0.613 0.187-1,0.026 0.387-1,-2.871 0.392 0,-2.151-0.769-1,-2.115 1.100 0,-1.123 0.237-1,0.440-1.778 0,0.951-2.248 1,0.958-1.923 1,-1.885 2.110 2,1.809 0.465 0,-2.195 1.371-1,-0.742 1.022-3,0.522-1.065 1,-0.236-1.648 1,0.165-1.739 0,0.569-1.364 1,0.602-0.889-1,-0.782-0.502 0,-1.155-0.212 0,-1.169-0.026-1,0.628 0.059 0,0.907 0.059 0,1.047 0.051 2,0.119 0.035 0,-0.140 0.022 0,-0.737 0.010 0,-0.265 0.002 0,0.990-0.001-1,-0.419-0.002-1,-1.735-0.002 1,0.072-0.001 0,0.988-0.001 0,1.595 0.000-1,-1.244 0.000 2,1.603 0.000-1,-2.006 0.000 1,0.761 0.000-1,-1.689 0.000-1,-1.737 0.000-1,5.626 0.000 0,-5.042 0.000 0,1.316 0.000 2,0.706 0.000 2,0.438 0.000-1,0.806 0.000 1,0.797 0.000-2,0.775 0.000 0,0.072 0.000 0,-0.526 0.000 0,-0.524 0.000-1,-0.400 0.000 0,-0.508 0.000 0,0.043 0.000 1,0.139 0.000 2,0.814 0.000-1,1.059 0.000 0,-1.601 0.000-1,-1.475 0.000 0,-2.167 0.000 2,0.104 0.000-3,0.914 0.000-2,1.058 0.000 0,0.450 0.000 1,0.341 0.000 4,1.180 0.000 0,1.167 0.000 0,-1.319 0.000-2,-1.812 0.000 0,0.344 0.000 1,-0.199 0.000 1,0.188 0.000-5,0.562 0.000 1,-0.129 0.000 3,-1.068 0.000 0,0.101 0.000-1,-0.197 0.000 0,0.409 0.000 0,0.928 0.000 0,0.921 0.000 0,0.307 0.000 0,-0.332 0.000 0,0.363 0.000 1,0.175 0.000 0,0.256 0.000-1,-0.075 0.000 0,0.516 0.000-1,-2.274 0.000 2,-0.030 0.000-1,-0.392 0.000 0,0.349 0.000 0,2.280 0.000 1,-0.834 0.000-2,-0.700 0.000 1,-0.795 0.000 0,1.443 0.000 0,-0.729 0.000-1,0.522 0.000 1,0.920 0.000 0,-1.425 0.000 1,0.861 0.000 1,-0.711 0.000-2,-0.646 0.000-1,0.023 0.000 1,0.044-1.544-1,3.597-3.060 2,0.128-0.080-1,-2.167-0.239-1,-0.426 2.676-1,-0.890 1.660 3,-0.217 0.686 1,0.550 0.137-2,-1.105-0.061 0,-0.144-0.110-1,1.404-0.036 1,0.651-0.021 0,0.579-0.024-2,0.113 0.018 0,-0.047 0.000 0,-0.544 0.000 5,0.036 0.000 0,-0.833 0.000-1,-0.337 0.000-2,-1.003 0.000 0,2.848 0.000-1,-0.139 0.000 0,-0.334 0.000 0,-1.464 0.000 1,0.348 0.000 0,0.492 0.000 0,-0.081 0.000 0,-1.982 0.000 0,-2.016 0.000-2,1.739 0.000 6,2.174 0.000-8,13.330 0.000 7,0.127 0.000 0,1.355 0.000-2,-1.271 0.000-2,1.576 0.000-1,1.399 0.000 0,-0.213 0.000 0,-1.228-0.218 3,-0.320-2.694-1,-2.481-3.280 2,2.102 2.067-1,1.495 1.124-1,0.024 1.169-2,-0.800 0.911 0,-0.948 0.590 2,1.354-1.276 1,-2.148-0.759-1,0.440-0.267 0,0.090 0.074 0,-0.446 0.333 0,-0.414 0.344-1,4.258-0.788-2,-1.749 1.250 4,3.911-0.093 1,-5.041 0.305-1,0.227-0.360 1,0.021-0.345-3,-0.105-0.306-1,-1.008 0.212 0,-0.449 0.154 0,4.345-1.111-1,-1.658 1.065 5,-0.830 0.884 0,-0.015 0.601 1,0.167 0.348-2,-0.471 0.161 1,-0.511 0.039-2,2.333 0.010-1,-1.508-0.081 2,2.036-0.028-1,1.276-0.022-1,0.604-0.013-2,-0.987-0.006 1,-1.525-0.001 1,-1.466 0.000 2,-1.002 0.001 0,-0.489 0.001 0,0.207 0.000 0,0.909 0.001 1,0.238 0.000-2,-0.418 0.000 1,-0.263 0.000-2,1.539 0.000 1,4.125 0.000 0,-5.828 0.000 0,-0.499 0.000 0,4.959 0.000-3,-1.720 0.000 1,-1.328 0.000 3,-0.102 0.000 0,0.526 0.000-1,0.658 0.000-1,-0.583 0.000 1,1.704 0.000-1,0.522 0.000 1,-0.237 0.000-1,0.627 0.000 1,-0.145 0.000-2,-0.721 0.000-1,-1.010 0.000 5,-1.101 0.000 1,-1.974 0.000-3,4.235 0.000-3,-1.851 0.000 4,0.460 0.946 3,1.250 1.864-2,-4.521-0.706-3,0.254 0.216 1,-0.195-0.091-1,4.695 1.462 0,-1.625-1.261 1,-1.906-0.577 1,-1.143 0.421 0,1.554 2.405 0,-1.297-1.034 0,5.606-0.573 0,-4.253-1.867 0,1.520-0.133-2,-0.149-0.274-2,-0.537-0.236 1,-0.728-0.193 0,-0.781-0.149 0,4.023-0.073 3,-2.322-0.198 0,-1.524-0.065 2,0.470 1.583 0,-4.090 5.053-1,-4.084 0.192 0,-2.197-1.254-2,-1.952 0.635-1,-1.451-1.013 0,-0.738-1.727 0,0.435-1.650 1,-0.763-0.856-1,-3.950-0.583 2,4.641-0.295-1,-0.622-0.053-1,0.620-0.006 0,-0.403-0.006 0,-0.388 0.002-1,-0.351 0.008 1,-1.677 0.001 0,-0.229 0.016 0,-0.088 0.016 1,0.005 0.015-1,1.689 0.014 0,0.594 0.007 1,0.661 0.006 0,0.660 0.004-1,-5.020 0.004 3,1.283 0.007 1,-0.505 0.001 0,3.384-0.004-2,-0.939-0.000-1,-0.687-0.000 1,-1.028 0.000-3,0.382-0.000-1,0.669-0.000 1,0.783-0.000 0,-0.629-0.000 2,1.412 0.000 2,0.189 0.000-1,0.338 0.000 1,0.417 0.000 0,-0.377 0.000-1,0.486 0.000-3,-4.896 0.000 0,2.002 0.000 4,1.321 0.000 0,0.943 0.000-1,0.160-0.640-1,-0.904-1.281 0,-1.070-1.265-1,-1.041-0.925 0,0.158 0.406 0,1.044 1.136 0,1.177 1.072 9,1.239 0.698-12,12.389 1.231 8,-0.126-0.425 0,-0.500-7.729-4,0.037-1.691-3,-1.188 4.075 1,1.255-0.019 0,1.194 0.129-2,1.061 0.210 2,1.294 0.684 0,0.600 0.634 0,-0.089 0.678 0,-0.522 0.657 0,-0.762 0.594 5,0.331 0.463 1,0.131 0.468-6,0.351 0.359-1,-0.924 0.260 4,-0.075 0.154 0,-0.135 0.105 0,-0.164 0.066-1,-0.173 0.037 0,-0.401 0.016 0,-0.613-0.001-1,-0.674-0.011 1,4.350 0.088-1,1.882-0.065 6,-4.007-0.119-2,0.724-0.015-1,0.224-0.012-3,-0.111-0.009-1,-0.318-0.007-1,3.202-0.005 0,0.270-0.003-1,-0.931-0.001 5,-1.567-0.000 5,-1.809 0.000-5,-1.790 0.001-3,1.809-0.003 0,-2.199 0.001 0,0.160 0.006 1,0.204 0.000-1,-0.006 0.000 0,-0.001 0.000 0,-27.894 4.050-4,-18.877 2.293-1,-8.046 1.001-1,-2.700 0.100-1,0.921-0.484 0,3.171-0.822 1,5.234-1.147-3,4.542-0.929 95,5.013-0.884-188,4.981-0.793 97,4.622-0.682 25,2.708-0.510 26,5.707-0.600-48,4.865-0.439 1,1.461-0.646 2,16.391-1.953 0,-0.257 1.237 0,-1.516 0.241 0,0.440-0.162 0,-0.722 0.031 0,-0.039-0.014 0,0.078-0.011 0,0.038-0.003 0,0.007 0.002 0,-0.001 0.000 0,-0.002-0.001 0,-0.000 0.001 0,0.000-0.001 0,0.000 0.001 0,0.000 0.000 0,-0.000-0.001 0,0.000 0.001 0,0.000-0.001 0,-0.000 0.001 0,0.000-0.000 0,0.000 0.000 0,-0.000 0.000 1,0.000-0.001-1,-0.000 0.001 0,0.002-0.001 0,-0.002 0.001 0,0.000-0.000 0,0.000 0.000 0,0.001 0.000 0,-0.001-0.001 0,0.000 0.001 0,0.001-0.000 0,-0.001 0.000 0,0.001 0.000 0,-0.001-0.001 0,0.000 0.001 0,0.001-0.001 0,-0.001 0.001 0,0.000-0.000 0,0.001 0.000 0,-0.002 0.000 0,0.002-0.001 0,-0.001 0.001 0,0.001-0.001 0,-0.001 0.001 0,0.001 0.000 0,-0.001-0.001 0,0.000 0.001 0,0.000-0.001 0,0.000 0.001 0,0.001-0.000 0,-0.001 0.000 0,0.000 0.000 0,0.001-0.001 0,-0.001 0.001 0,0.000-0.001 0,0.001 0.001 0,-0.001-0.000 0,0.000 0.000 1,0.001 0.000-1,-0.001-0.001 0,0.001 0.001 0,-0.001-0.001 0,0.000 0.001 0,0.000 0.000 0,0.001-0.001 0,-0.001 0.001 0,0.001-0.001 0,-0.002 0.001 0,0.002-0.000 0,0.000 0.000 0,-0.001 0.000 0,0.000-0.001 0,0.000 0.001 0,0.000-0.001 0,0.001 0.001 0,-0.001 0.000 0,0.000-0.001 0,0.001 0.001 0,-0.001-0.001 0,3.913 0.678 36,-3.769 0.276 14,0.000 0.037-2,-0.404 0.033-49,4.273-0.019-1,-2.816 0.075 1,-0.188 0.046 0,1.345 0.023 1,0.478-0.011 3,-0.265-0.006-1,-0.284-0.003 0,-0.710-0.002 0,-0.708-0.002-1,-0.300-0.000 0,-0.086-0.000 1,-0.130 0.000 0,-0.188 0.000-1,1.188 0.000 0,3.131 0.000-1,0.468 0.000 2,-0.059 0.000-3,-2.067 0.000-1,-1.881 0.000 4,0.178 0.000 0,1.710 0.000 1,-1.766 0.000-1,-0.807 0.000 0,-0.471 0.000-3,-0.159 0.000 0,-0.621 3.411 2,-5.376 3.019 3,0.522-0.176 0,5.479-4.028-2,0.781-2.436-1,0.931 0.105 0,-1.182 0.303 0,-0.412 4.123-1,-4.606 1.828 1,-1.336 0.503 0,-0.461-0.097-1,-0.056-0.296 1,0.071-0.048-1,0.073 0.236 1,-0.696-0.402 0,-5.161-1.547 1,-0.359-3.592 0,-1.292-0.625-1,-0.190-0.257-1,-2.067-0.127 0,-2.125-0.056-1,1.484 0.048 1,-1.727 0.027 0,4.014 0.048 0,0.079 0.010 0,0.341 0.008 0,0.477 0.007 1,-0.625 0.005-1,-0.065 0.004 2,0.401 0.002-1,0.664 0.001 2,0.780 0.001-1,-3.805 0.003-1,0.320-0.000-3,2.438-0.003 3,-1.013 0.000 4,-0.616-0.000-2,-0.312 0.000-4,-2.529-0.000-2,-0.198 0.000 1,0.532-0.000 0,0.947 0.000 1,1.131 0.000 6,0.280 0.000-2,0.486 0.000-5,0.245 0.000 1,0.079 0.000 3,0.472 0.000 0,0.277 0.000 1,0.288 0.000-1,0.656 0.000 0,0.145 0.000 0,0.091 0.000 1,0.169 0.000 10,-2.587 0.000-17,16.658 0.000 9,1.086-0.503-5,-0.240-2.914-2,-0.910-1.378 0,0.526-1.630 1,-3.560 2.751 2,0.514 0.166-1,0.574 0.321 1,0.581 0.407-1,1.866 0.041 0,-0.112 0.642 0,-0.411 0.575 0,-0.555 0.483 0,-0.830 0.412 1,0.078 0.250 1,0.225 0.188 0,0.302 0.134-1,-0.451 0.079 0,0.316 0.048 0,0.331 0.028 0,0.322 0.013-1,0.156 0.005 1,-0.262-0.006-1,-0.409-0.010 1,-0.484-0.014-1,-0.503-0.014 1,0.298-0.008 0,5.000 0.017 2,-1.649-0.046 0,-0.950-0.026 1,-0.687-0.012-2,-0.355-0.003-1,0.033-0.000 0,0.093 0.001 0,1.437 0.001 0,0.836 0.002-1,-0.812 0.001 1,-2.051 0.264 0,-1.166 1.066 0,-4.285 4.460 2,-2.677 0.666 0,-6.741-3.290-2,-2.201-2.521-1,3.508-0.428 1,-0.748-0.059-1,-3.037-0.037-1,-0.979-0.058 0,-0.719-0.041-1,0.869-0.025 1,0.554-0.015 1,0.777-0.008 0,0.864-0.003 0,-0.292 0.001 0,-0.482 0.002 3,-0.292 0.003 1,-0.146 0.004 0,-0.358 0.003-2,-0.473 0.003-4,-0.517 0.003 0,-0.511 0.002 0,-1.203-0.263 2,-0.502-0.413 0,-0.411-0.479-1,-0.322-0.486 1,-0.241-0.455-1,0.289 0.100 1,-0.742 0.045-1,-0.423 0.147 0,-0.182 0.208 2,-2.770 0.035 12,0.543 0.335-17,0.779 0.310 1,4.389 0.358 0,1.093 0.148 4,1.125 0.125 2,1.087 0.103-1,-1.225 0.079 1,-0.308 0.080 4,-0.734 0.054-2,0.543 0.029-5,0.537 0.016 1,0.797 0.006-1,0.913-0.001 1,0.926-0.006-1,-1.646-0.001 2,0.119-0.012 1,0.495-0.012 1,0.679-0.011 1,0.666-0.010-2,0.057-0.007-5,-0.099-0.005 1,-0.187-0.004 2,0.139-0.003 0,0.330-0.002 0,0.422-0.001 0,0.445-0.000 0,-3.810-0.002 10,3.313-0.000-15,13.367 0.003 10,1.521 0.002 1,0.563 0.000-9,1.944-0.265-1,1.337-1.576 1,-5.477 0.193 1,0.252-0.456 1,0.721-0.621-1,0.387-0.465 1,0.357-0.396 0,0.310-0.320 0,0.128-0.057 0,-0.668 0.431 1,-0.843 0.575 0,-0.874 0.610 0,3.886-0.683 1,1.493 1.695 2,-5.120 1.039 0,0.128 0.165 0,-0.022 0.114-2,-0.116 0.073-3,-0.166 0.042 0,3.061 0.025 0,1.182 0.002-1,0.126-0.010 5,-0.530-0.016 2,-0.887-0.018-6,0.795-0.015-1,-1.272-0.026 0,0.332-0.010 2,0.232-0.009 6,0.875-0.007-3,-0.525-0.007-5,-0.718-0.005 1,-0.790-0.003 0,0.279-0.003 0,-0.277-0.001 5,-0.096-0.000-1,0.023 0.000-2,-2.029 0.001 0,5.442-0.002 0,-0.240 0.001 1,-0.249 0.001 1,-0.958 0.208 0,-2.399 1.244-3,-1.208 3.557 3,-0.534-0.979-1,2.453-0.705 3,2.109-0.943-5,0.951-1.025-2,-0.118-0.739 2,-0.468-0.450 1,-0.958-0.231-1,-1.145-0.076 0,-0.573-0.000 2,-0.906 0.042 0,-0.596 0.043 0,-0.573 0.033 0,1.392 0.015 0,1.046 0.009-1,0.768 0.004 0,0.398 0.001-2,-0.104-0.001 1,-0.188-0.001 1,-0.132-0.001 0,-0.642-0.000 0,-0.895-0.001 0,-0.548 0.000 0,0.204 0.000 0,-0.065 0.265 1,0.430 3.225 0,-4.032 3.609 0,-2.823-0.832 0,-1.357-0.232-1,0.004 0.491-1,0.448 0.043 1,-0.016-0.408 0,-0.005 1.852 1,0.000-1.479 0,0.000-0.043-2,0.000-0.208 0,0.000 1.469 1,-0.432-1.597 1,-1.754 1.714-1,-1.482-1.867-1,-0.737-1.137 0,-1.163-2.152 1,-0.365-1.656 0,-1.266-0.172 1,-0.763-0.171 0,-0.381-0.159-3,-0.104-0.142-1,-0.501-0.109 1,0.282-0.111-1,0.377-0.085 1,0.543-0.063 0,0.894-0.045 2,-4.113-0.072 5,3.104-0.030-3,-0.227-0.021-2,0.770 0.073 13,0.678 0.024-15,0.638 0.016 0,12.045 0.018 4,0.553-0.009 0,0.468-0.000-4,-0.541-0.321 0,3.754-1.835 0,-0.570-2.071 1,-1.904-1.582-2,-1.862-0.964 1,-0.452 0.420 1,2.812 1.712 1,2.415 1.214 5,0.428 1.394-6,-1.644 1.184-2,-1.688 0.674 3,-0.493-1.702 0,-3.660-3.971 3,0.716-0.200 1,2.798 2.498-4,0.793 2.256-1,-0.390 1.153 0,-1.179 1.137 1,-9.712 4.579 1,-1.355-0.925-1,0.322-0.048 1,-1.925-1.441 0,-0.271-1.279-1,2.085 2.539-1,-1.273 0.706 1,-2.637-1.347-1,2.342-2.479 0,-0.526-0.329 0,-0.161-0.284 1,0.705-0.256 0,-5.540 0.006-3,0.517-0.366 1,0.566-0.184 4,1.028-0.051-2,2.438 0.017 0</inkml:trace>
</inkml:ink>
</file>

<file path=ppt/ink/ink4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5:32"/>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7029.364 4124.546 767,'-9.421'-8.451'0,"-3.161"-3.055"0,-2.322-1.903 0,-1.085-0.647 0,-0.233 0.176-27,0.632 1.300 22,1.106 1.875 0,1.303 2.065 0,1.310 2.004 1,1.201 1.795 5,2.442 1.514 3,1.429 0.678 0,-2.717-1.593 9,4.461 0.346-9,0.303-0.909 7,-2.428 2.020-9,0.890 1.989-1,-0.232 0.315-2,-0.555-2.371 0,3.677-3.156 1,3.560-0.676 1,5.881 4.597-1,0.272 2.421 1,-1.572 3.410-1,-2.854 3.162 0,2.452-1.303-1,2.786 0.436 0,-2.172-2.501-10,4.687 3.024 18,-1.483-0.899-9,-1.684-0.787 2,-1.297-0.530-1,3.872 2.555 1,-3.553-2.329 0,-0.037 0.441 0,1.162 1.201 0,0.352 0.087 0,0.383-0.092-1,0.371-0.196-1,0.217-0.032 1,-0.104-0.077 0,-0.218-0.039 0,-2.039-1.280 1,-0.637-0.066 0,-0.706-0.047 1,2.532 4.385 1,-0.807-1.492 0,0.376-1.877 1,0.520-0.542-2,0.211 0.270-1,-0.757 0.591 0,-1.713 0.559-1,-1.519 0.617 2,-0.849-1.172 0,1.696-0.439 1,3.093-4.909-2,-1.441-3.601 1,-5.162-2.910 0,-0.613-0.737 0,0.155 0.264-2,0.031 0.189 0,0.007-1.087 0,-0.296 0.104-1,-3.726-0.378 1,-1.261 4.709 3,-1.283 1.411 0,-0.753 0.583-2,1.149-1.544-1,1.963-1.942 1,-0.138-1.532 1,-1.780-1.657-2,-1.880 0.744-1,-0.601 2.097 1,-0.187-0.053 1,-0.018-1.313 0,2.063-1.509-1,2.193-0.657 1,-1.316 0.158 1,-2.721 0.223-2,-0.170 0.561-1,1.889 0.160 1,1.775 0.142 3,-0.958 1.607-1,-1.945 2.153 2,-1.793 1.198-2,-1.262-1.833-2,5.477 1.437 0,-4.704-2.137 0,1.490 1.309 0,2.148 1.267 1,0.658-2.454 2,1.713-0.645-1,-1.535 0.682 2,-1.266-0.522-3,-0.822-1.015-2,-0.193-0.698 0,-0.044-0.534 0,-0.817 0.097 1,-0.052 2.127-1,0.900 2.200 5,0.902 1.469-1,0.855 0.933-2,-1.386-0.590 1,2.008-4.867 1,-0.303-0.930-1,0.397-1.022-2,-0.485 1.401-2,-0.409 2.376 3,-0.114 1.833 0,-0.436 1.150 0,-1.533 0.761 0,-0.343 0.468 0,0.146 0.164 1,1.151-0.014-1,1.109-0.076 0,-0.922-0.761 0,3.044-4.875 1,2.323-0.261 0,-4.587 1.468 3,0.167 2.085-6,12.641 2.448 4,0.197-0.290-1,0.590 0.002-1,0.925 0.000-2,-0.532 0.000 1,-0.944 0.000 0,1.464 0.000-1,0.436 0.299 1,0.064 1.812 1,0.882 2.619-1,0.229 2.121 0,-0.736 0.788 0,0.411 0.177 0,-3.980-3.937 0,0.430-0.042 0,0.403-0.045 1,-0.113-0.290 0,0.063-0.130 0,-0.009-0.133-1,-0.054-0.125 2,-0.077-0.110-3,-0.087-0.092 2,-0.086-0.073 0,1.236 1.259-1,0.917 0.819 1,0.547 0.428 0,0.269 0.145 3,0.071-0.046-1,-0.898-0.546-4,-0.518-0.243-1,-0.615-0.268 1,-0.640-0.267 0,-0.615-0.249 0,-0.561-0.221 3,4.434 3.335 2,0.141-0.562-1,0.720-0.333-1,-4.611-2.393-1,-0.638 0.519 0,-0.806 0.590 0,-0.838 0.583 1,-0.787 0.529-1,0.795-0.123 1,3.892 3.715-1,-2.949-4.752 4,0.966 0.676-2,-0.038-0.316-3,-0.208-0.390-1,-0.302-0.409 0,3.544 3.191 0,-0.549-0.895 2,2.310 0.211 0,-3.785-3.209 0,0.088 0.354 0,-0.522 0.353 0,-0.795 0.357 0,2.063 4.205 2,-3.041-1.256 0,-2.169-1.459-1,-1.327 1.021-1,5.009 1.588 3,3.059 0.130-1,-4.257-4.156-4,1.275 0.841 0,0.181 0.524-1,-0.301 0.547 1,-0.586 0.522 3,-0.005 0.760 0,-0.095 0.009-3,0.054-0.158 0,-0.764-1.131 1,-0.460-0.424 1,-0.538-0.444 1,1.324 4.564 0,-1.822-0.817 1,-1.409-0.642-1,-0.833-0.386 1,-0.400-0.894 0,-0.110-0.759-2,2.018 0.321 0,4.488-3.543 2,0.393-3.416-1,-2.267-4.575 0,-4.687-2.095-1,0.232 0.171 0,0.130-1.101-1,-0.005 0.709 1,-0.002-3.333-1,-1.135-0.841-1,-2.299 1.627 0,0.787 3.363 1,0.016-0.395 2,0.235-0.015-1,0.350 0.219 2,-1.260-4.330-3,-1.328 3.232-1,-0.221 2.118 3,0.685-0.174 0,-1.020-0.691 1,-1.875 1.607-1,-2.014 1.737-1,0.733 0.409-1,2.069-1.107 0,2.282-1.367 1,1.435-3.029 2,2.256 0.598-3,0.689 0.749 1,-2.398-0.882-1,-1.968 1.351 2,-1.664 0.399-1,-1.041 1.608 0,-0.276 1.216 0,1.590-1.085 0,2.150-1.441 0,1.222-2.539 1,1.725 1.065-1,0.653-0.697-1,0.000 13.506 4,2.868-0.551-1,1.453-1.532-3,-0.451 1.915-2,-1.150 1.472 2,-1.076 1.682-1,-1.087-0.063 0,-0.657-0.880 3,-0.300-1.441 0,-0.188 1.385-1,0.017-1.586 0,0.087-0.345 0,0.065 0.507 1,0.034 0.036 3,0.021-13.210-2,-0.018-0.811 0,0.000-0.810-5,0.000 0.641 1,0.000 0.774 1,0.000-0.988 0,-2.063 1.121 0,-1.459 1.413 1,-1.201-0.162 0,-0.435 1.223 1,-2.657 0.747-1,0.289 1.954-1,1.854-1.068 1,-1.372-2.395 0,-0.835-1.847-1,-0.031-0.790 1,0.992 1.254-2,0.599 1.757 1,0.523 1.754 2,-2.173 0.091 1,1.929-0.682-1,-0.357-2.041-1,1.407-1.322 0,1.252-0.954 0,-0.324 1.113-1,-0.987 2.315 2,-1.939 0.859-1,-3.525-1.149 0,4.400 1.677-1,-0.079-0.277 0,0.141-0.222 0,0.271-0.170 0,0.334-0.125 0,-3.861-3.222 0,1.779 0.509 1,1.435 0.604 0,0.965 0.509 1,0.384 1.178-1,-0.842 1.134 2,-2.321-0.373 0,-1.001-1.435 0,-0.435-1.552-3,0.909-0.461-1,1.009 0.005 2,1.311 0.684-1,0.291-0.049 0,0.079-0.103 2,-4.485 0.510 0,4.078 3.430 0,-0.211 0.454 0,0.010 0.420 0,0.146 0.364-3,0.220 0.300 0,-4.559 0.046 0,1.866 0.467-1,1.104 0.207 2,0.814-0.257 4,-0.055-3.961 2,1.092-2.742-3,0.622 3.317 0,-1.043-1.483-2,3.083-0.636-1,-0.161-1.388 1,-3.093 4.376 1,0.058 1.385-1,0.163-0.998 0,2.002-2.162-1,-0.404-0.072-1,-0.001 0.008 1,-0.063-0.064 1,-0.234 0.046 1,-1.467 0.197 0,-0.879 1.137-1,-0.497 1.182-1,0.299 1.013 0,0.453 0.646 2,-0.050 0.350-1,0.022 0.137 0,0.312-0.148 1,-1.830-1.886-1,1.341-2.407-1,0.983-1.069 1,-0.967 1.396-1,0.109 1.914 2,-0.490 0.775-1,1.289 1.524 0,0.114-0.231 0,-0.182-0.010 0,3.619-5.748 1,0.940-1.590 1,-5.554 2.877-1,1.426 1.745-1,-0.856-1.359-2,-0.191-0.180 0,-0.262 0.801 1,-0.547 1.033 1,-0.720 1.040 1,-0.141 0.802-1,1.944 0.478-1,0.335 0.430 1</inkml:trace>
</inkml:ink>
</file>

<file path=ppt/ink/ink4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5:34"/>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6156.364 3633.546 767</inkml:trace>
</inkml:ink>
</file>

<file path=ppt/ink/ink4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5:44"/>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6156.364 3561.546 767,'6.027'0.000'0,"0.044"0.000"0,-0.370 4.016-5,-5.584 2.378 4,-0.050 0.270 1,-0.037-0.640-1,0.139 1.360-1,3.123-2.286 1,3.457-4.055 3,-1.065 2.490 0,-0.847 3.292-2,0.179-0.513 0,1.067 2.320-3,0.056-0.091 1,-0.016-0.617 1,-0.719-1.476 0,-0.280-1.139 0,0.969-4.456 3,0.133-0.854-1,0.114 0.000 1,-0.208 0.000-1,-0.033 0.000-1,-0.703 3.078 1,-5.143 3.802 0,2.693-0.265-1,4.128-4.945 0,-0.727 1.334 0,-4.356 3.626-1,-0.524-0.362 1,4.427-4.741 0,2.161-0.981 1,-1.436-0.541-2,0.131-0.154 0,-0.607 0.757-1,-4.292 5.272 3,-2.075 0.636 1,5.018-2.093-1,2.441-3.793-1,0.803-0.554 0,-0.461-0.169-1,-2.072 2.868-1,-2.876 4.985 4,-1.973 0.425-1,-0.767-1.419-2,0.103 0.374-1,5.483-3.479 2,2.371-2.781 2,-0.067-0.806-2,-0.824-0.230-1,-0.621 1.584 0,1.201 3.289 1,-1.264 0.528 0,-0.492 0.145 0,-0.667-0.327-1,-0.551-0.411 0,1.383 0.997 0,-0.708-2.653 1,1.325-1.886 2,-0.169-1.246-1,0.495-0.144 0,-0.819 0.204-1,0.059 0.606 0,-0.002 3.461 0,-0.918 0.828-1,0.717-0.061 1,2.903-1.637 0,-1.188 0.498 1,-3.966 1.555-1,-0.369 1.574-1,3.248-4.080 2,1.814-1.740 0,-0.787-0.885-2,-1.071 1.253 0,-1.374 5.951 2,-0.999-1.343 0,1.858-2.342-2,0.124-3.530-1,0.040-0.233 3,1.685 1.306 0,-2.559 4.019 0,-3.966 1.862-1,5.197-2.557 0,-0.572-3.389 0,0.149-0.625 0,2.441-0.376-2,-0.883 2.022 1,-0.867 2.124 1,0.241 0.588 0,-1.229-1.205 0,0.723-0.780 0,-0.081-2.004-1,-0.405 0.403 0,-0.248 0.986 1,1.135 0.917 0,0.715 0.588 0,-0.843 0.017-1,-0.405 0.484 1,-0.449 0.421 0,-0.201 0.250 1,-0.087-0.879-1,-0.154-1.389 0,2.829-0.508 1,-2.193 0.306 0,0.433 1.709-2,0.081 1.304 1,0.260 1.113 0,-0.143 0.367-1,-0.641-0.474 1,-0.543-0.535-1,-0.473-0.533 1,1.083-0.518-1,3.194-1.215 2,0.351-1.374 2,-0.873-1.087-4,0.363 3.952 0,-4.146-1.283 2,0.385 0.434 1,0.380 0.220-2,0.145-0.082-3,-0.350-0.515 2,-0.502-0.644-1,3.488 1.253-1,-1.908-2.174 5,-0.814-1.067-1,2.439 1.377 0,2.719 2.180-1,-5.863-1.636 0,3.089 4.306 0,-0.810-0.566 0,2.447-1.731 1,-0.066-1.327-2,-1.848 0.105 1,-2.490 0.548 1,-0.245 0.180 0,1.872-1.143 0,1.493-1.165-1,0.225 0.525-1,1.466 2.270 0,-5.302-1.449 1,2.421 4.728-1,-1.291-1.050 1,1.858-2.115 1,1.662-2.000-1,-1.439-0.465 0,-2.457 0.392 1,0.503 3.443 0,1.016 0.788 1,-2.915-2.289-1,0.080 0.106-3,0.092-0.147 0,0.002-0.416 0,-0.058-0.569 1,4.556 2.773-2,-1.837-1.134 5,-2.867-0.572 1,-1.762 2.361-2,-2.321 0.008 1,-0.700 0.056 2,-0.152-1.208-6,0.512-12.414 4,0.074-0.042 1,-3.519 1.066-2,-3.521 4.835-3,-1.170 0.120 0,0.339 0.052 1,-0.139-4.325-1,0.037-2.874 4,1.991-0.703-3,2.036 0.631-2,0.215 1.899 2,-3.604 0.601 2,0.884 1.548 1,-0.702-1.167-3,-0.832-0.126 0,-0.922 1.185 0,-0.716 1.343 0,0.001-0.564 0,1.399-3.645 3,1.545-0.871 0,1.284 0.439-3,0.854 0.837-1,-3.680 0.597 0,-1.153 0.635 6,0.980 0.385-2,1.502 0.188-4,1.392 0.303 0,-1.143 0.057 1,0.743 2.101 3,-0.938 0.472 0,3.313-4.740 0,-0.239-0.860-1,-3.047 1.965 0,1.656-0.457-2,2.484-1.111 1,-0.378 0.369-1,-2.644 3.937 1,-1.249 2.131 1,0.476 0.030-1,-0.601-0.135-1,0.798-1.803 1,-0.820-3.195 0,2.391 0.918-1,-2.624-0.429 1,-1.464 1.667 0,1.878 0.071 0,-0.268-1.476-1,0.708 0.167 0,-0.182 0.712 0,-0.194 0.989 2,-0.161 0.911 0,-0.111 0.690-1,-0.659 0.459 0,0.946 0.289-1,-1.679 0.176 2,1.887-0.720-1,2.703-4.473 1,3.631-2.742 1,4.000 2.897-2,2.911 4.926 0,-0.197 0.022-1,-0.034-0.152 0,0.004 0.010 0,-0.599 1.961 1,-4.814 6.094 2,-0.866-0.050-4,-0.169 0.219 4,1.419-0.771-3,2.906 0.051 0,0.162-2.144 1,1.706 1.079 0,1.399 1.067-1,0.979 0.855-2,-4.025-3.951 2,-0.356-0.017 0,2.647 4.567-2,-1.881 0.348 4,0.070 0.194 4,0.848-0.360-4,0.984-0.302-2,1.383 0.428 0,-3.429-4.239 1,0.324 0.192-1,-0.617-0.693 1,-0.081-0.114 0,-0.144-0.156-1,3.710 3.735 1,-0.499-0.442 0,-0.627-0.612 0,-0.764-0.784 0,-0.531-0.559 1,0.357 3.375-1,0.059-0.489 3,0.128-2.535-1,-0.290-2.642-3,2.528-1.449 1,-0.810-1.485 1,-2.694 3.311 1,-1.703 3.856-1,-0.477-0.896-1,1.258-0.381-1,0.448-1.577 0,0.581-0.685 0,2.786-2.098 1,-0.731-1.558 2,-0.778-0.366-1,0.610-0.102-2,-0.799 0.062 1,0.545 0.055-1,-0.381 0.016 1,0.153-0.005 1,-0.152 2.676-1,-0.722 2.465 0,-0.932-0.606 0,-0.309-0.241 0,3.452 3.563-2,-2.649-2.940 1,0.325-0.034 0,0.109-0.327-1,-0.043-0.502 1,-0.141-0.589 0,0.294-0.311 0,3.011 0.651 1,-1.961-2.717 1,-5.613-7.609 2,-1.564 0.451 1,0.601-0.398-2,-0.024-1.233-2,-0.004 0.936 0,-0.002-3.516-1,-0.001-0.328-1,0.000 1.487 1,0.000 1.318 1,0.000 1.183 0,-1.827 0.624 0,-5.481-0.453 3,-1.512-0.247-3,1.557-0.207-3,0.610-1.674 0,2.454 3.575 4,-0.736-0.074-1,-0.807-0.016-1,1.066 1.184 0,-0.169-0.013 0,-0.112-0.040 1,-0.067-0.057-1,-0.913-0.853 0,-0.416-0.524 2,-0.449-0.584-1,-0.441-0.585 0,-0.745-1.142-1,0.837 0.205-1,1.126 0.460 1,1.205 0.577 0,1.151 0.599 0,-0.022 1.030 2,-0.478-0.228 1,-0.343-0.403 4,-0.230-0.499-3,-0.649-0.640-3,0.038 0.501-2,0.140 0.771 0,0.193 0.886 0,-4.883-2.807 1,4.978 3.207 2,0.141-0.650 0,0.110-0.776-1,0.719 0.711 0,-3.660-3.580-1,0.271 2.349 2,-0.137 1.295 1,0.130 0.055 0,0.379-0.588-2,0.271-1.913 0,-0.110-2.509-1,3.319 3.757 0,0.402 0.008 0,0.485 0.217 0,-1.126-4.614-1,1.504 2.031 4,-0.261 2.557-1,-3.282 0.792 3,0.197 0.695-1,0.641-1.611-3,-2.376 2.178 0,-0.909 1.125 0,0.401 1.071-1,1.374-3.225-1,2.722-0.815 4,2.347-1.438 0,7.399 5.479-1,0.165 1.632-1,0.565-0.190 0,-0.485 0.008 0,0.584 0.179-1,0.070 3.654 0,0.184 2.415 0,-0.719-0.003 0,0.994 1.164 0,-0.503-0.443 0,-1.181-1.180 0,-1.091-1.114 0,0.972 0.957 1,-0.448-0.446-1,0.611 0.753 2,-1.554-1.547 0,1.240 2.023 0,-2.189 0.730 1,-0.742 0.822-1,2.981-2.774 0,0.950-1.434-1,-2.641 1.382 1,-1.269 0.424-1,3.927-1.546 0,0.467-0.376 0,1.142 1.538-2,-0.129 0.713 0,-0.711 0.115 0,-0.780-0.157 2,2.576 3.017-2,-3.769-3.577 2,0.138 0.197 2,-0.030 0.014-1,0.277 0.525-2,-0.806-0.504-1,-0.916-0.596 0,1.291 3.183 0,-2.732-1.855 4,-0.155 0.427 1,4.138-3.428 1,-0.358-0.469-2,1.045 1.787-2,-0.892 1.730-2,-1.569 1.366 0,-0.539 1.452 2,0.173 1.342-1,-1.997-4.836 0,0.345 0.175 0,3.197 3.903-1,0.615-3.159 2,0.661-2.839 3,0.713-2.037 0,-1.578-0.328-3,0.924 3.741 3,-3.960 1.327-3,-7.659-2.029 1,-1.760-4.611 0,-0.115 0.003 0,0.589-4.650-2,0.152-0.329 0,0.930 1.194 0,-1.165-0.694 0,-0.992-0.471-1,-3.349-1.609 1,-0.714 0.553-3,-0.266 0.890 1,0.029 1.014-1,1.964 0.140 3,0.604-0.019 0,0.666 0.268 1,0.660 0.438 5,-0.234-0.276-2,0.520-0.091-2,0.396-0.234-2,0.167-0.223 1,0.089-0.142 1,0.002-0.100 0,-0.051-0.066-1,-0.079-0.039-2,-0.090-0.020 1,-0.089-0.006-1,-0.080 0.003 1,1.087 0.592 0,0.655 0.153-1,-2.594-3.461 1,2.932 0.590 4,1.290 1.020 2,-2.478 0.584 2,-0.198 3.617-5,-1.419 1.096-1,0.974 0.531 1,13.281 0.759 1</inkml:trace>
</inkml:ink>
</file>

<file path=ppt/ink/ink4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5:44"/>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6847.364 4015.546 767,'0.000'6.326'0,"0.000"-0.207"0,1.575 0.423-6,3.048-1.307 5,3.255 3.113 0,-2.816-3.112 0,0.616 0.578-1,0.590 0.549-1,-0.173-0.220 1,-0.396-0.440 0,-0.507-0.545 0,-0.538-0.569 1,3.160 3.030 1,-1.649-1.685 1,-0.560-0.522-1,0.201 0.255 3,-0.776 0.306-1,-1.188 0.983 0,-0.326-0.076 0,0.928-1.386-2,2.409-1.322 2,1.254-1.967-2,-1.528-0.381 0,-1.506 1.408 0,-0.354 2.477 1,0.148 1.212-1,0.313 0.333-1,-1.005-0.723 0,-1.401-0.977 0,-0.823 1.227 1,-0.901 0.916 0,2.175-1.702 0,2.367 0.398 0,-1.293-2.158 1</inkml:trace>
</inkml:ink>
</file>

<file path=ppt/ink/ink4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6:02"/>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4883.364 3015.546 767,'0.000'-6.292'0,"0.000"0.187"0,0.000-0.583-6,0.000-2.338 5,0.000-0.014-1,0.000-0.136 0,0.000 0.867 1,0.000 1.058 1,0.000 0.773-1,0.000-0.977 2,0.000-0.171 1,0.000-0.441 0,0.000-0.712-2,0.000 1.158 0,0.000-1.268-1,0.000-0.850-1,-0.591 1.681 0,-1.165 2.302 1,-2.903 1.275 3,-1.491 3.233 0,-1.900 1.299 0,1.083-5.527-2,2.480-3.831 1,2.030 0.052-2,1.602 2.567-1,2.086 0.610 1,5.035 6.939 2,0.060-0.889 1,-2.392 5.772-1,-3.746 0.594 0,-0.103 2.300-1,-0.063 1.736-3,-0.025-4.280 2,-0.005-0.024 0,-0.015 5.541-2,0.006-2.719 4,0.004-0.276 0,0.004 0.865 0,0.004-0.132-1,0.003 0.939 0,0.002 0.674 0,0.000 0.617-2,0.001-0.819 1,-0.001-1.381-1,0.000-1.389 4,0.000-1.192-1,0.000 1.876 1,0.000-1.063 3,0.000-13.869-2,0.000-0.539-2,0.000-0.440-3,0.000-2.576-1,0.000-0.028 1,0.000-2.024-1,0.000 5.413 2,0.000-3.555-1,0.000-1.471 0,0.000-0.267 3,0.000 0.484 2,-0.239 2.841-5,-0.393 0.151-1,-0.479 0.053 1,-0.513-0.019 14,-0.658-1.306-27,-0.071 0.355 16,0.129 0.461-1,0.421 1.095 0,0.242 0.069 12,0.257-0.039-21,0.251-0.110 11,-1.319-1.511-3,-0.520-0.143 1,-0.089-0.080-1,0.188-0.034 5,-1.118 0.383-4,-0.378 0.611-2,0.112 0.704 0,0.410 0.704 3,1.084 0.814 0,0.398-0.277 1,0.397-0.083-4,0.376 0.055 4,0.275-0.311 0,0.345 0.358-1,0.286 0.421-3,0.029-4.803-1,0.572 1.693 13,0.426 3.019-15,0.221 13.084 10,-0.654 0.333 1,0.000 0.119-8,0.006 1.731-2,0.002 2.870 1,0.002-5.734 2,0.001-0.064-1,0.000 5.511 0,0.000 0.403 1,0.000-5.580 0,0.000 0.390 1,0.331 0.803 0,0.520 0.380 0,0.601 0.313 0,0.609 0.246 0,0.365 0.291-1,-0.033-0.425 0,-0.215-0.567 1,-0.312-0.610-1,-0.069-0.567 1,0.211 0.026 2,0.318 0.181-1,0.364 0.267-1,-0.241-0.745 0,-0.127-0.133 0,-0.225-0.199 0,-0.276-0.232-1,0.854 0.048 1,0.376 0.022 1,0.063 0.091 0,-0.152 0.132 2,-0.287 0.151-2,-0.068 0.731-2,-0.510-0.573-1,0.683 4.259 0,-1.460-2.896 1,-0.887 0.136 3,-0.914-1.974 1,0.173-13.011 1,0.326 0.936-1,-0.011-1.699-1,-0.006-1.513-4,0.000 2.087 1,0.000-2.850-1,0.000-2.019 1,0.000 4.006 1,0.000-0.426-1,0.000-0.328-2,0.000-0.240 1,-0.365 0.646 2,-0.563 0.461-1,-0.640 0.564 0,-0.636 0.583 0,-0.192 0.672 2,-2.058-4.424 0,1.174 1.732 2,1.289 1.079-2,1.007 0.551 1,0.141-0.084-1,-2.569-1.210 0,-1.138-0.390-2,0.557-0.505 0,0.374 1.289 1,-0.698 2.175 0,-0.534 1.757 1,0.697-1.614-1,0.865-4.047 0,2.070 3.443-1,0.337-0.343 0,-0.987-4.210 0,-1.268 2.803 0,-1.529 2.988 3,-1.597 3.925-1,2.532 7.300 2,3.173 0.773-1,0.588-0.730-2,0.109 1.678-1,0.009 1.284-1,-0.033 0.868 1,-0.041 0.277-1,-0.034-1.027 0,-0.023-1.423 1,-0.014-1.227 2,-0.005 0.354 0,-0.003 1.390 1,0.002 0.880 0,0.001-0.104-2,0.001 0.308-2,0.002 0.774 2,0.000-0.937 0,0.000-1.126 0,0.000-1.550-1,0.000-0.466 2,0.000 3.080 0,0.000-2.450 0,0.000 0.186-1,0.000 0.943 1,0.000-14.424 2,0.000 0.304 0,0.000 0.090-5,0.000 0.138 1,0.000-0.796-1,0.000-1.894 1,0.000 1.257 0,0.000-0.469 0,0.000 0.332 1,0.000 0.432-1,0.000 0.340 1,0.000-0.305 0,0.000-0.772 0,0.000-0.717 1,0.000-0.542-1,0.000-0.420-1,0.000 0.804 1,0.000 1.061 0,0.000 0.226-1,-1.074-0.284 1,-2.177-0.288 1,-0.865 0.110-1,0.357-0.339 0,-0.587-0.618 0,-0.699 2.730 0,-0.268 2.596 1,-0.455-0.745 0,2.821-0.995 0,2.707-1.652-1,5.925 4.422 1,0.642 2.889-1,-1.306 2.959 1,-4.496 2.678-2,0.135 2.979 0,1.956 1.647-1,2.094-0.410 0,1.624-0.730 1,1.234-0.421 0,0.680-0.232 0,-3.900-4.357 0,-0.019 0.676 1,-0.397 0.780 0,-0.516 0.908-1,-0.222 0.592 1,-0.100 0.116 0,0.028-0.125 0,0.109-0.275 0,0.344 0.331 0,0.179 0.104-1,0.170 0.191 1,0.150 0.232 0,-0.273-0.562-1,0.022 0.037 1,0.000 0.009-1,-0.013-0.011 1,-0.022-0.023-1,0.209 0.792 1,-0.528-0.463-1,-0.610-0.553 1,-0.611-0.564 0,0.063-0.461 1,0.620 0.115 2,0.862 0.272 0,0.953 0.353-4,0.424 0.134 0,-0.230-0.379 0,-0.531-0.538 1,-0.680-0.596-1,1.604 3.838 0,-2.437-1.829 1,-1.685-1.186 0,-1.037 2.113-1,2.888-2.227 1,1.622 1.848 1,0.562 0.795 0,-0.128 0.089 0,-1.242-2.235-1,-0.022-0.241 1,0.020-0.260-2,0.047-0.261 0,0.832 0.838-1,-0.596-1.187 3,1.961 1.896 1,-1.237-3.680-1,-5.344-10.437 3,0.233 0.356 0,0.252-1.226-1,-0.022 0.749-3,0.000 0.373-1,-0.299-1.318 0,-1.813-2.456 0,0.196 3.960-1,-0.402-0.106 1,-0.389-0.048 0,-0.316 0.124 0,-0.247 0.230-1,-0.187 0.288 1,-2.555-4.160 1,1.184 0.580 0,-0.142 0.025 1,-0.632 2.829 1,-0.336 1.210 1,-0.667-1.597-2,2.347 1.555-2,0.854-0.906 0,0.347-0.858 0,0.432-0.400 0,0.458-0.072 0,0.048 0.104 1,-0.071 0.858 0,-2.914-3.373-1,2.284 4.436 2,0.236-0.425 0,0.357-0.155 3,0.403 0.026-3,0.398 0.136-1,-0.386-5.240-3,1.019 1.119 11,0.613 3.224-12,0.823 13.016 7,-0.658-0.195 0,0.009 2.104-5,0.005 0.547-1,0.000-1.158 2,0.000 2.053-1,0.000 1.203 0,1.325 0.137 0,3.154-1.402 1,0.235-1.472 4,-1.018-1.300-3,-0.137-1.387-1,0.034 0.088 1,-0.056 0.279 2,-0.338-0.016-2,-0.481-0.196 1,1.887 4.990-4,-0.063 0.328 1,-2.154-5.255 1,0.104 0.122 1,-0.059 0.288 0,-0.289 0.060-1,-0.358 0.029 1,1.421 3.488 1,0.749-2.736 1,0.724-2.525 1,1.093 0.908-2,-2.467 0.939 0,-2.021 1.528 0,-1.176 0.947-2,-1.598-1.910 1,-3.818-9.796 1,1.225-1.497 0,-0.588-0.217 0,0.051 0.140-1,-0.082-0.089-1,-1.531-1.446 0,-1.469-1.557 0,0.978-0.386-1,1.667-0.130 1,-2.505 0.155 0,-0.320 2.508 3,1.224 2.387 0,-0.566 1.447-3,0.973 1.862-1,1.214-5.643 3,2.313-1.092 2,-3.441 1.851-1,0.309-1.851-3,1.470-0.242 0,-1.014 2.523 1,-1.638 1.676 0,-0.844-1.501 0,2.567 0.228-1,0.322-0.366 0,-0.345-0.664 1,-0.368-0.519-1,0.801-0.265 1,1.160-0.924 0,0.023-0.838 0,-0.618 1.913 1,-2.138 0.509 0,1.420-1.624 0,0.587 1.749-1,-0.566 1.417 0,-0.760-2.590-1,2.832-0.063 1,1.593-0.404 0,6.679 3.444 1,1.115 3.444 0,-1.222 2.976 0,-4.795 3.162-1,-0.299 1.842 0,-0.110-2.255-1,3.794 4.583-1,-1.195-4.651 1,-0.032-0.087 1,-0.234-0.295 0,1.594 4.496-2,0.152-1.581 0,0.660-1.332 1,0.360-0.814 2,-1.110-0.131-1,-1.471 0.235 2,-0.906 1.037 2,-1.933-13.739-1,0.337-0.741 0,-0.012-0.453-5,0.000-1.651-1,0.000 1.031 2,0.000-1.171-1,0.000-0.519 0,0.000 2.099 1,0.000 0.083 1,0.000 0.374 1,0.000-1.088 0,0.000 0.355 1,0.000 0.110-1,0.000 0.944-2,-1.543-0.544-1,-3.536-2.654 1,-0.063 0.460 2,1.295 1.488-2,1.495 1.423 0,1.176 0.503-1,0.752-0.072 4,0.386 0.021 0,0.152-0.915 0,-0.847 0.898-2,-3.947-0.757 0,-0.887 4.149 1,-1.931 0.914-1,0.161-0.327-1,2.044-0.943 0,1.823-2.963 1,2.011-3.423 1,0.987-0.627-1,-1.079 0.603-1,-3.321 2.685-1,-1.717 2.449 5,2.435 9.146-1,4.324 1.629-1,-0.172-0.006 0,0.002 2.480-2,0.000-2.660 0,0.000 0.090 0,0.000-0.115 0,0.000 0.563 0,-0.148 1.155 1,-0.845-1.019 0,-2.205-1.193 1,-2.925-3.814-1,0.005 1.582 1,4.701 3.732 0,1.058 1.490 0,0.434-0.087-1,0.209-14.481 3,-0.283-0.401-1,0.000-0.990-5,0.000-0.153 1,0.000 1.289 1,0.000-0.655 0,0.000 0.327 1,0.000 0.514 0,0.000-1.717-1,0.000 0.513 1,0.000 0.089 0,0.000-0.996 0,0.177 0.791 0,0.706-0.063-1,4.681 4.211 2,0.875 3.703 0,-0.385-0.480 0,0.036 0.021-1,0.772 0.289 0,-3.537 5.624 0,-1.896 1.025 1,1.321 0.834-2,1.468-0.723 0,-0.012-0.341-1,-1.066-0.147 2,-0.478-0.233 0,0.588-0.010-1,0.862-0.000 1,1.408 1.603 0,0.975 2.089-1,-2.980-4.250 0,-0.320-0.561 1,0.083-0.030-1,0.075-0.118 0,3.539 4.519 0,-2.101-4.197 1,1.074 0.014 0,1.176 0.060 0,-0.322-0.359 0,-0.419-0.037-1,-0.732-0.045 1,-0.879-0.048-1,0.863 0.244 2,-0.180-0.230 0,-0.570-0.259 1,-0.762-0.253 0,1.595 3.773-2,-2.669-0.258-1,-0.933 0.409 2,3.688 0.444 0,-0.999-4.355-2,3.361 2.937 0,-1.117 0.331 0,-0.907 0.399 1,0.162 0.352 2,0.228-1.093-3,0.716-1.623 1,0.324-0.741 0,-1.626-0.038 1,-0.609 1.565 1,-1.509-1.781-2,0.514 0.588 0,0.361 0.346-1,0.728 1.172 0,-0.461-0.057 0,-0.683-0.224-1,-0.767-0.311 0,-0.615-0.938 0,2.169 2.900 4,-0.136-3.216 1,2.567-2.097 0,-1.732-5.381-1,-5.544-4.051-1,-0.394 0.214 0,0.256-0.343-1,-0.005-0.484-1,-0.002-2.334 0,0.000 0.100 0,-0.002 1.524-1,0.000 1.544 2,0.000-1.265-1,0.000 0.160 2,-2.078-1.087 1,-4.944 2.998 0,-1.516-0.228-2,0.037-1.352-3,3.944 2.056 1,-0.414-0.446 1,-0.430-0.151 2,-0.407 0.050-1,0.533 0.559-2,0.435 0.253 1,0.599 0.278-1,-2.227-3.629 0,2.250 0.672 4,1.144 0.885 1,0.315 1.055-1,-1.770-1.470-2,-0.531 2.805 0,-3.082 1.281 1,1.152 1.521 1,0.867 1.325-1,4.670 5.909-1,1.494 0.277 0,-0.042 0.336 1,0.000 0.286-1,0.000 0.394 1,0.000 2.063-1,0.000-1.853-1,0.000 1.228 0,0.000 1.510-1,0.000 0.919 1,0.000 0.265-1,0.000-1.371 0,0.000-1.813 1,0.000-1.560 2,0.000 2.682 1,0.000-1.924 0,0.000 0.473 0,0.000 0.636-1,0.000 0.392-2,0.000 0.347 0,0.000-1.072 0,0.000-1.909 1,0.000 0.247 0,0.000 0.697 0,4.875-2.699 2,2.147-4.111 0,-13.499-0.641 2,-0.681-2.114-4,2.546-1.733-1,0.369-0.584-1,0.820-0.724 1,1.078-0.436 0,-1.356-1.197 1,-1.112 3.150 1,-2.917-1.378 0,0.295-0.858-3,1.294-1.153 0,0.156-1.182 1,0.224 2.317 1,0.316 2.339 2,-0.159-2.583-1,2.228 0.048-1,-1.232-1.276 0,-1.256 0.667-1,-1.412 1.648 0,-0.305 0.969 1,1.802 0.137 0,0.878-3.234 1,3.637 0.781 0,0.971-0.897-1,0.418-0.571-1,0.131-0.371 1,-0.014 1.287 0,-0.018-0.167-1,-0.129 0.570 1,-0.113 0.621 0,0.010-1.576 1,0.008 1.318 0,0.001-1.113 0,0.000-1.097-2,0.000 2.387 1,0.000 0.008-1,0.000 0.273 1,0.000-2.680 0,0.000-0.347 0,0.000 2.872 0,0.000-2.431 0,0.000 1.156 0,-0.192-1.593 0,-1.173 3.061 0,-3.427-0.068 1,-1.594 0.932-1,2.239-2.013 1,0.390-0.790 0,-0.958 0.783-3,-0.647 0.600 1,1.627-1.227 0,2.292-0.570 2,7.418 7.524 1,-1.566 5.420-1,-0.036-0.258 0,-1.747 1.871 0,-2.239 0.243-2,-0.209 0.840 1,-0.125-0.059-1,1.519-0.076-1,2.995 1.057 1,2.451-1.213 1,1.241-1.713-1,-1.218 0.595 1,-2.684 0.133 0,-1.532 0.968 0,0.685 3.335 1,-0.990-4.712-1,0.099-0.014-1,-0.127-0.045 1,1.575 5.192-1,-1.423-1.175 1,-1.263-1.923 0,-0.844-1.637 0,-0.510 1.115 1,6.669-2.775 1,0.939-2.671 0,1.138-0.256-2,-2.193 0.262-2,-1.334 1.796 1,-3.667 2.494 2,-0.037 0.189 0,5.166-6.150 0,-0.420-0.115 0,-3.700-6.161 0,-2.646 0.144-1,-0.006-0.096 0,0.046-1.119-1,0.014-1.808 0,0.005 1.703 0,0.002-1.300 1,0.000-1.333-2,-0.002-1.356 0,0.000 1.088 0,0.000 2.734 0,0.000 0.328 3,0.000 0.104 0,-5.180 3.646 2,-2.493 2.781 0,1.646 0.589-1,-0.486-0.384-3,1.075-3.003 0,1.959-1.684 4,1.113-1.254-5,3.062 12.797 4,-0.712-0.015 0,0.017 0.390-2,0.000-0.129-1,0.000 1.376-1,0.000 0.578 0,0.000 0.272 1,0.000-0.370 0,0.000-0.106 1,0.000 0.198-1,0.000 0.314 1,0.000-0.058 0,0.000-1.405 0,0.000 0.635 0,0.000-1.145 0,-0.460-0.193-1,-3.064-0.861 2,-0.794-1.075-1,-0.584-0.025 1,-0.608-1.502 0,-0.716-1.735-1,-1.066-1.084 0,0.819-0.408 0,-1.221-0.086 0,0.484-0.006 0,0.830 0.027-1,-1.883 0.017 0,0.878 0.046 0,0.288 0.019-1,0.667-2.155 2,4.256-3.832 3,2.027-1.747 1,0.344 1.291-3,-0.386-0.277-2,-4.416 1.839 0,-1.477 0.928 2,1.675-2.627-1,2.167-2.049 0,1.639 2.419-1,0.428-1.092 0,0.240-0.983-1,0.082-0.875 1,-0.002-0.435 0,-0.035 0.752 0,-0.042 1.181 1,-0.032 1.079 0,-0.023-0.405 1,-0.014-0.607 0,-0.006-0.273 1,0.000-0.216-1,0.001-0.060-2,0.002 0.015-1,0.000 0.295 1,0.002 0.796 0,0.000 0.728 1,0.042-2.076 2,0.792 2.138 0,5.165 5.532-1,0.170 0.767 0,-1.351 3.680 0,-1.839 3.131 0,1.587 1.976-2,-0.019 0.571-2,-1.244-0.823 1,-1.299-0.845 1,-1.036-0.653 1,-0.662-0.494 0,-0.024-0.508 1,1.707 0.187 0,2.431 1.024 0,2.342 0.962-2,0.823 0.044 1,-1.273-0.115-2,-1.370 0.305 0,-0.011 0.239 3,0.587 0.218-1,-0.630-0.093 0,-1.307-0.342 0,-1.142 0.935 0,-1.287-0.198 1,0.287-0.973 0,1.817 0.099 1,1.417 1.055-3,-0.737-0.019 1,-1.378-0.537 0,-1.087-0.017 0,0.271-0.405 0,1.723 0.124 1,2.290 0.806-2,0.564-1.195 1,-0.111-1.194-1,-0.921-1.247 0,-1.588-0.440 0,-1.261 0.404 2,-0.158 0.759 1,0.962 0.388-1,1.181 0.090-1,1.075 0.004-1,0.949 0.118 1,0.888 1.238-2,-2.111-0.654 1,-2.222-0.699 2,0.165-0.256 0,1.839-3.221 2,2.271-0.359-1,-1.263 0.546-2,1.017 1.395-2,-1.693-1.095 2,0.297-0.278-1,0.385-3.714 1,0.302 0.015 0,0.263 0.013 0,1.125-0.001 2,-1.125 0.000 0,-0.571 0.000-3,0.086 0.000 0,0.097-0.496-1,-5.160-5.963 4,-1.036 0.122-1,5.518 1.166 0,0.938 3.088-1,-2.170-4.572 0,-2.866 0.290 0,-0.836-0.352-1,-0.466 0.071-1,-0.203 0.205 1,-0.050 0.198 1,-0.265-1.194 0,-1.642-3.491 1,0.276 5.126-1,-0.457 0.084-1,-0.364-0.636 0,-0.447-0.080-1,-0.413 0.423 0,-0.360 0.713 2,-4.344-2.736 2,-0.143 3.239-3,0.329 0.722 2,1.873-3.386 2,2.335-1.238-1,0.857 0.413-4,-1.109-0.278 0,-2.582-1.563 2,2.711 5.119 0,-0.271 0.078 0,0.026 0.453 0,-3.243-2.307-1,1.495 2.871 0,-0.689 1.777 2,-0.098 2.206 0,0.508 0.302 0,-1.365-1.137 0,1.754-4.610 1,0.690-1.255-2,-0.404 2.423 0,-0.305 1.070-1,1.881-3.678 2,0.816 0.490 0,-1.313-0.742-2,-0.828 0.113-1,-0.578 0.169 0,-0.284 0.254 2,-0.096 1.017 0,0.005 1.718-1,0.045 1.599 2,-0.529-3.874 2,0.200-2.357-1,0.201-0.278-4,0.455 1.768 0,0.185 2.357 0,0.120 2.094 3,-1.950 1.015 0,1.975-1.444 1,5.773-3.654-1,1.393 0.258 0,4.624 5.212 0,0.165 0.954-1,1.172 0.185 0,1.098 0.606-2,-0.697 2.302 1,-1.155 1.946 0,-1.199 2.342 0,-2.980-0.121 2,1.576-0.914-1,1.446-0.040 1,-1.170 0.539-1,-1.857 0.524 0,-0.691 1.900 0,2.024 1.732 0,0.500-0.791-2,-0.628-0.104 0,-1.117-0.193 2,-1.089-0.142 1,-0.832-0.425-1,-0.569-1.178 0,-0.310-1.146 1,0.066-0.762-1,1.149 0.716 0,1.509 1.451-1,1.542 1.358 0,1.277-1.156 0,0.654-2.615 0,-0.219-2.283 2,0.456 2.120 2,-2.990 2.849-1,-2.031-0.605-1,1.403 1.650-2,1.726 0.366-1,-0.271-0.094 1,-1.218-0.454 0,-1.244-1.000 1,-0.931-0.969 0,0.921-0.393 1,3.101 1.043 1,0.097-0.102-1,-1.253-2.192-2,0.033-0.389 0,0.745-1.126 0,-0.272-0.035 1,0.250 0.242-1,0.931-1.417 2,1.422-2.837 1,0.687 4.733 1,-1.102 3.128-5,0.659 1.504 0,-3.226-4.449 1,0.978 0.910 0,-0.056-0.605-1,-0.176-0.810 1,3.883 2.061-1,-0.987-2.975 4,0.296-1.957 0,-1.218-2.619-1,-0.525 0.283 1,0.007 0.590-1</inkml:trace>
</inkml:ink>
</file>

<file path=ppt/ink/ink4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6:18"/>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2520.364 179.546 767</inkml:trace>
</inkml:ink>
</file>

<file path=ppt/ink/ink4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6:21"/>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2520.364 143.546 767,'0.000'6.582'0,"0.000"-0.253"0,0.000-0.045 0,0.000 0.003 0,0.000-0.000 0,0.000 0.241-10,0.000 0.129 11,0.000 2.190 1,0.000-0.162-3,0.000-2.255 0,0.000 1.640 1,0.000 0.648 1,0.000-0.077-2,0.000 0.054-1,0.000 0.050 2,0.000-1.875 0,0.000 0.393 1,0.000 1.717-1,0.000-1.859 0,0.000-0.007 0,0.000-0.328 0,0.000 0.417-1,0.000 0.182 3,0.000-1.047-1,0.000-0.171-1,0.000 0.336 0,0.000 0.210 0,0.000 1.974 0,-2.543-1.855 1,-3.995-1.738-1,0.819 0.630 0,2.240 1.462-1,2.230-0.999 0</inkml:trace>
</inkml:ink>
</file>

<file path=ppt/ink/ink5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6:4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5247.364 2233.546 767,'0.000'-6.143'0,"0.000"-0.097"0,0.000 0.101-5,0.000 0.049 4,0.000-0.413 0,0.000 0.324 1,0.000-0.352 0,0.000 0.221 0,0.000-0.590 0,0.000-0.291 0,0.000 0.895 1,0.000-1.570-2,0.000 0.611 1,0.000-0.208-1,0.000 1.377 1,0.000-0.048-1,0.000-0.129 1,0.000-1.773 2,0.000 0.766-1,0.000 0.512-3,0.000 0.607 1,0.000-1.926 1,0.000 0.589 1,0.000 0.469 0,0.000-0.386-2,0.000 1.241 0,0.000-0.024 0,0.000-0.467 2,0.192 0.125 0,5.965 2.292 0,0.229 2.341-1,-1.712-2.848 1,-3.582-2.066-1,-1.199 0.592-1,-0.108-0.432 1,0.086-0.337-1,0.076-2.360 0,0.044 2.993 2,0.012-1.384-2,0.006 0.282 0,0.668 0.232 0,3.078 1.485 1,1.524 0.500 1,-0.922 1.054-1,-1.426-3.242 1,-1.130 1.585 0,3.821-0.611 0,1.050 2.789-1,-1.688-0.483 0,-4.754-2.023 0,-0.529-1.137 0,0.282 0.669 0,0.554 0.468 0,3.073-0.145-1,2.343-1.135 0,0.958-0.147 0,0.151 0.341 0,-1.363 0.813 0,-1.665 0.177-1,-1.604 0.060 3,-0.300 0.318 1,2.676 0.602 0,1.201 2.753-1,-1.158-2.964 0,-3.114-0.286-1,3.211 0.524 0,1.041 4.510 0,-0.714-4.557 1,-2.455-0.792-1,2.466 1.920 0,0.955 0.740 0,-1.927-2.999-1,-1.886-0.205 1,4.075 3.458 0,0.317 2.516 0,0.479 0.760 0,-0.661 0.169-1,-0.397-2.435 1,-4.733-4.056 1,1.158 0.463 0,4.048 2.128-2,-0.148 0.836 1,-4.156-4.334 0,-1.158 0.314 1,5.429 5.137-1,0.261 1.950 0,0.803-0.195 0,-0.265-1.802-1,-3.130-3.300 0,-2.474-1.731 2,0.372-0.340-1,1.804 1.440-1,0.676 1.083 0,0.712 0.327 0,1.199 2.840 1,1.542 0.846 2,-1.273 0.518-2,-0.501 0.226 0,-0.203-0.173-1,0.461-0.004 1,0.397 0.002 1,-2.130-3.919 1,-0.694-1.925-2,0.626 1.965 0,0.272-0.323-1,-0.150-2.508 0,-1.967 0.547 0,3.228 2.302 2,1.338 2.203 0,-0.313 1.418-2,-0.354 0.622 0,-0.594-1.591 0,-4.809-6.435 3,2.103 2.461-1,2.598 2.930-1,2.279 0.965-1,0.932 0.675-1,0.651 0.410 1,-1.242 0.243 0,-2.370 0.089 0,-0.312 0.055 1,0.713-0.044 0,0.396-0.141 1,2.222-0.007 2,-1.872 0.004-1,0.031-0.210-3,-0.669-1.243-1,-0.644-1.478 1,-0.549-1.204 1,0.184-0.236-1,0.298 1.154 2,0.138 1.301 0,1.333 0.794 0,-1.108 1.102-1,0.117 0.368 0,-0.587-0.275-1,1.975-0.071 2,-1.308-0.004 1,-0.789 0.002-2,0.877 0.002-1,-0.293 0.002 1,0.438 0.000 0,1.114 0.000 0,-1.920 0.000 0,-0.238 0.000 0,0.110 0.000-1,0.023 0.000 1,0.273 0.000 1,-0.256 0.000 0,2.826 0.027-1,-2.783 0.153-1,0.213 0.659 1,-6.029 5.217 0,-0.369-0.026 0,-0.018 0.010 0,0.000 0.563 0,0.000 0.036 1,0.000-0.472-1,0.000 1.990 0</inkml:trace>
</inkml:ink>
</file>

<file path=ppt/ink/ink5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6:4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5956.364 1670.546 767</inkml:trace>
</inkml:ink>
</file>

<file path=ppt/ink/ink5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6:5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5956.364 1670.546 767,'6.332'0.000'0,"-0.212"0.000"0,-0.976 3.095-5,-4.549 4.341 4,0.591-1.047 1,1.981-0.352-1,1.224-1.811 0,-0.028-0.104-1,-0.554 0.622 1,-2.811 1.595 3,-0.714 0.968-1,5.544-3.763 0,2.443-1.567-1,-1.284 0.981 0,-1.678 0.917-1,-0.936 0.450 0,-0.020 1.657 0,-2.764 0.722 1,-1.437 0.627 2,-0.276 0.143-2,0.021 1.283 0,0.053-2.237-1,0.036-0.354 1,0.020 0.671 0,-0.008 0.110 0,0.000-0.758 1,0.000 0.226 0,0.000-0.120-1,0.000 0.055 0,0.000 0.007-1,4.011-0.161 1,1.893 0.580 0,-2.130-1.714 0,-0.363 1.854-1,-2.185-0.866 1,-1.130 1.345-1,-0.350 0.204 2,0.108 0.183 0,0.112-1.583-1,0.042 0.841 0,0.709-0.853 0,6.848-4.062 1,-0.857 0.344 0,-3.736 3.876-1,-2.448-0.287 0,-0.765 1.046-1,-0.004-0.615 1,0.241-0.211-1,0.011 0.422 1,-0.005 0.817 0,-0.002-1.513 0,0.000 0.472 0,0.000 0.264-1,0.000 0.273 1,0.000 0.298-1,0.000-0.515 1,0.000-0.588 0,0.000 0.041 0,0.000 0.850 0,0.000 0.310 0,0.000 0.810 1,0.000-1.744-2,0.000-0.163 1,0.000-0.287-1,0.000 0.019 2,0.000 0.772 1,0.000 0.568 0,0.000 0.419-4,0.000 0.953 1,0.000-1.362 1,0.000 0.569 0,0.000-0.459 0,0.000-0.804-1,0.000 1.378 0,0.000-1.679 1,0.000 0.908 1,0.000-1.172-1,0.000 0.115 1,0.000-0.192-1,0.000 0.050 0,0.000 0.163 1,0.000 0.561 0,0.000 1.174-1,0.000-1.706-1,0.000 1.010 0,0.000 0.311 0,0.000-1.468 0,0.000 0.702 1,0.000-0.514 0,0.000-0.031 0,0.000 0.973 1,0.000-1.219 1,0.000 1.073-1,0.000 1.613-1,0.000-2.321-1,0.000-0.398 1,0.000 2.011-2,0.000-1.451 1,0.000-0.157 2,0.000 0.004 0,0.000 0.070 0,0.000-0.340-1,0.000-0.056 1,0.000 0.171-1,0.000 0.161 0,0.000-0.231 0,0.000-0.159 0,0.000 0.005 0,0.000 0.336 0,0.000-0.011 0,0.000 0.502 0,0.000-0.862 0,0.000 1.339 0,0.000-0.642 0,-1.090-0.755 0,-5.137-3.224 1,-0.502-2.897-1,2.544-4.143 0,4.181-1.818 0,0.235-0.331 0</inkml:trace>
</inkml:ink>
</file>

<file path=ppt/ink/ink5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6:5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5338.364 2324.546 767,'6.039'0.000'0,"0.068"0.000"0,-0.367 2.926-5,-5.315 4.754 4,3.290-2.867 1,4.664-0.947-1,-0.660 0.939 0,-0.082 0.929 0,-1.309-0.463-1,-1.416-0.857 1,0.589 0.844 1,-1.074-0.912-1,1.183 0.066 1,0.502-2.808 1,0.362-1.457 2,-2.127 4.041-1,-2.819 3.427-1,-1.181-0.167-1,-0.639-1.371-1,0.233 0.490 0,4.947-3.043 1,1.377-2.328 1,-1.699 2.968 0,-1.937 2.250-1,1.242-0.936-1,2.803-3.910 1,-0.812-0.149 0,-4.292 5.700 0,-1.177-0.109 1,5.454-3.996-1,1.482-2.739 0,-1.204-0.489 0,0.003 0.101-1,0.393 0.124 0,0.554-0.009 1,0.003 0.000 1,0.035 0.767-1,-2.016 2.437 0,-0.265 1.397-1,-0.062 0.337 0,0.752-1.296 1,0.744-2.584 1,0.529-0.663 0,1.320 4.536-2,-2.241-0.062 1,-0.116 0.406-1</inkml:trace>
</inkml:ink>
</file>

<file path=ppt/ink/ink5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7:0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5811.364 1724.546 767,'0.000'6.297'0,"0.000"-0.170"0,-0.233 1.192-6,-1.387-0.896 6,-1.681 1.678-1,-1.078 1.292-2,2.313-3.501 2,0.212 0.288-1,0.264 0.013 2,0.281-0.167 1,0.197 0.193-1,-0.268 4.502-3,0.809-2.268 2,0.458-1.729 3,-1.089-0.480-1,-2.426 0.668 1,-0.343-0.292-2,0.451 0.746 1,0.692 1.572-1,1.117 0.358 0,0.861 0.077-1,0.554-0.056 1,0.307 0.043 0,0.125-1.090 0,0.011-1.012 0,-0.031-0.481 1,-0.046-0.379-1,-0.037-0.156 0,-0.021 2.718 1,-0.019-0.026-1,0.000-0.471 1,0.003-2.261-1,-0.646 0.652 0,-1.239-0.554-1,-1.149-0.676 1,-0.820-0.550-1,-1.443 1.602 1,2.532-1.322 0,1.841 0.774 1,1.147 0.488 0,-0.007-0.426-1,-0.221 0.130 0,0.008-0.286 0,0.000 0.452 0,0.000 0.113 0,0.000-0.577 0,0.000 0.302 0,0.000 0.100 1,0.000-0.267-1,0.000 0.557 0,0.000-0.487 0,4.059-1.577 0,3.630-4.149 1,-0.172-0.550-1,-0.273-0.056-1,-0.979 0.110-1,-3.033 5.287 3,-3.234 0.819 0,0.003 0.453 0,0.000 0.469-1,0.482-0.626-1,1.921-0.325 0,1.560-0.866 1,0.730-0.537-1,-0.255 0.855 0,-2.572 0.371 1,-0.871 0.516 1,-0.514 1.533 0,-0.576-0.813-1,-0.097-0.656-1,4.722-2.026 2,1.603-4.644 0,0.010 0.117 0,0.652 0.075-1,-0.367-0.002-1,-0.214-0.003 1,0.083-0.000 0,0.649 0.000 0,1.411 0.000 0,0.171 0.000 0,-1.764 0.000 0,-0.439 0.000-1,-0.056 0.000 0,0.264 0.000 1,-0.307 0.000 1,0.171 0.000 0</inkml:trace>
</inkml:ink>
</file>

<file path=ppt/ink/ink5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7:0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5865.364 1815.546 767</inkml:trace>
</inkml:ink>
</file>

<file path=ppt/ink/ink5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7:1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5811.364 1743.546 767,'6.176'0.000'0,"0.137"0.000"0,-0.262 0.000-5,1.063 0.000 4,-1.033 0.000 0,0.380 0.000 1,0.099 0.000-1,-0.427 0.200 1,-2.718 5.114 0,-3.713 0.805 1,4.216-0.566 0,3.359-3.648-1,-2.396 1.651 0,-2.570 3.001 0,-2.220-0.112-1,-0.439-0.276 1,0.213 0.143 0,0.142 0.198 0,0.002 0.299 0,1.956-0.378 0,3.655-3.004 0,0.435-0.654 1,-1.990 4.116-1,-3.422 1.311 0,-0.485 0.960-1,-0.225-1.525 0,-0.135 0.038-1,0.004-1.143 1,0.174 0.546-1,0.034-0.415 4,0.550 0.891 1,2.325-1.802-3,2.080 0.175-1,0.765 0.250 1,-2.085-0.215-1,-2.046 1.486 2,-0.780-0.407-1,2.307-1.240 0,1.453-0.676 0,0.343-0.128 0,-1.687 0.173 0,-2.101 1.274 1,-0.488 0.461 0,4.865-3.043-1,1.065-3.272 1,-2.490 5.840-1,-2.887 1.334 0,-1.004-1.654-1,-0.423 0.744-1,0.089-0.088 1,0.136 0.851 2,0.011-0.673 0,-0.003-0.629-1,-0.003 2.418 0,0.000-0.767-1,0.000-1.902 1,0.000 0.250-1,0.000-0.225 1,0.000 1.597 1,0.000-1.472 0,0.000 2.483 0,0.000-1.170-2,0.000 0.327 0,0.000 0.660 0,0.000-1.022-1,0.000-1.017 3,0.000 1.598 0,0.000-1.365-1,0.000-0.625 1,0.000 2.015-1,0.000-0.490 0,0.000 1.359 1,0.000-0.281-1,0.000-0.866-1,0.000-1.477 1,0.000-0.223 0,0.000 0.107 0,4.604-1.925 1,1.585-4.365 0,-0.141-0.124 0,-4.999-5.968-1,-0.863-1.755 0,-0.162 1.453 0,1.144-1.140-1,2.317-0.816-1,1.542-0.941 1,-0.910 0.862 0,-1.477 1.008 1,-1.311 1.290 0,-0.676-2.081 0,-0.720 0.718 1,-0.142 0.338 1,0.046-0.183-3,0.078-1.510 1,0.062 1.954 0,0.015 0.199 0,0.008 0.559 1,0.007-1.972-3,-0.001 0.688 1,-0.004 0.266 2,-0.003-0.049 0,0.000-0.492 0,0.000-0.356-1,0.000 0.666 1,0.000 0.989-1,0.000 0.165-1,0.000 0.246 1,0.000-0.780 0,0.000 0.309 1,0.000-0.108-1,0.000 0.617-1,0.000-0.391 1,0.000-0.145 0,0.000-0.053 1,0.000-0.319-1,0.000 0.428 0,0.000 0.174 0,-2.410-0.014-1,-4.537 4.925 2,-0.040-0.282 0,5.134-4.210-1,2.064-0.306-1,-6.197 2.091 1,-0.270 3.454 1,1.240-2.721-1,3.797-3.613 0,-3.215 1.281 0,-2.114 1.764 0,2.656-0.877 0,-1.691 0.160 0,-1.290 1.262-2,0.558 1.485 2,-1.298 0.915-1,-0.115 1.098 0,2.517-6.511 3,1.575 1.543-1,-2.094 0.153-1,-0.495 1.198-1,3.534-3.208 1,1.071 0.470 1,-4.252 2.022 0,-0.414 4.014-1,-0.541 0.582 0,0.319-0.263-1,0.088-0.098 0,-0.413 0.011 1,0.488 0.000 1,-0.101 0.000 0</inkml:trace>
</inkml:ink>
</file>

<file path=ppt/ink/ink5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7:1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5447.364 1997.546 767,'0.000'-6.315'0,"0.000"0.196"0,0.087-0.005-5,1.033-1.979 4,1.198 1.857 0,2.833 2.669 0,1.367 3.725 1,1.119 0.135 0,-1.608-0.389 0,-0.382-3.378 0,-2.269-3.956 1,1.699 3.375-1,1.696-0.997 0,-2.615-0.115-2,-3.614-1.442 1,6.129 2.243 2,0.022 3.784 1,0.475 0.358-1,-0.273 0.198-3,0.596 0.121 0,-1.069 0.054 1,0.017-0.128 2,-0.394-0.014-1,0.901 0.002 1,0.436-0.428 0,-2.985-3.919 0,-4.052-2.452-1,2.427 1.365 1,5.091 4.216-1,-0.798 1.205 0,-0.627 0.239-1,-0.138-0.205 0,-0.164 0.740-1,-6.089 5.319 4,-0.047 0.017-1,-0.002 0.570 0,0.000-0.628-1,0.000 1.477-1,0.000-1.491 1,0.000 1.049-1,0.000 0.377 1,0.000 0.396 0,0.000-1.168 0,0.000-0.478 0,0.000 0.402 0,0.000-0.075 0,0.000-0.214 0,0.000 0.103 1,0.000 0.009-1,0.000-0.331 1,0.000 1.165-1,0.000-0.781 0,0.000-0.021-1,0.000-0.381 1,0.000 0.181-1,0.000 0.332 1,0.000 0.120 1,0.000-0.587-1,0.000 0.314 0,0.000 0.483 0</inkml:trace>
</inkml:ink>
</file>

<file path=ppt/ink/ink5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7:1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5465.364 2015.546 767,'6.162'0.000'0,"0.108"0.000"0,0.823 0.000-5,1.090 0.000 4,-1.640 0.000 0,0.207 0.000 0,0.048 0.000 0,-0.056 0.000 0,0.521 0.139 2,-0.250 1.627 0,-2.852 3.339 0,-3.424 1.173-2,4.318-1.600 2,1.719-4.267-1,-0.656-0.542 1,0.073-0.015-2,1.336 0.321 0,-3.501 5.001 1,-4.380 1.024 1,1.275 0.150-1,6.008-5.169 1,0.264-0.646-1,-4.221 5.638 0,-2.224 0.829 0,4.706-2.928 0,1.608-3.503 0,-1.783 2.593 0,-4.535 3.202-1,0.841-0.542 1,4.183-4.076 1,0.617-1.116-1</inkml:trace>
</inkml:ink>
</file>

<file path=ppt/ink/ink5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7:2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5374.364 2197.546 767,'6.194'0.000'0,"-0.124"0.000"0,0.354 0.000-5,0.512 0.000 4,0.497 0.000 0,-0.676 0.000 1,0.122 0.000-1,-0.742 0.876 1,-3.786 6.263 1,3.115-0.848 0,2.312-3.094-2,-1.808-2.256 0,0.143-1.101 1,0.262-0.130-1,-2.679 5.161 2,-3.175 1.863 0,-0.416 1.649 0,-0.135-1.977-2,-0.028 0.049-1,-0.018 2.135 1,0.398-1.249 1,4.363-2.700 1,3.081-2.223 0,-1.793-0.562 0,-0.240 1.661-2,-1.042 1.319 0,-0.028 0.136 0,-2.657 0.985 1,-1.736 0.282 1,0.889 0.170 0,5.457-4.689 0,0.273-1.989 0,0.529 0.185-1,-1.409 0.433 0,2.015 1.504-1,-2.065 1.278 0,-0.131 1.955 0,-0.605-0.184 0,1.738-2.456 1,-0.683-1.953 1,0.623-0.485 0,0.534-0.128-1,-0.202 0.014-1,0.125 0.043 1,-0.282 0.053 0,-0.538 0.014 0,0.248-0.004 1,-0.470-0.003-1,-0.607 2.081 1,-5.479 4.285-1,-0.356 0.279 1,0.131-12.749 0,-0.004-0.048-1,0.000-0.700 0,0.000 0.182-1,0.000-0.134 1,0.000-0.168-1,0.000 0.969 1,-2.270 0.262 0,-3.819 5.950 0,-0.339-0.216 1,3.153-5.611-1,3.338-0.470 0,-0.065-0.032 1,0.002-0.451-2,0.000 0.548 0,0.000-0.812 1,0.000 0.155 0,-0.076-0.566 0,-4.440 3.125 0,-1.655 4.335 0,0.077-0.125 0,-0.571-0.097 0,0.128 0.005 0,0.082 0.002-1,-0.141 0.000 1,0.131 0.000 1,1.157-3.893-1,5.038-3.608 1,-0.896 1.095-1,-3.104 0.282-1,-0.018 1.896 1,-0.061 0.069-1,-0.952 0.580 0,-1.187 3.405 2,0.087 0.247 0,-0.077-0.079-1,0.346 0.006 0,-0.031 0.000 0,0.061 0.000 0,-0.109 0.000 0,-0.142 0.000 1,-1.193 0.000-1,0.851 0.000 0,-0.025 0.000 0,0.608 0.000-1,-0.191 0.000 0,0.999-4.693 1,4.200-2.512 1,-1.591 1.811 0,-3.799 4.274-1,0.313 1.510 0,13.001-0.363 1,-0.393-0.028 0</inkml:trace>
</inkml:ink>
</file>

<file path=ppt/ink/ink5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7:3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5792.364 2379.546 767,'-6.396'0.000'0,"0.244"0.000"0,-0.376 1.656-6,1.033 3.350 5,-0.060 0.408 0,-1.414 1.509 0,-1.477 1.528 0,3.970-3.964 0,-0.093 0.095 0,-3.583 3.595 0,1.229-1.235 0,1.241-1.248 1,0.952-0.958-1,-2.784 3.285 1,3.628-2.862 0,0.023 0.847 1,-2.435 3.342 0,-0.512-1.581-2,-0.636-1.268 0,-0.582-0.167 3,-0.453 0.393-2,-0.311 0.593 0,4.085-2.958-1,0.472 0.131 1,-2.419 4.715-1,2.066 0.858 2,2.455-1.649 0,1.489-1.620 0,0.865 1.071 2,0.682-14.410 1,0.409 0.520-1,6.322 5.074-5,-1.384-2.625 0,-2.819-4.011 2,0.191 0.854-1,1.384-0.458 0,0.356 1.483-1,-0.410 2.203 1,1.521 1.376 1,0.161 1.085 0,-2.262-5.915 3,0.637-0.149-2,0.866-1.410-3,-0.537 2.104 0,-0.726 2.566 1,1.271 1.603 2,1.396 2.169-1,0.282 0.434 1,0.831-0.091 0,-2.361-0.155 0,0.279-0.092-1,-0.248-0.037-1,0.181 0.015 2,0.110 0.005-1,-0.048-0.001 1,0.489 0.000-1,-0.175 0.000 0,0.071 0.000-1,-0.231 0.000 1,-0.143 0.000 0,0.426-1.126 0,-0.865-3.617 0,-0.670-0.313 0,0.289 0.582-1,1.466 1.861 1,-0.331 2.254 1,-0.001 0.536-1,1.421-0.025 1,-0.968-0.099-1,-0.728-0.040 0,1.199-0.016-1,-1.961-3.539 1,-4.741-3.097 1,0.036 0.219 0,5.892 3.662-1,-0.702 2.693 0,0.978-3.146-1,-1.031-1.670 0,-0.320-0.627 0,-1.903 0.243 0,-3.345-1.192 2,-0.664-0.067-1,0.218 0.321 1,-0.014-0.276 0,0.000-0.002-1,-5.705 3.920 1,-0.643 2.588-1,-0.168-0.025 0,-0.355 0.000 0,0.784 0.000-1,-1.108 0.000 1,1.191 0.000 0,-1.217 0.000 0,0.565 0.000 0,-1.169 0.000-1,1.064 0.000 1,0.213 0.000 0,-0.543 0.000 1,0.684 0.000-1,0.235 0.000 0,-0.108 0.000 0</inkml:trace>
</inkml:ink>
</file>

<file path=ppt/ink/ink5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7:4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7465.364 2615.546 767</inkml:trace>
</inkml:ink>
</file>

<file path=ppt/ink/ink5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9:27"/>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1120.364 1033.546 767,'0.000'-11.656'0,"0.000"0.360"0,0.442 0.112 0,9.891 6.561-5,-4.375-6.203 6,-3.981-2.036-2,2.681-0.086 0,2.560 2.995 0,2.644-0.990 1,-2.065-0.557 0,-3.042-2.452-1,-2.134 0.039 2,2.446 1.218 0,4.762-0.473-2,-1.633 4.224 1,0.510-2.173 0,0.041-2.332-1,-2.012 1.135-1,-1.306-1.184 1,-3.753 2.623 2,-2.159-0.669 1,3.127 0.240 1,4.852 0.607-3,-1.713-1.586-1,2.931 2.239 1,2.535 10.105 1,-11.646 11.407 0,0.406 1.944-1,-0.004 1.037-1,-0.003-2.410 0,-0.001 0.358 0,0.000-1.283 1,0.000 2.987-1,0.000-0.523 0,0.000-0.869 2,0.000-1.576-1,0.000 4.275 1,0.000 3.248 0,0.000-2.044-3,0.000-0.945-1,0.000-1.144 3,0.000-1.303 0,0.000 1.076 0,0.000-2.758 3,-0.971 1.490-1,-6.644-3.866-1,0.619 2.254-1,4.342 0.762-1,2.418-0.718 2,0.704-22.867 2,-0.469-0.303-3,3.962-1.393-2,3.290-3.661 1,-3.943 3.107-1,-1.125-0.059 1,-0.021 1.561 0,1.393 1.012 1,2.398-3.251 1,-1.426 0.895 0,-1.934-0.218-1,-1.585-0.764 0,-0.923 0.450 0,-0.327 0.587 4,-0.113 25.908-3,-6.231-1.132-3,-4.226-4.480 2,0.177 3.207-2,4.446 2.307 1,3.597 0.900 2,-0.904 2.030-2,-1.014-1.973 0,-1.597 1.671-1,-0.421-0.644 1,0.189-1.668 0,-2.200-0.681 1,-1.605-6.646 3,3.289 8.249 2,2.612 0.594-6,-2.553 0.499-1,1.404-1.285 2,-1.486-2.655 0,-1.174-3.017 2,2.764 2.322-1,15.334-15.805 0,-2.290-3.833 0,-2.056-1.039-3,0.060 1.122 0,3.979-1.352 0,1.898 0.591 2,-1.502-0.627-1,-3.357-0.951 0,-2.443 0.482 1,-0.115-0.971-1,1.600-2.167 2,2.339-2.854-1,-0.656 0.958 0,-0.557 2.398-1,-0.143 2.337-1,0.590-2.147 3,-0.034 0.254 2,-0.194-0.059-2,-1.624-1.703-3,-2.094 1.376 4,-1.718-1.234-4,-1.050-0.422 4,-0.591 1.077-1,0.059 2.080-3,3.764 0.273 0,4.886 2.122 6,-0.863-1.970-2,-1.083 3.244-3,1.604-2.912 0,-0.942-5.123-1,-1.305-4.161 2,-3.107 9.351-2,0.077 0.139 1,0.164 0.281-1,2.879-5.926 2,0.043 5.496-1,2.686 1.685 5,-2.855-2.639 1,-3.701-0.289-5,-8.862 3.200 0,-4.435 12.180 2,-0.574 7.690-3,3.349-0.573 0,0.937 0.857 0,1.647 0.073-1,0.637 0.530 1,0.031 0.258 1,-0.289 1.294 0,-1.512 4.329 0,-2.050 2.307 1,3.693-9.310-2,-0.288 0.375-1,-3.531 7.658-1,3.094-4.080 1,-0.803-2.484 7,-1.671-1.733-1,-0.944-1.890-3,1.373 0.043-2,1.307 5.697 1,4.470 0.705-1,1.963-1.184 7,1.062-25.616-5,4.803 0.128-3,-0.758-0.337-1,0.953-2.802 3,0.742-0.833-2,0.049 1.955 0,-0.042 2.374 1,0.552 1.466 1,1.047 0.880 0,-0.332 1.602 2,2.932-2.298-1,0.391-0.311 0,-3.275 2.944-1,1.237-1.338 0,0.102-0.207 0,0.358-0.503 0,-0.232 0.051 0,-1.829-0.001 0,-0.335-4.162 1,1.243 0.152-1,-0.717 5.973-1,4.931 0.368 1,-0.465 0.242 0,-2.709 0.836 0,-5.173 16.438 4,-11.407 0.382-3,0.181-0.981-2,-1.640 3.745-1,-1.084 0.945-1,0.155-1.419 1,0.740-0.615 2,0.442 0.479 0,0.485 1.655-1,2.716-1.471 1,0.766-2.156 2,-2.228 0.682 0,-2.653 1.256-3,0.480-0.916 0,2.541-2.417 0,1.534 0.787 2,-1.333 1.559 1,-0.134-0.645 0,1.816 3.398-2,2.499-2.839-1,0.751 2.977 0,0.943-1.113 2,0.256 0.419 3,-0.183-26.410-3,2.518-2.844-4,5.214 3.074 2,2.880 1.287 0,-1.471-0.176 0,1.009-2.895 3,0.323 0.934-2,-2.109 0.828-2,-2.175 0.410 0,-1.017 1.136 2,2.734 1.267 3,2.688-0.767-1,0.374 0.878-2,-0.224-0.752-2,-2.888 0.605 0,-1.398-0.245 1,-0.161 0.490 2,0.886-2.691 1,-1.333-0.549-1,3.065-0.012 0,-3.600-0.223-3,-1.456 0.799 3,5.483 3.368 0,1.171 4.819-1,0.419-0.558-2,0.374-0.798 1,1.106-1.842 0,-2.887-0.572 0,-1.956-0.389 2,0.537-0.661 0,2.576-0.120 1,2.056 0.880-4,0.585 1.427 1,-0.932 2.977 1,-3.534-3.301 3,-0.677-2.819-1,2.360-1.267-4,1.060 3.646 4,-19.920 15.159 0,-1.840 2.940-5,0.988-4.316 2,-0.745 0.437-1,-0.084 0.740 1,0.099 2.478 1,-0.208 2.868-1,-0.093-1.131 1,0.267-3.485-1,-0.895-1.849 3,-1.300-0.549-3,-1.109 0.706 1,0.824 0.769 0,0.887-1.239 1,-1.640-1.734-1,1.085-0.784 0,-0.864 3.426 1,2.895-0.832 0,-1.120-2.648 0,-1.298-2.361-1,0.161-1.221 1,-0.984-0.416-2,-0.026-0.025 1,6.300-8.248 1,9.888-2.487-1,5.235 3.391 0,2.811 1.866-1,0.152-1.070 1,-3.737-1.279-1,-1.014-1.803 1,-1.934-0.181-1,-0.347-2.481 1,3.992 3.213 2,2.499 2.614-2,-0.475-2.694-1,-4.645-0.707 2,1.958 1.875 0,4.770 5.684-1,0.328 3.210 0,-0.723-0.364 0,0.826-3.220 1,-2.450-4.738-2,0.279 1.724 1,2.535 4.401 1,-1.665 1.748-2,-0.368 0.065 1,3.958-0.111 1,0.048-0.064-2,-3.849-0.015 0,0.257-0.003 0,2.408-0.002 0,-2.288 0.002 1,-0.020 0.003 1,2.771 0.001 1,-1.076 0.000-3,-1.428-0.000 0,0.297 0.000 2,-0.470 0.000-1,2.141 0.000 1,-2.098 0.000-2,1.728 0.000 2,-2.356 0.000-2,2.905 0.000-1,-1.759 0.000 3,-1.071 0.000 0,-1.024 6.419 0,-2.043 2.010 0,1.423 0.719-2,-2.040-0.111 1,2.601-2.487-1,-5.157 4.167 3,0.842-1.158-3,1.522-0.498 0,4.319 1.861 0,2.376-2.510 1,-3.742 2.480-1,-5.586 3.874 1,-3.942-3.249-1,-11.649-9.947 3,-0.220-1.570 0,-2.917 0.000-1,2.474 0.000-2,0.346 0.000 0,-1.066 0.000 1,-0.958 0.000 0,0.682 0.000 0,-0.738 0.000 0,-0.124 0.000 1,1.822 0.000-1,-1.440 0.000-1,1.499 0.000 2,0.195 0.000-1,0.155 0.000 0,-1.009 0.000 0,0.575 0.000 0,-1.657 0.000-1,0.977 0.000 2,1.293 0.000-1,-0.591 0.000-1,-1.162 0.000 2,1.006 0.000-1,20.824-8.581 3,1.341-0.072-5,3.400-2.256 0,-2.713 1.192 1,-2.303-0.317 0,-2.393 0.003 0,2.600-0.613 2,1.161 0.861 1,-2.705 0.580-3,0.244 1.005 1,4.562-1.867-1,-4.056 0.904 2,-1.419-2.349 0,-0.387 2.420-1,-0.591-0.498 0,-17.005 9.790 2,0.561 3.244-2,-2.721 2.931-1,0.243-1.038-1,0.344-2.388 1,-1.138-2.610 2,0.613-0.523 2,1.607 0.028-5,-4.128 0.045 2,3.904 0.092 0,0.512 0.015-1,-0.758 0.007 0,-4.427 0.002 1,0.930-0.000 1,3.036-0.001-3,-0.947-0.001 0,0.077-0.002 10,25.488-0.001-6,-0.322 0.000-5,0.001-0.331 2,0.008-4.031 0,2.029-5.495 0,-4.537 2.025 1,4.274-0.925-1,-1.376 4.549 2,0.180 2.697-1,5.085 1.445 1,-5.845-0.571-3,1.170-3.626 1,-3.574-2.620 3,2.635 1.469 0,-0.684 4.147-2,2.246 1.221-1,-1.712 0.379 1,1.215-0.216 0,0.705-0.120 1,-1.943-0.006-1,1.269 0.005 0,-1.147 0.005 0,-0.355 0.302 0,-5.700 10.917 1,4.922-2.068-2,-3.522 1.065 1,0.113 0.518-1,0.769-0.935-1,0.236-1.273 1,3.161 2.200 0,2.065-1.082 1,-3.111-2.895-1,0.833 3.686 4,-1.645 2.041-2,-2.229-3.132-2,0.718 0.101 1,0.337-1.366 0,2.558 0.146 0,3.110 1.141-1,-0.156 0.032 0,0.071 1.003 1,-0.768 0.668 0,-0.553 0.587-1,-1.832-1.170 0,-1.533-1.262 0,-1.354-1.278 2,2.452 4.374 2,-4.055-2.827-3,-0.483 0.666 0,0.042 2.648 0,-2.900-1.432 1,2.619-1.758 1,4.567-4.302 0,-7.284 5.508-2,-14.162-8.288 0,0.843-6.635 0,0.135-3.964-1,-3.132 3.721 0,-1.349 1.860 0,2.163-1.984 0,0.467-3.003 1,2.738 1.464 0,-1.136-0.222-1,-0.801-0.018 1,-0.416 0.062-1,-0.160 0.074 1,1.042-0.247 0,-0.212-1.728 0,-0.252-1.711-1,1.207 1.005 1,0.709 1.929-1,-3.595-1.343 3,5.000-0.447 1,-3.367 0.584-1,-0.035 0.381-3,-2.249 0.758 0,0.934 1.419 1,1.151-1.528 0,1.286 1.310 0,-2.357 2.160 0,-1.749 2.810 0,3.451 0.907 1,-2.355 0.151-2,0.596-0.148 2,-0.905-0.091-1,0.911-0.049 0,-0.424-0.016-2,-0.022-0.002 1,2.076 0.003 0,-1.757 0.003 4,1.833 0.002-2,-1.362 0.000-1,-1.201-0.000 0,2.436-0.000-1,-3.470 0.000 0,-3.447 0.000 1,6.766 0.000 1,-0.110 0.000-3,0.143 0.000 0,0.289 0.000 1,-7.793 0.000 0,3.761 0.000 1,4.043 0.000 1,-1.716 0.000 2,-0.979 0.000-1,0.583 0.000-1,1.792 0.000-1,-1.923 0.000 0,0.385 0.000 0,-0.370 0.000 3,23.375-7.718-2,-1.210-6.374-4,1.965 3.559 1,1.237-0.308 2,-3.936 0.541-1,-1.095 1.549 1,1.565 0.538 0,2.068 4.076 0,4.746-3.333 2,-4.910-1.358-3,-0.966-0.795-1,-0.842 0.179 1,4.352 0.931 1,1.151 3.033 3,-1.815 2.799-3,0.509 1.448-2,1.149 0.906 2,-1.863 0.524 0,-0.948 0.311-1,-0.044-0.004 2,-5.695-11.690 3,3.557 3.733-2,3.455 6.651-3,-0.625 1.109-1,-0.474-0.199 2,0.191-0.109 1,0.822-0.006-1,-0.152 0.003 0,0.491 0.003-1,1.669 0.000 2,-2.013-0.000-1,-0.882 0.000-1,3.161 0.000 1,-2.887 0.000 1,-0.251 0.000-1,1.053 0.000-1,0.353 0.000 2,0.880 0.258-1,-0.406 5.310-1,-3.203 2.682 0,-0.438 1.253 1,0.718-1.073 0,0.316-3.677 1,-1.772 3.730 0,2.212-0.612-1,2.434-5.128-1,-2.886 5.937 1,-3.545 1.013 0,3.736 0.781-1,2.045-3.363 2,-3.205-0.809-1,0.808 1.928-1,0.471 1.432 0,-0.288 0.430 0,0.407-0.545 1,-0.822-3.192 0,1.590-0.907 2,-0.888 0.655-2,-3.147 1.940 0,-3.649 3.939 1,3.928-4.528 0,2.601-0.971-1,-0.458 0.856-1,-20.376-2.226 4,-2.259-6.939-3,3.322-7.442-1,-3.196 1.425 0,-0.361-1.362 0,0.428-1.103 0,1.867 0.680 0,1.379 0.977 1,0.222 0.597 0,-1.973 2.626 1,0.714-1.017 0,2.151-2.967 0,-2.456 1.956 0,2.208-2.523-1,-0.748 1.349 0,3.448-3.817-1,4.419 1.197 1,1.396 0.139 0,-0.506-0.635 0,0.012 0.709 1,1.647 0.158-1,10.330 10.329 0,-0.305 0.644 0,1.238 3.427-2,-4.941 4.441 2,-2.057 3.560 0,3.325-0.858 0,0.360-4.216 1,-6.898 6.570 0,-3.004 0.584-2,0.014-0.874 0,7.865-2.166 2,0.284-1.871 0,-5.099 3.661-3,3.376 0.460 3,0.383-3.480-1,3.257-0.069-1,0.549-0.921 3,0.359-2.027-2,4.246-0.759-1,-4.712 2.635 0,-5.854 2.860 1,-3.270 0.536 0,-1.134 0.418 0,3.236-0.161 0,8.939-10.732 1,-0.504-1.683-1,-3.635-7.236 1,-8.184-4.522 0,0.186-0.385-2,0.005 1.083 0,-5.057 1.344 1,-5.820 4.371 1,2.564-3.471-1,-0.907 2.131 0,1.941-3.130 0,-3.260 2.233 0,1.409-2.012 0,0.512 3.120 0,2.264-2.796 0,-4.948 2.847 0,5.380-3.914-1,-1.523-2.414 0,1.611 1.407 0,2.284 1.001 0,-7.448 4.196 3,5.043-3.855-1,4.839-0.744-1,1.919 0.082-1,10.420 9.997 3,-0.020 1.229-2,0.351 2.415 0,-9.788 12.090 0,-1.619-2.331-1,-0.280-1.072 0,-0.019 1.329 1,0.934-0.679 0,7.495-4.506 1,-0.060 0.578-1,-3.449 4.847 0,2.188-3.010 0,-0.692 0.893-1,-3.868 1.412 1,8.050-7.174 1,-4.158 7.212 0,-4.126 1.244-2,7.641-4.140 1,0.944-2.852 0,-1.388 3.409-2,-5.685 0.962 3,-2.324 0.433 0,-1.306 1.947-2,-0.664-1.639 1,0.636-0.281 0,-0.021 0.783 1,0.000-0.789-1,0.000 0.200-1,-11.831-9.838 3,-0.247-1.467-2,0.274-0.007-2,-2.119 0.018 3,2.593 0.013-1,0.309 0.004-1,-2.638 0.024 1,0.400 0.262 0,2.304 1.279 0,11.809 9.637 0,-0.854 1.568 0,8.069-2.086 2,0.216-0.667-3,-6.110 2.826 0,-0.262-0.301 1,5.711-0.756 0,-1.741 0.420 0,2.353-1.563 0,-0.715 0.286 1,-0.899-1.919-2,4.379-7.068 1,-5.201 8.000 2,-5.944 1.301-1,0.150 0.177-2,10.628-8.156 1,-3.660 5.257 0,-1.475 1.074-1,5.873-10.724 1,-9.701-11.062 1,-1.457 0.053-2,4.655-1.180 0,1.848 1.254 0,-0.696-1.296 1,1.473 1.513 1,0.485 0.930-2,-0.706 2.007-1,0.996-0.994 1,-3.302-1.164 2,-1.403 0.582 2,3.653-1.178-3,-2.292-3.396 0,-2.177-0.142-1,-1.783 2.513-1,-0.978 0.412 3,-0.233 0.844 0,0.111-0.034 0,0.102-1.306 0,0.042 0.621-1,-0.007 0.947 1,-0.003 0.157-2,-6.367 1.664 1,-5.670 8.742 1,3.309-6.454-2,-1.708 0.872 0,-0.010-0.344 1,1.180-1.631 1,-0.697 1.216-2,3.300-2.858 1,-2.595 2.163 1,1.558-3.987-1,-0.600-0.729-1,-2.053 3.835 0,-2.779 3.998 1,0.740 2.906 0,2.809-5.490 2,7.293-5.148-2,3.062 0.545-1,-0.625 0.568 1,4.578 0.838 1,8.488 10.258 1,-1.563 0.450-4,-3.655 8.181 2,-8.570 4.887 1,5.729-3.144-1,3.224-0.409 0,-4.811 2.439 0,1.784 0.043-2,3.724-1.310 4,-4.762 0.570-2,-3.739-0.292-1,-0.962 0.156 1,1.314 1.048 1,5.585-2.839-2,2.131 0.706 0,-1.438-1.298 1,-0.079 1.434 0,-2.777 0.643-1,-2.506 0.508 2,-2.027-0.626-1,-0.221-0.058 1,0.360 0.256-1,0.060-0.193 1,-0.014 0.633-1,0.000 1.165 0,-1.963-0.409-2,-10.730-8.267 4,-0.201-3.899-3,-2.427-0.531-1,1.748-0.046 1,-0.874 0.097 2,0.167 0.150 0,-0.153 0.047-1,1.366 0.000 0,0.203-0.006-1,1.787-0.003 2,-1.177-0.001 0,0.231-1.827-2,9.404-10.323 3,2.771 0.115-3,0.143-0.838 0,-0.220 1.654 1,-0.087-1.386 1,0.010 0.217 0,0.001 0.427-3,0.000-0.741 3,0.000 1.551 0,-0.575-0.502-3,-5.318-0.087 1,-4.291 1.642 2,0.910 0.994-2,2.249-1.170 1,3.364-1.643 0,2.632-0.597 0,1.041 1.079 1,0.234 0.336-2,-0.022-1.006 1,-0.088 0.267 1,-0.083-0.085-2,7.213 3.518 2,5.308 7.880 2,-0.117 0.996-4,-0.357-0.367 0,0.203-0.120 0,-0.657 0.018 2,-0.480 0.001 0,-0.100 1.358-1,-10.593 10.795 0,4.991-2.166 0,1.116 3.361 0,2.005-1.411-2,0.896 0.965 2,0.440-0.248-1,0.548-0.678 0,-0.540-1.536 1,-0.277-1.928 0,1.095-4.084 1,-0.658 2.907 2,-2.179 1.941-3,-1.603 4.265-1,-2.764-0.351-1,3.487-3.533 2,3.365-5.628 2,-9.543 7.483-1,10.832-7.606 0,-0.137-4.022-1,0.376-0.446-1,-10.018-10.715 1,-1.948-1.118 0,0.050-0.914 0,-0.003 1.906-2,-0.001-1.182 1,-4.647 1.683 3,-6.056 4.434-1,4.633-4.241-1,-5.119 9.039 0,6.799 12.008 0,4.385 1.037 1,0.004-0.309-2,0.000 1.762 0,0.000 0.472 0,0.000-1.121 1,0.000-1.038 0,0.000 0.000 1,0.000 0.858-1,0.000-0.674 0,0.000-0.237 0,0.000 1.416 0,0.000-1.446 0,0.000 1.131-1,0.000-0.432 2,0.000-0.406-1,0.000 0.223 1,0.000-0.265-2,6.925-2.536 1,4.264-8.789 1,2.140 0.016-1,-0.692 0.000-1,-0.945 0.000 0,1.370-1.746 0,-0.748-8.150 1,-4.799-0.535 0,-2.916 0.198-1,8.980 6.086 4,-2.531 3.112-3,-1.345-7.337 0,-17.119 0.243 1,-4.404 8.115 0,0.232 0.013-2,0.352 0.000 0,-0.070 0.000 2,-2.509 0.000-3,0.359 0.000 2,2.122 0.000 0,-0.911-2.202-1,6.944-8.412 3,5.577-2.388-2,0.169 1.281-1,-0.236-0.052 1,-0.210 0.380 0,-0.012-0.616 2,0.001 0.489-4,0.008-2.115 2,0.003 2.497 2,0.000-1.194-4,0.000 0.793 1,-0.531 0.001 2,-11.647 10.040 0,0.277 1.284 0,-0.882 0.286-3,0.557-0.270 3,6.225-9.682-1,-2.489 2.377 1,-3.688 6.613-2,0.574-3.480 2,5.998-6.808-1,-0.362 1.469-1,-3.656-0.895 0,0.970 2.189 1,-2.915 0.497-1,1.114 3.657 1,1.622-3.540 2,-1.365-0.219-3,4.482-3.587 1,-3.084 4.483 1,-3.942 7.666-1,1.320-0.509 1</inkml:trace>
</inkml:ink>
</file>

<file path=ppt/ink/ink5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9:32"/>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1192.364 979.546 767,'0.000'11.264'0,"0.000"0.294"-4,0.000 5.120 3,0.000-1.916-1,0.000 0.118 1,0.000-2.798-1,0.000 0.207 1,0.000 0.069 3,0.000-0.374 0,0.000-0.065 0,0.000 0.729-2,0.000-0.878 0,0.000 2.398-1,0.000-1.970 1,0.000-0.171 0,0.000 0.967 1,0.000 2.226-1,0.000-1.160-2,0.000-1.439 2,0.000-0.533 0,0.000 0.115 1,0.000-0.600-1,0.000-0.238 1,0.000 1.359 0,0.000-0.288-2,0.000 1.376 0,0.000-0.187 1,0.000 1.559-1,0.000-0.444 0,0.000-3.512 1,0.000 4.647 0,0.000-3.262 1,0.000-0.064-1,0.000 0.203 0,0.000 1.351 1,0.000-1.145-2,0.000-1.396 2,0.000 1.780-1,0.000-0.000 0,0.000 2.590-1,0.000-4.709 0,0.000 4.122 1,0.000-1.797-1,0.000-2.284 1,0.000-23.396 0,0.000-2.183 0,0.000 0.471 1,0.000 2.078 0,0.000-2.517 0,0.000-1.003-2,0.000 2.816 0,0.000-1.270 0,0.000 0.756 0,0.000 0.763 0,0.000-0.536 2,0.000 1.192 1,0.000-3.669-1,0.000 3.759-1,0.000-3.228 0,0.000 3.422 1,0.000-2.588-2,0.000 1.765 1,0.000-2.329 1,0.000 2.793 0,0.000-2.449-2,0.000 0.011-1,0.000 0.517 0,0.000 1.518 1,0.000-2.934 1,0.000 2.280 0,0.000-1.833 1,0.000 2.055 3,0.000 1.467-3,-3.713-0.181-1,-8.261 10.667 1,-0.101 0.896-1,0.848-0.296-1,-1.867 1.225 0,2.203 5.900 1,4.170 1.886 0,3.347 2.818 1,-1.861-2.119-1,-1.657 1.102-1,2.586-0.691 1,2.355 4.488 0,1.892-0.304 1,0.271-2.788-1,-0.032-0.001-1,-0.069 2.399 1,-0.101-2.140 0,-0.026-0.848 1,0.013 0.132 0,0.001 0.570-2,0.000-0.359 1,0.000 0.028 0,0.000 1.165 1,0.000-1.522-1,0.000 0.704-2,0.000-0.563 2,0.713 0.295 0,6.619-2.670 0,-0.155-0.085 0,-3.698 2.412 1,-2.692 3.702-1,-0.904-3.766-1,-0.132 0.446 0,0.370 1.211 1,3.227-2.073 2,2.787-0.482-3,1.417-0.272 0,-0.258-1.207 0,0.200 2.623 1,-3.856-0.818 1,-2.210 3.739 0,1.577-1.190-1,3.426-3.630-1,0.626 0.736 1,-6.490 1.310 2,-0.747 0.146-2,6.045-2.234 0,1.050 1.261 1,-2.876 5.635-2,-2.843-4.346 0,-0.742 0.340-1,-0.447 3.066 1,-0.284-3.956 1,0.083 1.055 2,0.201 0.392-1,0.001 1.882-1,-0.002-1.160-2,-0.002-1.806 3,-0.000 3.248 0,-0.001-3.652-1,0.000-0.240-2,0.000 0.107 4,0.000 0.975 0,0.000-0.192-2,0.000 0.145-1,0.000-0.877 1,0.000 0.633 0,0.000 1.631 0</inkml:trace>
</inkml:ink>
</file>

<file path=ppt/ink/ink5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9:39"/>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1156.364 1943.546 767,'0.000'11.321'0,"0.000"0.351"-3,0.000 3.231 2,0.000-2.016-1,0.000 4.027 1,0.265 3.897-2,1.576 0.391 1,1.911-1.446 0,0.299-3.963 1,-0.588-2.830 1,-0.897-1.778 2,-0.980 0.019 2,-0.825 0.660-4,-0.518-0.192 0,-0.329 3.102 0,-0.121-3.197 1,0.048 0.424 0,0.079 3.360 0,0.063-4.057-2,0.015 3.234-1,0.010-1.767 3,-0.003 1.864 1,-0.005 0.978-1,-0.000-2.704-3,0.000 1.251 2,0.000-0.631 1,0.000-2.293-2,0.000 4.835 1,0.000-2.066 0,0.000-0.517 1,0.000-1.541-2,0.000-0.484 2,0.000-0.080 0,0.000 1.921 0,0.000-1.676-2,0.000 1.976 1,0.000-0.547 1,0.000 0.758-2,0.000 1.005 0,0.000-3.363 1,1.877-0.421 0,8.628-6.710 1,-4.878 5.329 0,-5.636 2.582-1,5.171-2.016 0,1.758 0.822-1,-2.146 0.496 0,-2.259 2.612 0,-2.291 0.600 2,-0.492-3.298-1,0.057-0.372 0,0.101 3.169 1,0.098-2.708-1,0.020-0.310-1,0.006 2.683 0,-0.005 0.135 1,-0.004-0.846 1,-0.001-0.294-2,0.000-1.695 2,0.244 1.868 0,3.030-1.426 0,3.274 0.417-3,-1.368-2.190 0,-1.766 2.180 3,1.937-2.054-1,1.076-0.631 0,-2.293 4.157 0,-2.574 0.698-1,-1.188-1.827 1,0.077-0.134 1,2.123-0.622-2,1.850-0.703 1,0.726-0.014-1,-1.616 2.464 1,-2.005 2.143 0,0.375-2.534 0,9.694-10.354 2,-7.189 8.989 1,-3.980 1.345-3,5.677-3.434-2,2.250 0.178 3,-5.241 1.511-2,-2.580 3.137 2,0.531-1.786-1,4.853 0.707-1,0.515-0.365 0,-2.663-1.102 1,-2.230-0.747 0,-1.262 1.736 1,-0.217-0.849-1,2.428-0.896 0,5.561-2.963 0,1.517 1.148-1,-0.458 1.922 2,-4.734-0.529-1,-2.424 0.638 0,-0.179 0.909 0,4.140 0.571-1,-0.052-0.792 1,-1.464-1.826 0,5.195-0.244 1,-3.927 4.057-1,-3.089 1.942-1,-0.994-2.072 0,3.013-1.838 1,4.541 0.380 0,1.744-0.667 1,-3.049 0.670-1,-4.732-1.064 0,-1.393 0.536 1,2.605 0.013-1,4.343 1.114-1,1.750-0.906 1,-2.861 0.136 0,-4.164 2.181 0,-2.633-2.670-1,1.314 2.801 1,5.977-2.791 2,-2.179-0.427-1,-4.066 2.202-2,-1.782-1.804 1,-0.429 0.258-1,6.915 0.063 2,-0.395-1.247 0,-0.596 1.697-2,0.373-2.172 0,0.541 0.389 1,-2.998 4.955 1,-1.418 0.865-2,-0.870-0.652-2,1.164 0.172 2,2.522-1.647 3,0.019-1.923-1,-0.430 1.986-1,-2.522-1.340 0,-1.421 0.431 1,-0.626-0.663-1,-0.141-1.634 0,0.168-0.236 1,0.145 1.062 0,0.002 1.650-1,-0.006-2.515-1</inkml:trace>
</inkml:ink>
</file>

<file path=ppt/ink/ink5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9:47"/>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1574.364 3852.546 767,'0.000'11.169'0,"0.000"0.332"0,0.000 0.313 0,0.000 1.461-5,0.000 0.974 4,0.000 1.895-1,0.000-2.259 1,1.017-1.191 2,4.165 3.158-1,-0.487-3.945 0,-1.026-1.063-1,-0.086 1.866 2,2.881-0.224 0,1.158-2.618-1,-1.248-0.269 0,-0.126 1.318-1,-1.527-0.325 0,0.286 3.850 1,1.700-0.421 1,0.036-0.530-1,-2.802-1.983 0,-2.441-0.509 0,-0.504 1.165 1,3.188-0.053 0,1.627-2.628-1,-1.460 1.816 0,-2.652 2.231 1,-0.931 0.072-2,-0.510-0.757-1,-0.275-1.246 2,-0.181 2.208 0,0.021-1.955 1,0.087 2.021-1,0.347 0.650-1,2.669-3.231 1,8.501-11.199 2,0.509-0.209 0,-3.921-10.135-1,-6.659-4.045-2,-1.020-2.178-1,-0.282-1.442 0,1.031 0.408-1,2.140 0.989 1,1.609 2.018 3,0.888 2.703-1,0.818 1.793 1,1.102-0.191 0,-0.259-0.211-1,-0.463-0.589 0,-2.016-0.355 0,-1.401-3.972 0,-2.081 4.129-1,-0.429-0.537 1,-0.348-0.103 0,-0.268 0.168-1,-0.120-7.768 0,-0.292-1.512 0,-0.040 9.660 1,-0.017-0.212 0,-0.005-0.111 0,0.002-0.036-1,0.008 0.016 1,0.004-1.136 0,0.014-0.134-1,0.014-0.130 1,0.013-0.118-1,0.013 1.451 1,-0.005-8.735 0,0.022 4.511 1,0.013 0.032 2,0.006-6.563 0,-0.003 10.641-3,0.002-8.167-1,-0.002 3.470-2,-0.001 2.994 3,-0.001-1.376 4,-0.002 2.724 0,0.000 24.084 1,-0.401-0.012-7,-2.294 0.958 0,-1.820 0.116 0,0.455 0.311 1,0.829 1.902-1,1.121-0.386 2,1.035-2.240-1,0.677 0.741 2,0.369 3.756-1,0.128-1.027-1,0.031-1.442 1,-0.011-1.603 0,-0.029 0.301 1,-0.033 0.870-1,-0.026-1.082 0,-0.017 2.632 0,-0.016-4.276 1,-0.005 0.896 1,0.003-0.192 0,0.003 0.379-3,0.002-1.133 1,0.000 1.743 1,0.000-0.355-1,0.000-1.264 0,0.000 1.066 0,0.000-1.313 0,0.000-23.007 3,0.000-0.081-3,0.000-0.391-2,0.000-0.487 0,2.529-1.882 2,1.434 2.671 0,0.837-4.397-1,-1.220-1.163-2,-1.482 1.778 3,-0.981 1.717-1,-0.665 1.792 1,-0.433-3.807 0,-0.271 4.085 0,-0.021 0.902 2,-6.172 1.605 0,-2.865 0.938-2,0.840-0.389 0,-1.938 0.329-1,-0.994 0.319 2,0.499 0.284-1,1.028 0.271-2,1.029 0.215 1,0.203 0.585 2,-3.040 0.653 0,-2.302 3.708 1,0.774 2.547-1,-1.689 1.708-1,1.992 5.414-1,6.239 2.514 0,2.517 3.037 0,1.979-0.379 0,1.132 3.205 1,1.106-2.792 0,0.205 0.848 2,-0.009-2.174-1,0.021 2.264-3,-0.124 0.448 3,-0.144-0.904 0,-0.030 0.208-1,1.119 0.429 0,2.197-2.886 0,5.319-4.064 0,-2.338-16.900 2,-6.598-1.071-1,0.310 0.026-2,0.013-2.094 0,-0.000-0.485 0,-0.002-0.769 0,-0.002-1.832 1,-0.000 1.561-1,0.000 2.630 2,0.000-0.431 0,0.000 0.671 0,0.000-1.528-1,0.000 0.878-1,0.000 0.939 2,0.000-1.341-1,0.000-0.122-1,0.000-3.703 2,0.000 4.682-3,0.000-3.732 1,-0.167 1.561 1,-2.047-0.952 1,-0.742 3.564-2,-0.899-0.942-1,-0.253-0.336 1,-0.015-1.952-1,2.190 2.006 6,1.616 0.576-2,-7.916 0.692 0,0.961-1.297-2,5.142 1.223-1,-3.289 0.636 1,-5.650 6.089 1,9.213-6.233 0,-9.384 7.646-1,4.951-8.294 1,6.203-2.414-2,0.170 1.202-1,-0.260 1.321 0,-1.582 0.546 2,-1.746 0.387 2,-3.452-1.583-4,-2.614 4.924 2,-2.052 7.648 2,8.098-12.354 0,3.672-0.044-3,-0.046 0.319 0,-0.112-0.541 2,-1.086-2.015-1,-6.410 5.611 0,-0.128 0.047 0,3.422-3.098 0,-0.122 0.675-1,-0.927-0.837 0,0.396-0.397 0,3.345 1.229 2,-7.779 3.947 1,1.139-0.889-1,7.638-3.527-2,0.891 0.419 1,-3.325-0.280 0,-2.682-0.465-1,-0.287-0.562 0,2.848 1.286 1,-0.316-2.087 1,-3.774 2.318-1,1.048-1.885 0,4.046-1.226-2,1.953 0.796 1,0.493 1.061 2,-0.335 0.476 1,-0.047 0.198-1,-0.274-1.332 0,-8.241 3.991-1,0.366-0.674-1,-1.156 1.476 0,1.290-0.440 1,5.050-3.146 0,2.611-2.080 1,0.786 1.150-1,-2.274 1.582-1,-5.418 2.201 1,0.352-0.422 1,4.646-1.918-1,-2.920-0.702 0,-1.144 1.991-1,2.158-4.130 1,2.364 2.674 0,0.430-0.022-2,-9.546 5.949 5,5.513-5.875-2,4.662-0.784-2,1.119-0.078 0,-0.465-0.508 2,-9.962 7.949 0,-1.894 4.730-1,0.208 0.650 0,8.596 10.179 0,2.966 2.296-1,0.311-1.747 0,-0.000-0.224 0,-0.042 0.920 1,-0.066 1.343 1,-0.021-0.512 0,0.001 1.309-1,0.003-2.748-1,0.001-0.008 0,1.776 1.485 2,7.575-2.356 0,-3.577-0.780-1,0.419-0.261-1,1.208-0.797 1,2.570 1.363-1,0.243-2.070 1,0.800-3.346 0,-0.119-2.854 1,0.288-2.671-1,0.923 0.765 0,-1.014 0.871 2,-8.826 10.817-2,9.584-3.886 0,0.895 0.133-1,-3.929 0.271-1,-4.546 2.853 2,-5.015 0.369 1,2.298 0.395 1,5.846-1.138-3,5.024-3.426 0,-0.939-2.187 1,-0.774 1.655-1,-3.472 2.272 0,0.135 1.380 2,1.323-2.677 1,0.673 0.794-3,-2.095-0.136-1,-1.079 3.288 2,-3.938 1.137 1,2.548-0.048 0,3.736-0.510-1,1.218-1.268-1,-0.145-3.229-1,1.386 1.180 2,-4.190 4.435 4,-1.595 1.041-6,-0.008-3.318 1,0.353 1.993 0,-3.021-2.069 3,0.526 2.910-1,4.288-2.831-2,-0.783-0.242 1,-2.390 0.649 0,-2.910 3.565 1,4.663 3.060-1,-2.150-7.437-2,0.229 0.174 1,0.072-0.234-1,-0.166-0.192 0,2.411 8.685-1,-2.267-2.264 2,-1.904-1.729 2,-1.242 0.263-1,-0.745 0.336 1,-0.315 4.220 6,-0.165 0.831-10,0.035-4.348 0,0.086-4.103 5,0.046 1.706 0,0.107-1.700 0,0.043 1.776 0,0.005-0.192-2,-0.008-2.055 0,-0.007 1.259 0,-0.000-1.005 1,0.000 2.490-1,0.000-1.513-1,0.000-0.963 1,0.000-0.279 1,0.000-0.680-1,0.000 2.975 1,0.000 0.370-2,0.000-1.782-1,0.000 0.731 1,0.206 1.331 0,4.234-2.132 2,7.096-8.061 1,1.242-5.131-1,0.214-0.019-1,-1.633-5.151 0,-1.767-7.060-1,-1.187-0.873 0,2.070-0.292 0,-0.103 0.121-2,-2.243-1.023 1,-2.010-0.583 3,-1.153 1.032 0,-0.448 1.355-1,-0.104 0.217-1,0.421-2.655 1,0.724-1.197 4,0.614 0.624-6,0.203 2.475-1,0.011 2.673 3,-0.434 0.131 2,-1.760-1.326-1,-1.615-0.368 0,-1.210 0.462-1</inkml:trace>
</inkml:ink>
</file>

<file path=ppt/ink/ink5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9:58"/>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1810.364 3670.546 767,'0.000'11.206'0,"0.000"0.319"0,0.000 0.553 0,0.000 2.311-7,-1.017-1.871 7,-1.960 3.738-2,-1.641 2.904 1,0.332 0.296-1,1.311-1.384 1,0.021-1.333 1,-1.580 0.125 0,-0.497-0.612 1,1.126-1.825 0,1.447-1.776-1,1.218-0.442 0,0.741 2.386 1,0.399 0.722 2,0.195-0.231-5,0.065-1.313 0,-0.015-1.743 1,-0.040 0.246 4,-0.337 1.178-3,-1.843-0.255-1,-2.397-0.690 1,-1.469-1.715 0,-3.413 1.412 1,1.546 1.189-1,4.437 0.810 3,1.329 1.469-4,1.035-1.289-1,0.669-1.833 8,0.611-0.170-11,0.208-24.145 10,-0.491-2.528-5,0.010-1.536-2,0.000 2.806 0,0.000 0.075 1,0.000-1.266 0,0.000-3.665-1,0.000-0.753 1,0.000 1.005 0,0.000 2.449 1,0.000 3.283 1,0.000 0.061 1,0.000-2.351-2,0.000-1.407 0,0.000 1.749-1,0.000 2.042 1,0.000-0.940 1,0.000-0.775 0,0.000 1.027 2,0.000-1.487-5,0.000 2.875 2,-6.385 0.564 3,-3.920 18.338-1,4.343 1.687-3,-0.802 1.512-1,3.144 1.031 1,1.202 1.772 2,1.063 0.300-4,0.755-0.374 1,0.462-0.252 0,0.234-2.066 1,0.138 4.285 6,-0.117-2.947-4,-0.049 1.494-1,-0.034 1.736-1,-0.859-0.758 1,-1.632-2.513-1,-3.513 2.391 2,2.402-4.085 0,0.909-0.302-1,0.882 1.458 0,0.854 4.540-1,0.625 0.782 3,-0.520-3.680-5,-1.564-1.807 2,-1.530-1.513 1,-1.743 3.546 2,2.271-1.575 0,1.772 1.914-1,1.335-0.189 0,0.791-26.132 1,-0.519-2.036-1,0.005-0.242-3,0.000 0.541-1,0.000-2.513 1,0.000-0.882 1,0.000 0.453 0,0.000 1.537 0,0.000 1.226 1,0.000 1.357 3,0.000 0.986-2,0.000-5.588-3,0.000 3.169 1,0.000-0.687 4,0.000-1.191-5,-0.401-1.822 1,-2.293-1.358 1,-2.065 0.509-1,0.354 0.573 0,1.279 0.889 1,1.263 2.852 0,0.923 2.846 1,-2.252-1.116 0,-3.487 1.160 3,-4.686 17.606 0,4.706 5.482-6,2.993-0.224 1,1.163 2.844-1,1.067 2.010 1,0.776 1.259 0,0.474 0.707 0,0.231-1.791 1,0.084-2.540 0,0.005-2.576 0,0.014 4.790 2,-0.086-3.461-2,-0.029 1.409 0,-0.022-0.421-1,-0.010-0.091 1,-0.003 2.395-1,-0.000 1.014 4,0.000-0.439-5,0.001-2.693 0,0.001-2.502 3,0.000 2.301 2,0.001-2.324-2,0.000 2.256 0,0.000-1.622-1,0.000-0.033 0,0.000 0.770 0,9.012-3.798 2,-0.057-0.148-2,-1.368-0.788-1,2.268 2.170 0,0.711 0.499 1,-2.762 4.600-1,-1.926-1.798 2,-1.115-2.821-2,0.283 3.434-1,-2.470-0.631 4,-1.827-2.167-1,4.450-1.335 0,5.938-8.352 0,-10.222 9.369-1,-0.975 1.846 0,0.065-0.892 0,2.070-0.722-2,10.236-5.343 3,-0.251-5.512-1,-4.975 8.179 0,-3.736 4.480 1,-0.692-1.913-3,8.908-8.652 2,-0.566-2.817 1,1.529-2.796 0,-4.170-4.774-2,-2.753-1.669 0,-2.834-4.498 1,-2.466-0.029-1,-0.437 2.000 0,-0.064-0.628 1,0.027-0.150-1,1.988-3.112 1,3.833 2.446 0,0.082 1.763 2,-2.362 1.097-2,-1.885-1.244 0,-1.191-2.405 1,-0.479-0.144-2,-0.037-0.510 2,0.096-1.495-2,0.090 4.987 0,0.022-4.737 0,0.016 3.506 2,0.003-0.080 1,-0.005-3.965-1,-0.001-0.312-1,-0.000-3.442-4,-0.000 2.263 2,0.000 3.351 0,0.000 2.964 2,0.000-1.718 0,0.000-9.982 2,0.000 9.794-1,0.000 1.334-1,0.000 0.526-2,0.000 0.823 0,0.000-7.856-1,0.000 4.246 5,0.000 3.291 1,0.000-2.979-1,-1.053 3.274 1,-9.895 8.647-2,0.746 7.063-1,-0.305 5.148 0,6.772 4.845 1,3.422-1.964-1,0.540 1.998-1,-0.032-2.902 0,-0.036 4.081-1,-0.361 4.336 1,-1.832-0.499-1,-2.078-3.708 1,-0.188-2.980 1,0.842 0.476 1,1.236-0.547 1,0.935-0.804-1,0.666 0.066 0,0.531 2.606 0,0.285-3.418-1,0.019 2.459 1,-0.126 1.141-1,-0.070-1.771 3,-0.024-1.314-6,-0.004-23.023 6,2.533 0.062-3,5.067-3.835-2,-0.286 4.211 0,0.144-3.472 0,-1.766-0.930 2,-2.176 0.580 1,-1.565-0.911-3,-1.086-1.022 2,-0.731 2.473 0,-0.326 0.739 0,-0.083-1.961 2,0.051 0.750-1,0.084-0.454-3,0.073-2.536 1,0.058 6.210 1,0.008-1.204 0,0.006-0.831 1,0.004 0.869-3,0.002-0.081 0,0.001 0.052 0,0.000 0.135 1,0.000 0.180 0,0.000-2.198 1,-0.000 0.180 0,-0.000 0.797 0,-0.001 0.992 2,-0.000 0.523 2,-0.000 0.396-5,-0.000 0.287 0,0.000-9.989 0,-0.001 2.243 0,0.000 1.817 1,0.000-2.561 1,0.000 1.959 2,0.000 4.389 0,0.000-0.624-5,-0.347 0.758 4,-10.343 18.245 1,4.779 4.848-1,3.797 1.532-3,-2.451 2.248-1,-1.915-0.668 1,-5.210 6.139-1,5.269-8.658 2,-4.067 7.748-2,0.676 1.059-2,5.193-9.278 4,-0.131 0.542 0,-3.846 8.033-1,1.094-4.141 1,0.887-2.529 2,0.324 0.745 2,-0.120-0.784-1,0.051-0.234-5,0.580 2.525 2,3.718 0.455 6,2.566-25.652-6,-0.485-0.577-1,4.650-4.954-1,3.355-2.867 1,-3.504 9.021 0,4.487-8.738-2,-3.871 9.188 1,0.432-0.235 0,0.402-0.208 2,1.075-1.171-1,-0.063 0.759 1,-0.241 0.984-1,4.952-5.826 1,-2.087 4.075 3,-1.070 2.229 3,3.381-0.630-9,-0.919 5.512 5,-0.191 8.552 1,-11.715 7.854-1,-7.570 1.556-3,4.440-1.825 0,1.243 3.006-1,1.169 2.015 1,0.883-1.510 0,0.478-1.756 0,0.267-1.022 2,0.116 1.349 0,0.033 0.485 1,-0.014 1.043-4,-0.033 2.689 1,-0.067-6.625 0,-0.010 1.415 1,-0.010-1.599-1,-0.005 0.138 0,-0.004-0.044 0,-0.003-0.165 0,-0.002 0.054 1,-0.003 8.604 0,-0.003-2.227 1,-0.000-0.633 3,0.001-0.791-5,0.002-1.895 1,0.001-0.652 1,0.000 1.370 1,0.000-1.527-1,0.000-0.067-3,0.000 0.525 3,0.000-1.401 1,0.000-0.898-4,0.000 1.252 2,0.000-1.507 1,0.000 1.231-1,0.000-0.241 1,0.000 0.365-1,0.000 0.419 0,1.142-0.047-1,6.546-5.122 2,3.799-8.616 1,-0.087 0.144-2,1.004-7.297-1,0.128-3.594-1,-5.444 2.193 1,-1.997-2.838 0,-0.646-2.119 1,0.810 0.586 0,-0.019 1.360 0,-1.352 1.366 0,-1.500-1.342 2,-1.091-2.082-2,0.139 2.403-1,2.017 0.791 1,4.719 1.401 2,-4.832-3.891 0,-1.913-1.726-5,-1.156 2.481 3,-0.374 1.615 0,-0.049-4.928 1,0.080 5.016 0,0.017-2.203-3,0.037 0.322 1,0.021-1.180 2,-0.939 3.104-1,-8.589 2.046 1,3.469-0.789 0,4.180-3.994-1,1.814 1.025-1,-2.274 0.404 0,-8.864 8.174 1,-0.323 4.781 1,1.303 4.048-1,8.512 6.780 2,-6.685 0.856-3,2.429-1.287 0,3.094 3.655 0,2.203-2.080 2,0.531 2.907-2,0.297-2.254 0,0.023-0.646 2,-0.045 0.988-1,-0.066 0.106 0,-0.047-0.872 1,-0.022-0.064-2,-0.007 1.754 2,0.001 0.006-1,0.003-1.867-1,0.002 1.509 1,0.001-0.634 1,0.000 2.038-1,0.000-3.584-1,0.000 0.940-1,0.000-0.191 1,-1.238-1.019 1,-5.377 2.502 2,0.766-2.951-1,1.647 3.044-1,-1.604-3.672 1,-2.239 1.950 0,4.795 2.143-1,1.959 0.585-2,1.095-1.051 2,0.426-0.583-1,-0.429-0.061 2,-5.095-3.363 0,-5.827-11.146 0,9.967-10.125 0,9.638 4.082 0,3.333-5.119-5,-4.844 0.598 4,-2.217-0.148-2,-1.919-0.759 2,0.052-2.242-1,2.182-0.388 1,-0.128 1.599 1,0.660 0.041-2,1.034-1.543 0,-0.769-1.708 1,-1.745 0.408-1,-0.090 0.675 1,1.350-2.359-1,-0.096-0.106 1,-1.854 4.020 0,-1.450 1.606 1,-0.818-1.894 0,-0.695-0.164-1,-0.443 2.137 0,-0.204 0.824 1,-0.036 0.514 0,0.043-0.057-1,0.060-4.725 0,0.053-2.386 2,-0.233 1.141-3,-1.640-0.358-2,-2.393-4.459 1,1.758 10.254 1,-1.775-8.651 0,1.490 4.344 1,1.335 3.443 0,-2.674-4.203 0,-1.070-2.786 3,0.803 0.627 0,2.675 7.913-5,0.388-0.619 0,0.355-0.177 1,0.305 0.113 5,-0.071-0.183-3,-0.339 0.066-3,-0.464 0.577 0,-2.604-7.978 4,0.244 2.923-2,0.843 1.229-2,-0.281 0.174 2,-1.316 1.962 0,0.122 2.699 2,-0.978-4.545 1,2.592-0.486-2,2.223 4.049-1,0.708-0.996 0,0.269-0.239 1,-0.037-0.266-1,-0.059 0.871 0,-0.022-2.580 0,-0.065 1.278-2,-0.040 0.717 3,-0.007 1.221 1,0.015-0.039-3,0.000-0.539 2,0.000-1.425 0,0.000 1.684-1,0.000-0.654-2,0.000 0.101 1,0.000 0.229 0,0.000-3.198-1,0.000-4.674 2,0.000-0.762 1,0.000 2.884-3,0.000 3.793-1,0.000-0.906 4,-5.180 3.365 4,-6.479 9.712-1,0.663 2.250-4,-2.673-0.118-1,0.551-0.468 2,1.493-0.136-2,4.627-10.190 2,-0.728 2.110 0,-2.372 3.056-1,10.069-5.990 0,0.135-1.361-1,-0.108-0.087 0,-0.001 0.768 2,-0.223-1.405-2,-4.730 2.484 0,-3.676 0.352 1,-1.594-0.521-1,2.676-0.791 1,3.637-0.870 0,2.467 0.529 0,-2.845 0.751 1,-7.345 9.704 0,0.142 2.283-1,3.907-10.980 1,6.130-3.849-1,-7.024 3.220-2,1.704-0.716 3,4.353 0.792-2,-1.685-1.306 1,-3.726 0.945-1,-2.643 2.759 1,2.376-0.226 1,2.800-5.784-1,4.211 1.113 0,1.262 1.001-1,0.479 0.900 1,-0.454 0.246 0,-0.211 0.102 2,0.014-0.580-1,-0.265-1.549-2,-3.224 2.294 1,-3.720 2.253-1,-2.362 0.202 0,0.154-2.365 1,4.381-1.735 1,3.296-0.968-1,0.581 2.229 0,-10.209 9.377 0,5.674-9.127 2,5.486-1.807-2,0.274 0.590-2,0.004 0.787 3,-3.155 0.004-1,-3.773 1.901 0,0.557-1.866 0,4.043-0.158-1,2.762 0.445 2,-5.152-0.374-1,-3.654 2.292 0,2.989-1.505 0,5.425-1.023-1,-0.366 0.675 2,-4.774 0.825-1,-1.794-1.830-1,2.572-0.895 1,2.532 1.327 0,0.670 0.140 0,-9.871 7.169 1,4.884-5.298 1,2.003-1.810-3,-2.965 2.020 1,2.228-2.355-1,2.764-2.165 0,1.487-2.473-1,0.610 1.310 1,0.124 2.625 1,-0.059 0.493 1,-0.078-0.707 0,-0.090 1.195 0,0.010-0.899 0,0.000-1.505 0,0.000-0.378-4,0.000 0.778 3,0.000 0.989 1,0.000-0.167 0,0.000-3.423-2,0.000 1.117 0,0.000 2.781 0,0.000-0.357 2,0.000 0.957 0,0.000-0.209 0,0.000 0.117-2,0.000 0.017 1,0.000-1.962 1,0.000-0.463-1,0.000 1.199 0,0.000 1.136-1,2.252-5.240 1,1.693 5.087 1,1.392 1.703-3,2.232 1.796 1,3.944 5.881 2</inkml:trace>
</inkml:ink>
</file>

<file path=ppt/ink/ink5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0:08"/>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1447.364 2197.546 767,'0.000'-11.146'0,"0.000"-0.440"-3,0.000-1.066 2,0.000-2.576-1,0.000-0.575 1,0.000 2.949 0,0.000 0.331 3,0.000 1.072-1,0.000-1.981-1,0.000-3.481 0,0.000 4.764 0,0.000-2.160-2,0.000 1.059 1,0.000 1.733 2,0.000-0.966 1,0.000-1.110-2,0.000 0.451-1,5.806-3.327 1,-1.091 3.309 0,-1.017 0.065-2,-0.508 1.349 1,1.792 1.526 0,4.002 2.719 6,-5.098-6.278-4,2.982 1.902-3,-0.000 1.085 3,1.315 0.909-2,4.564 6.640 2,-0.699 2.405-1,-3.519-9.427 0,-7.219-3.903 0,-1.482 2.325-1,2.085 0.202 0,5.303-1.865 1,1.975 1.973 1,-0.775 2.902-3,-1.067-1.094 2,3.732-2.403 3,-0.450-1.378-6,-2.358-4.163 0,-4.594 7.180 3,-0.018 0.071-1,3.117-7.357 0,-1.723 2.318 2,-1.350-0.150 0,-1.308 0.925-2,-0.804 1.239 0,2.128-0.917 3,3.924 2.949 1,-2.775-3.642-2,0.013 1.700-1,-0.372 2.760 0,-0.591-1.371-1,0.328-4.819 0,0.535-2.356 0,0.545-0.474 0,0.458 1.176-1,0.590 0.903 0,-0.376 1.816 2,-1.393 2.551 0,-1.481 1.564 2,-1.384-0.704 2,-0.798-0.331-4,1.067-0.514 0,2.458-2.867-1,3.203-1.380 0,0.304 2.893 0,0.802-0.454 1,-0.004-1.742 0,-1.943-0.772 0,-1.258 0.470 0,0.100 1.786 0,1.442-0.393 1,0.804-0.031 0,-0.596-0.570-2,-1.972-0.656 1,-1.297 2.098 0,0.647 1.266 0,-0.088 1.150 1,-0.749-0.809 0,0.444-4.059-2,0.646 0.151 1,0.620 1.004-1,-0.975 2.361 0,-1.542 2.466 2,-1.005-0.954 0,-1.490-0.951 6,-1.251 25.654-5,-2.109-0.598-5,-3.953 2.026 1,2.732-1.894-3,0.250 2.560 6,-1.013 3.957-1,1.728-7.566-1,-0.337 0.318 0,-0.295 0.055 2,-0.248-0.121-1,-2.713 8.340-4,1.295-0.631 4,2.809-6.556 4,0.632 0.256-3,0.552 0.252-4,0.455 0.227 2,0.356-0.231 1,0.264-0.488-1,0.186-0.599 1,0.121-0.613 0,0.122 5.285 1,0.059-0.289 0,0.024 1.867 0,-0.056-2.478-1,-0.060 1.258 2,-0.054-1.295 0,-0.279-2.782-1,-1.492-1.036-3,-1.845 0.455 1,-1.022 0.361 1,0.803-2.008 0,0.434 1.410 1,2.155-0.559 1,1.111 0.610 0,0.369 0.368-2,-0.117 1.182 3,4.044-24.362-4,1.478-1.637-1,1.213 3.451 1,2.384-3.448 1,1.490-4.150-2,-4.429 7.052 0,0.552-0.289 1,0.526-0.124-1,1.261-0.925 1,0.749-0.255 0,0.676-0.230 0,-1.011 1.142 0,-0.913 0.750 1,-1.188 0.897 1,3.215-5.846-1,-3.140 3.491 2,1.337-0.655 0,4.643-2.291-1,0.280 3.701-1,-4.104 4.138 5,-20.771 3.691-3,-2.528 7.458-3,3.365 6.426-1,-1.327 6.684 3,4.729-6.753-3,-0.562 0.499 0,-0.462 0.101-1,-0.364-0.162 1,0.814 0.972 1,0.346 0.933 0,0.476 0.212 0,0.533-0.284 2,0.539-0.598 0,-0.596 1.085 1,-1.098 1.900-5,-1.072 1.671 0,-0.997 1.423 5,-0.174 0.696 1,0.407 0.155-7,0.788-0.229 1,1.011-0.483 0,0.380-0.395 0,-0.078-0.312 0,-0.392-0.238 5,-0.588-0.174-1,-1.238 1.979 0,0.175-0.258-2,0.444-0.300 1,0.591-0.308 0,0.649-0.575 1,0.644-0.713-1,0.598-0.756 0,0.528-0.734 0,0.736-2.535 1,-0.139-0.817 0,-0.302-0.792 0,-0.398-0.732 0,-1.010 0.765 1,0.566-1.485-1,0.844-1.494 0,-2.815 5.489 0,3.671-4.221 4,1.853 1.972 5,11.198-23.997-9,0.080 1.342-3,2.455-2.697 0,-2.503-1.410 1,1.426-3.316 0,0.924-1.479-3,-4.970 8.693 2,0.305-0.717 1,0.284-0.700-1,0.251-0.646 1,-0.199 0.717 0,0.361-0.028 0,0.391 0.101 1,0.390 0.185-1,1.799-1.971 0,0.300-0.016 2,0.155-0.031 0,0.051-0.039 0,-1.101 0.611-1,-0.978-0.107 0,-1.150-0.135-1,-1.188-0.144 1,-0.857 0.407 0,-0.654 0.971 1,-0.440 1.184-1,2.659-6.814 1,-1.553 4.433 2,-1.208 0.221 0,-1.039-1.538-2,-1.074 0.224 0,-0.709 0.441-1,-0.946 0.794 0,-5.151 3.302 1,-4.538 17.794 3,-1.467-2.955-3,1.275 4.044-3,0.017 4.964 0,1.823-1.928 1,-0.465 0.656 0,0.257-0.508 0,0.670-1.165-1,0.860-1.458 1,1.321 0.620-1,0.175 1.251 0,0.016 0.745 3,-0.088 0.364 3,-0.151 0.089-2,-0.182 1.575-4,0.231 0.110-1,0.320-0.487 1,0.352-0.833 1,0.347-0.993 6,0.918-1.792-5,0.100-0.275-1,-3.826 8.740-2,0.723 0.728 11,1.588 0.775-10,2.622-8.700 5,-0.173-0.596-5,-0.359-0.774 1,-4.386 7.123-1,-2.928-0.856 4,-0.222-1.883-2,1.573-1.436-1,1.232 3.419 2,3.655 0.284 1,2.375-2.353-2,1.348-2.301 0,0.861 1.752 0,0.592-0.012 2,-0.191-2.292 0,-0.850-0.461-2,-11.074-8.959 1,0.028-2.307 0,-0.100 1.462-3,7.590 11.802 4,-2.295 2.649-4,1.655-3.999 1,1.126-1.072-1,-0.872 1.967 2,-1.521-2.421 0,-2.605 1.791 2,1.795-1.749-2,0.749 0.435-1,1.442-0.070 0,0.871 3.126 2,2.043 0.808 0,1.542-3.102-1,0.501-0.772 0,-0.632 2.013 1,0.011-1.169 1,0.000-0.867-4,0.000-22.692 6,0.000-2.003-6,0.000 1.241 1,0.000-1.747 0,0.000-0.152-1,5.903-3.199 1,-1.121 7.165 2,0.301-0.271 0,0.359-0.802-3,0.179-0.672 3,0.050-0.539-2,0.502-1.378-4,-0.188 0.344 4,-0.247 0.595 0,-0.259 0.694 0,-1.348 1.503 1,-0.560-0.117 1,-0.597 0.154-1,1.267-9.697 6,-2.234 9.293-7,2.975-9.878-2,2.165 1.377 2,3.003 0.135 1,-3.418 8.805-1,0.478-0.303 1,0.125-0.044 2,-1.106 1.194 0,-0.624 0.096-3,3.294-9.502-3,-1.767-0.190 5,-1.155 3.656 1,-0.324 3.328 0,-0.080 0.449-1,0.102-1.228-1,0.855-4.174-1,-2.126 5.497 0,0.844-1.205 1,0.829-0.777 3,0.412-0.093-5,0.652-0.795-1,0.572-0.761 1,0.479-0.684-1,-0.113 0.116 3,0.081-0.489-1,-0.013-0.426 0,-0.073-0.356 0,-0.107-0.286 0,2.142-4.750 0,0.429-0.852 0,-0.116 0.409 0,-0.442 1.151 4,-0.606 1.512 2,-0.657 1.607-8,-1.088 1.406 0,-0.456 0.748 0,-0.366 1.017 0,-0.282 1.114 12,-0.207 1.094 0,-0.144 1.001-12,-0.216-0.446 1,-0.246-0.013 0,-0.247 0.265 0,-0.229 0.423 9,-0.533 0.824-3,2.596-8.083-7,-3.001 4.304 2,-4.548 3.429 5,-11.688 12.786-1,-0.994 5.764-2,1.458-3.097 1,-1.061 1.662-4,1.027 2.989 1,0.376 4.944 0,2.640 3.816-1,2.815-4.822 1,-1.532 2.115 0,-1.462 1.622 0,-1.311 1.187 4,0.106-0.447-6,0.099 0.049 0,0.415-0.202 0,0.596-0.354 0,1.067-1.238 1,0.601-0.339 2,0.561-0.297 1,0.500-0.251-1,0.147 0.522 1,0.515-0.560 0,0.457-0.604 0,0.388-0.592-1,0.317-0.544 1,-2.903 3.232-1,0.331-3.450 1,-0.146-0.810 3,0.128-0.693-1,-2.798 5.887-3,2.668-0.483-3,2.759 0.415 5,4.928-3.249-1,11.563-13.692 2,-0.863-6.500-1,-1.648-1.795-1,-2.269-1.153-2,1.842-3.329-1,1.813-1.752 1,1.575-0.740-1,1.584 0.483 0,-1.023 4.271 1,-1.539 2.738 3,1.121-1.246 1,1.270-1.976-4,-0.851-0.280 1,-0.485-0.385 0,0.163-0.656 0,0.126-0.356-1,0.705-0.829 0,2.163-2.247 0,-7.821 7.785 0,6.257-6.410 1,-2.998 2.919 9,-2.512 2.497-15,-16.672 17.318 12,-1.756-0.267-2,-4.514 1.597-7,0.521 2.953-6,-0.654 3.364 10,2.194 0.515 0,0.312 1.707 0,-0.595-0.045-3,3.728-6.916 2,-0.651 0.155-1,-0.027-0.443 1,0.363-0.779 1,-4.370 6.932 0,1.344-0.551-3,5.473-6.905 5,-3.256 7.289-3,4.005-2.686-2,2.998-1.996 3,-2.459 3.566-1,0.835-5.275 3,-1.032 1.274-1,-1.165 1.996-4,0.071-0.185 0,0.470-0.712 0,0.702-1.012 0,0.290-0.320 0,0.392-0.770 0,-3.875 8.894 6,1.465-2.048-3,2.265-2.021 0,2.827-4.303 2,7.500-1.120-1,4.021-16.766 1,-3.805-5.328-2,2.290 0.661-3,8.598-5.310-1,-5.803 5.734 3,0.000 0.182 0,0.294 0.125-2,0.022 0.521-1,-0.154 0.735 1,-1.217 1.298 0,-0.388 0.422 2,-0.404 0.317 0,-0.389 0.227 0,7.940-6.814 1,0.405 0.203 0,-8.108 6.909-1,0.333-0.024-1,-0.133-0.269 1,-0.436-0.417-1,-0.611-0.489 1,-0.690-0.507 0,-0.700-0.488 0,-0.429-0.377 0,4.418-8.020 1,-1.887 2.901-1,2.168 0.587 4,0.938 2.535-1,0.201 2.429-1,-0.407-1.168-4,-1.712-1.710 2,-3.879 2.195-1,-9.722-0.939 4,-6.896 14.972 0,-1.432 4.597-3,-0.215 1.590-1,-2.329 4.026-2,6.618-6.322 2,-0.337 0.424-1,-3.602 2.331 1,2.025-2.226 0,1.083-0.689 1,-5.842 6.932 2,6.810-6.676-2,-0.240 0.319 1,-0.099 0.101 0,-0.002-0.047-2,-0.869 0.823-1,-0.464 0.362 0,-0.506 0.404 0,1.643-1.484 2,0.290 0.108 0,0.401 0.096 1,0.454 0.082-1,-5.150 6.448 1,1.247-3.503-1,0.499-0.099 2,3.468 1.301 1,2.388 2.609-4,-1.251-0.440 1,-2.691-2.590 0,0.056-3.741 0,0.122-1.432-1,-3.382 2.407 8,21.779-22.688-14,1.356 1.423 13,2.424-2.321-8,0.081-0.071-1,-0.778 0.724 0,1.044-1.173 4,-6.287 6.222-2,0.543-0.577 1,1.728-1.741-2,0.270-0.243 1,0.077-0.035 0,-0.050 0.098 0,-1.462 1.470 1,-0.392 0.387 1,-0.424 0.407-1,6.900-6.957 1,0.595-0.693-1,-7.003 7.060 0,-0.533 0.538 1,5.562-5.611 2,-3.528 3.575-3,0.381-0.259-2,-2.484 2.561 2,0.622-0.599 1,0.051-0.049 0,-0.054 0.549 0,7.551-4.560-2,-4.458 4.245 0,-0.837-2.551 7,-3.610 0.502-5,-0.101-0.271-1,-14.791 2.499 3,-4.187 16.098-3,0.908-1.979-1,-0.375 0.314 0,-2.425 3.675-1,0.935 0.417 1,0.390 0.706 0,0.786 1.398-1,-1.040 3.965 1,5.268-6.482 1,-0.271 0.171 0,-0.286 0.022-1,-4.742 5.386 0,0.733-1.855 0,1.433-2.358 2,0.639-1.182 2,-0.060 0.701-2,0.411 1.449 1,-0.807 2.621-3,1.021-1.479 0,1.341-2.199 1,2.317-1.531 1,1.364 2.639 0,15.286-15.172 4,-1.746-6.801-4,-1.415 1.537-3,5.515-4.426 0,4.112-1.890-1,-7.628 6.874 2,-0.314 0.720 0,8.035-4.028-1,-3.414 3.324 1,-2.777-2.403 6,-0.809-4.819-6,1.396-1.490 0,2.449 0.772 0,1.468 2.166 0,-0.057 2.674 1,-3.397 3.013 0,-1.583 0.705 0,-1.231 0.170 7,-17.341 16.447-6,-1.858-0.264 0,-1.745-1.448 0,1.471-2.098-3,0.325 1.648 1,2.241 0.998 0,-1.304 2.380 1,-2.489 2.376-1,-0.117-0.464-1,1.176-1.812 3,1.349-1.860-3,0.006-0.333 2,-0.806 0.624 0,-0.936 2.235 0,0.047 3.170 0,0.740-0.589 2,-4.265-0.597-3,-0.831-2.037 3,2.594-1.890-2,2.394-0.324-2,2.083 0.077 2,1.552-0.104 0,-0.106 0.675 2,7.053-21.902 4,9.403 7.833-14,-0.651-1.757 14,1.624-2.848-8,1.014-2.310 0,4.338-5.021 0,-5.718 5.197 1,-0.199 0.094-1,-0.670 0.601 1,-0.896 0.854 0,-1.078 1.307 0,7.800-6.415 3,-1.600 3.466 1,-0.801 1.135-2,-2.616-0.246-2,-1.789-1.244 2,-1.120 0.236 0,-0.676 1.167-1,3.619-1.287 1,-1.212 4.094-1,1.452 0.050 0,-1.264 0.785 2,-22.343 9.100 2,3.215 9.909-10,2.012-3.607 9,-2.098-0.051-5,-3.598 2.872 0,0.199 2.062 0,-0.345 0.405 3,-1.478-1.404-1,-2.215 0.875-1,8.074-6.661 1,0.278-0.115-4,-4.624 5.111 10,3.688-1.061-8,1.516 0.491 3,-0.282-0.384 2,-1.273-2.643-3,0.007-2.478 0,-0.110-0.134 1,0.928 0.960-1,0.842 4.093 0,1.525-0.367 1,-1.173 0.055-2,11.403-23.071 3,1.421 2.260-1,6.678 5.054-1,0.317 4.097-1,1.396-8.115 1,-1.944-0.098 0,1.019 0.070-3,0.937 0.335 1,1.034 0.203 2,0.012-1.976-1,-3.532-1.503 2,-2.220 1.827-2,-0.104 1.820 1,-0.158 1.116 2,2.660-2.947-2,-0.902-1.658 1,-1.623 4.607-1,4.545 1.145 5,-26.026 12.513-5,2.212 3.402-2,1.608-0.974 1,2.186 1.274 1,0.639 1.198-1,-3.021-2.930 1,-1.045-0.990-1,0.608-0.841 1,-2.047 1.790-1,0.095-0.618 1,-0.004-3.942 2,1.621 5.753 0,-0.771-2.939-1,21.661-6.773 0,-0.778-8.485-2,-0.612 1.498-1,1.932-0.258 1,0.688 0.184-1,1.848-0.771 0,0.125-0.590 1,0.315-0.856 0,-0.039 1.121 1,-2.729 1.121 1,-3.276-1.005 3,-0.729-1.608-2,-1.085 0.919-3,3.534-3.955 0,0.836-0.727 1,-0.849-0.691 0,-3.271 2.740 0,1.785 0.919-2,1.206 3.339 5,1.926-1.375-2,0.314-1.533-2,-1.888-1.050 0,-4.665-1.468 2,-5.284 1.244 0,-1.334-0.660 0,0.798 0.868 0,0.025-0.676-1,-0.015-0.026-1,-0.002 0.059 1,0.000-1.401 1,0.000 2.045-2,0.000-1.062 1,0.000-0.882 1,0.000-0.155-2,0.000 1.082 1,-2.862-0.313-1,-3.892 3.154 1,0.265-3.094 0,-1.242 1.139 1,-2.802-2.408-1,0.849-0.403-2,-0.835-2.334 0,1.931 2.088 0,0.792 0.484-1,0.726 0.583 3,-1.456-2.170 1,-2.630 2.259 0,1.295 3.198 2,1.664-0.979-4,-0.501-4.356 1,0.610 1.335 0,0.403 2.147 1,-0.520 0.417-1,1.223 0.478-1,2.235 0.697 1,1.455-2.843 2,2.818 0.227-1</inkml:trace>
</inkml:ink>
</file>

<file path=ppt/ink/ink5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0:10"/>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1920.364 1143.546 767,'0.000'11.579'0,"0.000"2.409"-4,0.000-2.585 3,0.074-0.354 0,1.493-0.006 0,1.907-0.479 0,0.000 0.050 0,-0.000 0.000 0,-0.000-0.000 0</inkml:trace>
</inkml:ink>
</file>

<file path=ppt/ink/ink5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0:15"/>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1938.364 1252.546 767,'-6.032'-13.714'0,"-8.247"-15.982"0,-2.658-4.605 0,-0.060 0.350 0,1.572 3.430 0,2.472 5.089 0,2.840 5.726-30,2.846 5.674 27,0.262 0.829 1,14.258 29.382 5,-1.549-3.506-1,1.352 3.192-1,1.141 2.745-1,0.860 0.421 0,0.673 0.552 1,0.068-0.390-1,-0.341-0.996 0,-0.593-1.339 28,-0.404-1.142-50,-0.846-2.049 22,-0.826-2.024-2,-0.757-1.871 26,4.324 7.141-45,-3.396-1.446 30,-3.351-3.389-5,1.381 0.911-5,2.143-1.908 5,3.778-1.926-5,0.927-6.490 1,0.918-2.597 1,-1.306-0.435-1,0.695 0.064-1,-0.619-0.457 0,-2.516-7.219 2,-11.667-4.842 0,-3.040 0.309-2,0.191-0.130 0,2.031 1.125 0,-5.783-3.315 4,0.557 0.521-4,-1.480-3.172-2,0.010 1.376 0,1.664 1.706 3,2.764 0.608 1,0.885-0.676 0,-4.226-2.884-1,-3.041-0.811 1,4.390 6.556-3,-0.327-0.491 0,-0.143 0.103 0,-0.018 0.458 4,0.059 0.635 0,1.553 1.440-4,0.814-0.184 0,0.921-0.377 1,0.930-0.479-1,-2.491-8.813 4,0.478 4.695-1,-1.698-1.159 4,-0.902 0.703-1,1.604 2.521-6,2.315 2.535 0,1.339-0.710 5,3.653 22.109 3,0.517-0.085-8,6.203-2.505 0,-1.716 3.087 2,-1.465 1.729-1,0.807 3.665-1,0.625 1.200 0,0.424-1.057 0,0.631-0.654 1,0.269-2.318 0,0.851-1.662 1,2.372 0.351 2,1.737-0.044 0,0.252-0.208-3,-2.378 0.466 0,-1.915 2.762 0,-0.635 2.473 2,-0.130-0.440-2,0.376-2.396 1,-0.207-3.262 0,-1.543-2.325 1,-0.582 0.516 0,1.342 1.004 1,1.930-1.771-1,4.857-1.794 0,0.855-4.672 0,0.882-2.688-2,-2.420-1.135 0,2.459-0.385 2,-4.126-2.366 0,-9.879-7.909 0,-4.702-3.910-2,-1.095-0.976 0,1.306 5.052 0,-2.722-0.421 0,-5.463 1.897 3,4.104 0.636-2,-0.376-3.306-1,-0.601-3.045 0,-0.001-0.283 0,0.375 1.911 0,0.729 1.495 1,0.230-1.253 1,-0.629-1.255 1,1.361-1.944-4,1.790-1.678 1,-2.490 0.528 0,-3.443 4.681 3,-0.976 3.037-3,1.479 1.899 1,0.409-2.958 1,1.616-0.057 1,-4.176-0.068-2,4.358 3.646 0,-0.820-4.190-1,0.536-1.201 1,0.513 1.375 1,17.465 5.505 3,1.784 5.921-3,-4.238 9.651-2,-2.696 4.860 0,2.609 0.661-1,-0.807-5.643 1,0.685-0.842 1,4.048 3.122-1,0.083-0.405 1,-3.078 3.304 1,-5.017-2.400-2,-1.556-0.645 1,-1.026 1.307-1,-0.766 1.505 3,0.188-0.831 0,0.138-2.383-2,0.088 2.061-1,3.650 0.292 3,1.371-3.135-2,-0.883 0.008-1,-0.351 3.956 0,-2.300-1.093 1,-0.869 2.542-1,-0.458-0.060 0,-0.189-1.437 1,-0.063 0.847-1,-0.006 0.932 1,0.026-0.086-1,0.033-0.035 1,0.031-0.125 0,0.024-0.449-1,0.016 0.831 1,0.008-2.317 0,0.002-1.399 3,0.000 0.211-2,-1.075-0.871-2,-4.647 0.806 1,-0.755-1.603 3,2.893-0.497-3,2.084 1.490-1,0.912 1.035 2,-6.644-2.857-1,-2.875-15.582 2,10.091-8.466-1,0.177-2.630-3,-0.095-3.711-1,-0.036-2.665 2,-0.026 9.685-1,-0.004-0.854-1,-0.003-0.516 5,-0.002 0.401-2,-0.001 0.959-2,-0.001 1.245 0,-0.002-7.477-1,0.000 4.615 7,0.000 2.315 0,0.001-0.221-2,0.001-0.901-2,0.001 0.480-1,0.000 1.176 8,0.000-0.102-11,-0.239 23.663 8,-7.250-0.479-5,1.691 1.104-1,3.059-1.148 1,1.242 2.695 1,0.871 2.839-1,0.472 1.120 0,0.215 0.254 0,0.069-0.101-1,0.005 0.730 1,-0.027 0.421 1,-0.294-1.694 0,-1.617-1.397 0,-2.300 1.854 0,-0.723 1.752 0,0.741-0.349 0,-0.524 1.060-1,1.855-9.400 1,-0.171 0.510 0,0.198-0.540-1,-1.684 8.436 0,1.385 1.630 4,1.521-2.494 1,0.975-4.480-4,0.433-0.817-1,0.216 0.310 1,0.074-0.564 0,-0.020-1.789 7,0.039-23.504-6,-0.218-4.860-4,0.001-2.447 0,0.001 1.636 0,0.001 0.167 3,0.001-4.243 0,-0.365 8.762-1,-0.563 0.427 0,-0.640 0.926 0,-0.636 1.160 0,-1.645-7.722 1,0.384-0.672 4,1.581 8.072-1,-0.202-0.403-5,-0.293-0.413 0,-0.334-0.393 0,-0.313-0.291 2,-0.225 0.018-1,-0.171 0.134 0,-0.124 0.200 1,-0.084 0.230-1,0.327 0.928 1,-2.256-9.526 0,1.682 2.086 0,1.544 0.124 2,1.167-2.064-1,0.892 9.253-1,0.144-0.457-1,0.111 0.570 1,0.173-8.324-1,0.102 2.479 1,-0.011 0.193 5,-0.064 2.478-3,-2.259-0.157-3,-6.990 7.361 4,-2.058 6.589-1,-2.144 4.586-3,2.134 3.258 0,2.211 0.882 0,0.966 0.248 1,0.280 5.911 0,-0.093 7.038 0,4.514-9.431-1,-0.015 0.422-1,-0.168-0.477 1,-0.320-0.753-1,-0.390-0.868 1,-5.338 7.770 0,-0.533 2.186 1,4.952-8.665 3,0.032 0.750 2,0.307-0.109-7,0.051 0.418 0,0.045 0.331 0,0.039 0.251 0,0.510-1.489 1,-0.004-0.212 1,-0.025-0.283-1,-0.038-0.316 1,-0.294 0.296 0,-0.037-0.354 1,-0.026-0.337-1,-0.017-0.306 1,-0.402 1.325-1,0.619-0.447 1,0.735-0.450-1,-1.316 9.045 1,2.341-1.361 0,1.291-1.170-1,-0.566-1.366 0,-1.375-0.578 0,-1.716 0.179 0,-1.280-0.422 0,-0.734-0.276 1,1.042-1.559-1,1.876-2.173 1,0.999 0.089 2,3.286-22.740-2,-0.297-0.337 1,0.025-1.275-1,0.000 1.046-1,2.314-2.087-2,1.565 1.920 0,0.211-1.779 2,0.122-3.349-2,1.192-0.794 1,2.598 0.448 0,-2.662 7.446 1,-0.176-0.311-3,-0.566-0.056 3,-0.752 0.125 0,1.499-9.950 1,-2.733 2.752-1,-1.516 2.020 1,-0.503-0.340 0,1.239-0.601-1,1.706-0.330-1,0.267 1.250 1,-0.419 1.058 0,-1.215 3.643 1,-10.152 3.529 3,-1.664 16.535-1,4.560 2.530-2,-0.547 2.145-4,-0.707-0.413 1,-0.228-1.512 1,1.288-1.289 1,-0.807 4.136 2,-1.783-0.894-2,3.324-3.301 0,0.601 3.114 0,-1.588 1.821-2,-0.095-2.229 2,1.176-2.557 0,0.591 0.816 1,2.509 1.295 1,1.246-1.507-1,0.350 4.792-1,0.018-1.761 3,5.080-25.522-2,4.192 1.606-3,1.441-0.876 0,-0.673 0.723 1,0.343-0.504 0,1.136-1.708 0,-4.877 3.524 1,-0.740-2.985 1,1.251 2.096 0,-0.596 0.612 1,-0.351-0.791-3,2.147-1.212 1,2.608-3.240-1,-4.165-0.034 0,-2.305 0.375 1,-0.906 3.126-1,3.853 0.834 2,0.797-1.048 2,-1.707 0.654-4,0.271-0.968 0,-2.508-0.629 1,-2.612-1.125 1,-1.598 0.216-2,-0.546 0.476 2,-0.048 1.044-1,0.093-0.767 0,0.346-1.617 0,4.773 1.365 0,1.077 2.087-1,-1.596-2.128 1,-2.716-0.043 1,-0.875-0.208-1,-0.559 0.905-2,-0.354-3.904 1,-0.156 2.847 3,0.012-0.905-2,0.138 1.981 0,-1.620 0.345 1,-9.848 11.258 1,-0.529 0.537-2,4.083 7.456 0</inkml:trace>
</inkml:ink>
</file>

<file path=ppt/ink/ink5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0:28"/>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1556.364 888.546 767,'-8.052'8.053'0,"0.229"-0.229"0,6.197 3.119-4,0.352 0.723 4,-1.709 2.214-2,-1.791 1.171 0,-1.058-1.570 1,-0.254-2.931-1,-2.511 0.881 3,3.207-0.787 0,2.959 0.434 1,-2.328 1.373-2,-2.728-1.569 2,3.272 0.892-2,2.386 2.517 0,1.479-2.681-1,0.348 1.358 0,0.145-0.928-1,0.079 2.057 2,-0.078-1.535 1,-1.629 0.629 1,-7.929 0.500-2,1.832-4.643-1,-1.948 2.263-1,3.577 0.311 2,3.168 1.218 3,3.442-1.230-4,-9.889-5.157 3,0.457 0.697 0,7.746 4.170-2,-7.081-1.853-2,-0.851-1.669 1,-2.231-6.308 2,3.988 7.149 0,6.260 5.226-1,-1.190-0.917-2,-3.661-3.340 1,-1.825-0.400 0,5.526 2.712 3,2.245-0.836-1,-0.085 0.051-2,-0.064 0.032 2,0.000 1.978 0,0.000-0.366-1,-0.309-0.633-1,-8.369-5.082 1,-0.591-13.410 1,9.527-4.971 0,-0.258 0.098-2,0.266-2.918 0,3.225 3.331 0,2.725 0.056 0,-1.347 0.712 1,-0.389-4.016 0,-0.032 2.032 0,2.811-1.113-1,1.191 4.540 5,1.626-2.625-7,-3.874 0.761 1,-1.385-0.052 2,-0.021-0.297 0,-0.273-4.490 0,-2.617 1.834 2,-0.904 1.477-2,-0.476-3.159-1,-0.539 3.146 2,0.913-1.756 0,7.069 5.568 0,0.398-1.055-1,2.048 2.019-1,-2.566-1.764 2,-7.150-4.262 0,-0.777 0.010-2,-0.214 1.454 0,3.648 1.290 0,7.117 0.512 2,3.533 3.333-1,-4.570-1.170 0,-1.271-2.335-1,-2.513-0.844-1,-1.157 0.657 2,4.234-1.515 2,-1.596 1.950-1,-0.414 0.442-1,7.500 8.027 2,-1.691-1.184-3,-3.584-7.527 2,3.961 6.787-1,0.896 1.825-2,-0.537 1.201 1,-1.377 0.585 0,-1.191-3.116 3,-2.986-9.019 0,0.736 0.909-3,2.771 3.397-1,-0.321 4.015 2,1.176 2.817 0,-2.799-6.047 1,-0.939-2.503 2,-19.939 8.237-2,-0.450 1.063-3,-3.767 1.858 1,4.084 1.405 0,0.646 1.075 0,-0.512 3.693-1,4.490 1.075 3,-4.121-0.188 1,0.453-1.384-2,-0.120-0.438-1,-3.688-1.163 2,3.746-0.730 0,-0.449-0.297-3,0.795-1.206 1,-1.979-0.779 0,0.574-2.042 3,-0.404-1.094-1,-0.828-0.101-1,1.265 0.012 0,8.137-10.581 1,13.024 2.803 0,3.371-0.610-2,-3.537-4.005-1,-3.606-1.832 2,2.330 2.323 0,3.646 5.922 1,0.102 5.844-2,1.138 1.162 2,0.322-0.419-1,0.228-0.236-1,-1.404-0.081 2,1.042-0.001 0,-1.679 0.014-1,2.125 0.004 0,0.309 0.001-1,1.143-0.000 1,-3.009-0.000 1,-0.495-0.000-1,1.673 0.000-1,-0.471 0.000 2,-23.688 0.000 2,-0.672 0.000-3,-0.102 0.000-2,-0.147 0.000 0,-0.688 0.000 1,-1.331 0.000 1,2.204 0.000 2,-1.085 0.000-3,-0.736-0.091 0,2.993-2.603 2,9.415-8.324 0,1.664-0.623-1,-0.359 0.162 1,0.006-0.237-2,0.003-3.908-1,0.002 2.055 2,0.001 1.995 0,0.000-0.552 1,0.000 0.203 0,0.000 0.373-2,0.000-0.327 0,0.049-1.068 1,0.945 1.038 1,10.327 9.663-1,0.283 2.212 1,-0.205 0.031 0,0.285-0.000-2,-4.579 9.370 2,-5.939 2.299-1,-1.244-0.490-1,-0.157 1.341 0,5.788-2.524 2,6.317-9.378 0,0.470-0.955-1,-5.638 10.603 0,3.290-1.761 0,-3.902 1.312-1,-4.172 1.280 1,-2.353 0.277-1,10.995-7.207 3,-1.790 3.174-1,-3.287 3.599-1,3.563-0.850-2,-0.069-3.015 1,2.541-4.829 1,-0.347 6.256 0,-2.947-0.511 0,0.496 0.825-1,0.088 0.123 0,0.085-0.221 1,0.555-2.692 0,3.121-0.232 1,-6.566 3.585 1,2.721-1.978-2,2.920-7.884 0,-1.465 5.122 0,-1.834 3.589 1,3.849-3.710-1,-1.149-3.884-1,-1.049-6.194 1,-11.263-6.329 1,-6.717 1.624-2,1.713-0.755 0,2.114 0.622 2,-2.207-0.263-1,-2.465 2.850-1,-3.486 2.955 0,-1.230 3.266 1,2.225-0.305 1,-0.363-6.495-1,5.197-2.427 0,1.343-0.592 0,-5.590 8.265 2,-1.578 3.532-3,3.554-7.520 2,-1.119-2.422-1,2.420-0.791-1,-1.397-3.291 1,0.155 1.911 0,1.354 2.997-2,-0.532 0.996 1,3.757-2.901 2,6.430-0.248 2,9.647 10.317-3,-0.416 0.668 0,-1.709 6.447-1,-5.120 5.423 2,2.097-1.262-2,-1.967-0.347 0,-0.974 1.659 1,2.842-1.030 0,0.188-0.620 0,-3.968 0.439 1,-2.943 2.667-1,-0.253-1.518 1,0.208-0.558-2,0.068-0.073 1,-0.009 0.083 1,4.936 2.658-2,3.562-4.823 0,0.833-1.063 0,0.567 2.034 0,-0.788 1.263 3,1.812-1.298-1,-0.881 1.905-3,-4.071-1.362 0,0.135-0.589 2,4.229 2.870 2,-2.453-1.860-3,-0.397-0.385 0,2.448 0.473 0,1.184-2.256 3,-5.409 3.025 1,0.458 1.496-4,-0.307 3.700-2,-1.855-1.007 3,-1.789-3.201 1,-1.268 5.894-2,-0.725 2.172 4,-0.326-1.726-6,-0.063-1.055 0,0.009-0.004 4,0.039-1.400 1,0.045-2.844-4,0.034-2.683 1,0.020 2.008 3,0.024 3.256 0,0.003-1.621-4,0.000 0.273 1,-0.001-1.791 0,-1.522-1.490 2,-3.054-0.671 0,-3.026-0.133-2,-2.862 0.681 1,0.062-1.457 0,1.047-1.542 1,1.032-0.990 0,-2.971 3.302-1,4.070-2.213 0,4.134 2.004 1,-6.203-3.309 2,1.062-16.856-1,8.207-6.153-3,0.153 2.712 0,-0.024-3.866-1,-0.040 1.138 1,-0.845 0.448 0,-1.684-1.548 2,-1.693-0.869-1,-0.112 1.026-3,0.687 2.423 2,-2.527 1.061 3,-3.175 3.869 0,4.877-2.565 2,2.420-0.594-6,1.179-0.028 1,-2.198-2.515 2,-1.483 2.520-3,-2.283 1.304 1,-4.757-0.220 1,3.750 2.968 1,-0.271-2.052-2,-0.078-0.603 1,0.329 0.813-1,0.550 0.315 1,0.118-1.249 0,-0.271-1.650 0,-0.311 0.232 0,0.018 1.634 0,-2.546-1.439 0,0.659 2.171 1,-0.460 0.081 0,-0.604-1.559 0,3.931-0.334-1,-0.591 1.234 1,-1.133 1.924 1,5.000-2.791-2,2.231-0.961-1,0.718-0.541-1,0.509-0.909 1,0.361 2.606 0,-0.244 0.021 2,0.245-0.450 2,11.327 9.672-2,-0.652 2.044-1,-0.632 4.125 0,-2.510 6.091 0,0.865 0.012-1,-5.400 4.364 0,-0.947 0.241 0,1.126 1.265 0,1.222-0.051-1,0.721-1.241-1,0.132-1.858 2,-0.078-1.437 2,4.704 7.582 0,-4.089-8.561 3,0.167-0.344-4,-0.346 0.331-1,-0.157-0.001-1,-0.207-0.499 0,4.412 7.367 5,-2.857-3.496-4,-2.805-2.487 0,-1.565 4.271 3,-2.413 0.544-2,-0.661-4.939 0,-0.093 0.303 0,0.039 0.235 0,0.084 0.564-1,0.086 0.676 1,0.065 4.715 0,0.047 1.794 2,0.026-0.779-2,0.011-2.914-2,0.001-3.270 0,-0.973-1.285 4,-2.023 3.170-1,-1.435 2.893-2,0.412-1.376 1,0.597-1.213 0,-0.981 2.317 0,-1.006 1.891-1,0.783-1.874 0,1.356-2.855 0,-2.438 2.901 3,-0.318 1.927 2,1.048-3.155-5,-0.322-2.225-1,-0.541-1.511 2,0.805 0.680 1,1.730 0.303-1,1.401-0.993 0,0.905-0.251 0,0.666-0.919 1,0.604 2.833 0,3.761-3.273 0,7.045-12.089 0,-2.853-8.824 1,3.511-0.400-4,1.365-3.682 2,-5.722 5.483-2,0.986-1.115 0,0.154 0.265 0,0.007 0.647 1,-0.087 0.836-1,-0.138 0.887 1,6.028-4.504 1,-0.236 0.283 1,0.997-1.570-1,-6.146 4.849 1,0.613-0.759-1,0.396-0.514 1,-0.059 0.219 0,-0.362 0.702-2,-0.545 0.986-1,7.506-4.992-1,-4.242 2.556 4,-2.361-1.562 6,-3.484 2.086-5,4.143 0.087-2,-0.242 3.070 2,-0.357 0.043-2,0.749-3.115-2,-5.111-1.974 3,0.833-3.168 0,-0.181 4.022-2,-2.023-0.617 2,-10.109 1.691 0,-5.677 12.222 0,-0.024 5.593-2,-0.573-2.066 0,3.355 2.619 1,1.339 0.810 0,-2.877 4.079-2,-0.692 1.774 0,0.621-2.949 1,-5.762 3.173 0,6.668-6.947 3,-0.431 0.344 0,1.838-1.470-4,-6.713 7.708-1,2.266-0.119 0,1.726 1.302 4,1.774 1.384 0,0.932 1.553-1,1.260-3.244-1,1.439-5.875 1,-2.931-2.833 3,-2.153 4.674 0,4.481 0.521-2,1.262 0.980-1,1.691-0.555-1,2.570 0.552 0,10.328-6.918 4,2.338-13.816-2,-1.401 0.488 0,3.826-0.993-3,-1.084-2.312 0,4.937-3.810 1,-8.870 5.737 0,-0.431-0.496 2,4.663-4.382-2,0.399 0.692-1,1.716 0.236 1,-0.033 1.482 2,-0.232 1.123-1,-1.626 0.863 0,-2.346 0.707 0,-0.697-0.022 1,-0.841 0.856 0,-0.214 0.684-1,0.961-1.696 1,-0.085-2.738 0,1.296-0.388 0,-1.257 1.189-3,-1.069-0.425 0,-1.265-0.570 2,-1.458-0.623 0,-4.351-0.776 3,-14.501 10.036 1,-3.957 4.053-4,4.288 0.632-1,-1.392 0.908-1,-1.365 1.864 0,-2.842 4.897 0,8.062-3.854 3,-0.039 0.565 0,-0.021 0.167-2,-7.500 5.325-2,2.099-2.655 0,2.041 0.518 7,1.724 1.370-2,-0.665-0.022-2,-1.933-0.458-1,-1.866-0.675 1,-2.006 0.123-1,2.574-0.028 1,5.442-1.247 1,-0.146 2.702 1,1.538-3.696-1,-1.453-0.446 0,1.180 0.657 0,0.343 0.501-2,-0.242-0.752 1,-0.811-0.668 0,0.753 0.067 0,-3.529 1.214 0,-1.103 0.865 1,4.139-0.231-2,0.028 1.028 1,-0.694 1.675-1,1.419 1.796 0,2.931 0.344 0,1.797-1.386 1,-0.236 1.243 0,-0.755 1.324-1,-0.564 1.956 1,1.110-1.995-1,1.371-3.175 3,0.698 2.218 0,1.153-2.393 0,0.400-0.268-1,0.077 2.202-1,11.570-23.301 3,0.397 1.272-5,-3.714-1.749 0,0.364-1.189 2,0.260 4.247 2,3.675-3.428-3,-3.154 1.579 1,-0.969-0.989-2,-2.923-0.122 2,2.922-0.396 1,5.707 3.520-1,-3.101-0.394 0,0.671-0.862 0,0.684 4.423 0,1.311-1.151 0,0.013-3.609-1,-5.337 1.140 1,-0.538-0.629 0,0.165-0.779 0,0.754-0.584 0,2.543-0.272 0,1.334 0.576-1,-1.204 0.829 0,-1.131 0.216 0,0.062-0.135 1,0.738 0.167 1,0.213 0.250-1,-2.301-0.146 0,1.131-5.513 1,-3.099 3.349 0,1.037 1.749-1,2.177 1.799 0,0.106 2.626 1,1.606 1.603 2,-23.244 4.016 0,0.819 4.383-5,-2.524-0.104-1,-0.713 1.198 1,4.355-1.127 2,-0.019 1.028-1,0.139-0.270 2,-3.563 0.275-1,0.795 0.709 1,1.429 2.240-4,2.372-0.034 3,1.007-0.750 2,-1.453-0.746-2,-4.785 0.349 1,2.651-1.580-1,1.984 0.309-2,0.273 0.968 2,-3.040-0.100 2,0.159-1.748-1,1.439 0.015 0,17.569-15.925 2,-4.017-3.603-3,4.297 4.645-2,4.613 2.358-3,-1.859 0.736 7,0.831-5.417-2,-3.218-0.368-1,0.394-2.066 2,2.458-1.144 0,3.922 0.466-2,0.772 1.608-1,-2.693 2.483-1,-3.049 1.847 2,1.600-3.525 2,-3.324 0.103 2,2.865-1.226-2,-1.489 2.115-3,-1.532 0.626 1,-19.839 9.078 5,0.243-0.046-3,-4.785-0.049-1,4.792 0.004 0,0.455 2.662-1,0.607 5.099 0,1.362 1.903 1,-1.896 2.937 0,2.437-4.083-1,-1.069-0.600 0,-0.917-1.032-1,0.444-0.611 1,0.151 0.306 1,0.359 0.596 0,-5.166 5.333 0,1.733-0.228 0,0.376 2.486 1,4.096-0.915 0,0.852-0.833 1,-1.012-2.358-2,-0.303-3.786 0,-0.804 1.517 2,-0.228 4.066-1,1.992-4.515-1,-5.656 0.103 0,1.777-6.273 0,11.162-13.266 1,-8.962 5.630 0,0.069-1.881-1,-2.149 0.922-1</inkml:trace>
</inkml:ink>
</file>

<file path=ppt/ink/ink5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0:33"/>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1756.364 1070.546 767,'-11.310'0.000'0,"0.160"-4.646"-4,3.673-4.490 4,1.061-2.859-2,-1.772-3.489 0,-2.984 0.539 0,-0.167 2.111 2,1.397 2.394-1,2.655 1.428 0,1.265-3.123 3,3.852-1.971 1,4.259 2.008-3,9.186 10.922 2,-0.190 1.198-1,1.722-0.030-1,1.307 0.006-1,-0.695 0.260-1,-4.151 8.078 2,-4.123 1.780 2,1.680-1.448-3,3.868 3.525 0,1.140 4.768 0,-2.122-0.175-2,-3.315-2.976 1,-2.898-3.258 2,2.477 0.318 2,1.948-1.722 1,4.133-0.660-2,-1.790-0.711-2,-1.403 3.046 0,0.025 2.074 0,-2.152-3.974 2,0.612 0.028 0,1.636 0.846-1,1.271-1.501-1,2.946-2.219 2,-3.227-11.373 0,-12.585-6.782 2,-7.105 0.373-4,-0.295 1.427 0,0.776 2.005 0,-3.832 2.472 1,2.698 1.817 1,-1.555-3.958-3,1.203-1.957 1,2.814 1.685-1,-0.952-4.844 2,0.700 0.088 0,-2.550 0.427-1,-1.524 1.583 4,1.858 2.750-4,1.757 0.969 0,6.466-3.959 3,-9.371 3.282 2,2.962-3.951-3,0.395 0.286-4,2.968 0.829 2,1.019-1.928 2,-2.615 2.606-1,-4.771 2.168 1,0.469 4.623-2,-0.911 2.648 2,0.932-2.118 0,9.478-9.083 0,-11.324 6.807-1,2.040-1.571-1,0.368 0.732 0,-1.070 2.604 0,-1.058 2.863 1,0.660 0.745 1,0.096-0.176 0,0.112-0.178-1,-0.514 0.011 1,-0.667 0.509-2,6.375 9.319 1,7.100 2.081 1,-0.431 0.112-1,-0.096-0.832-1,6.684-2.330 2,4.507-10.562 0,-1.009-6.154-3,0.083 2.958 1,1.730 1.899 1,-0.240 1.568-1,-0.617-1.775 1,-1.354-2.691 0,2.999-0.288 0,1.419 3.877 1,-2.984 2.075 0,3.731 0.373-2,-3.794 0.005 5,0.269 0.043-9,-22.559-0.141 9,-1.692 2.151-5,4.035 9.318 0,0.852 0.500 0,-0.611 1.410 0,-2.063-2.207 0,2.455-3.807 1,-1.596 3.418 0,0.096-1.418 1,0.845-1.414-1,-0.615 0.845-1,1.294 1.417 0,0.786 1.436 1,-0.510-0.189 1,-0.521-2.783-1,-4.296-1.647 0,1.404-4.894 1,0.521 0.264-1,2.130 6.462 2,-1.605-4.230-1,-3.330-2.582-2,14.671-13.173 2,7.727 4.040 0,2.343-4.031-3,-4.837-2.040 1,5.726 3.880 0,0.475 4.022 0,-2.378-3.253 2,-7.119-4.860 0,-2.958-0.773-1,-0.159 2.195-1,2.115-2.929-1,5.106 5.830 3</inkml:trace>
</inkml:ink>
</file>

<file path=ppt/ink/ink5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0:39"/>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1211.364 1979.546 767,'0.000'11.307'0,"0.000"-0.182"-3,0.000 0.464 2,0.000 1.056 0,0.000-0.189 1,0.000-0.484 1,0.000 0.146 0,1.746-23.308 1,8.150-2.098-5,-2.747 2.857 1,-0.830 0.347 0,1.582-3.281-1,-1.019 3.388 3,1.533-0.026 2,-3.658-4.008-1,-3.544 0.211-1,-0.967 0.191 0,-0.362 0.685 0,1.689-2.055 1,4.363 0.560 0,-0.397-0.185-2,-2.785 2.869 0,-0.812-2.178 4,-2.082 26.192 1,-5.914-0.029-7,-4.258-5.042 3,-0.254 2.824-2,3.737 2.343 1,4.090-1.542 2,2.203 1.974-2,-4.878-1.874 1,-0.547 0.585 0,1.846 0.645 0,2.152-0.019 0,2.396-0.763 1,-0.345 0.728 0,-0.090-0.373-1,-0.004 0.135-1,0.009 0.198 1,0.000-0.584 1,0.000-0.131-1,0.000 0.034 0,0.000-0.175 0,0.000-0.057 0,0.000 0.965 1,0.000-0.583-1,0.000 0.957-1,0.000-1.017 1,0.000 0.056-1,0.000 0.592 2,0.000 0.619-1,0.000-1.614-1,0.000-0.013 1,0.000 1.065 1,0.000-0.577 0,0.000-0.468-2,0.000 0.377 0,0.000 2.299-1,-0.837-1.770 3,-3.443-0.305 0,-1.998-1.630-2,0.909 2.055 1,3.715-0.791 1,1.692 1.930 0,0.211-0.477-1,-0.142-1.235-1,-0.069 1.525 0,-0.054-1.879 2</inkml:trace>
</inkml:ink>
</file>

<file path=ppt/ink/ink5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2:58"/>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1920.364 3470.546 767,'0.000'11.034'0,"0.000"2.164"-3,0.000 3.110 1,-1.247 4.809-1,-0.285-8.756 1,-0.643 0.777 0,-0.263-0.988 1,-0.365-0.253 0,-0.293-0.450 0,-0.228-0.553 0,-3.783 9.355 1,-0.326-0.801 0,-0.098 0.081 0,3.709-8.842 0,0.457-0.089-1,-1.732 10.099 1,2.333-4.526 2,1.210-1.998-1,-0.227-0.638 1,-1.559-1.987 1,-3.595 1.315-2,1.170-22.565 4,5.879-4.269-6,-0.091-1.516-1,-0.021-0.887 0,-0.004 3.605 3,-0.001-4.153-3,0.001-1.344 1,0.001-0.547-1,0.001 3.167 1,0.001 2.265 0,0.000 1.864 2,0.000-2.628 4,0.000 0.199-4,0.000 1.918 0,0.000-1.604-1,0.000 1.716 0,0.000 0.705-1,0.000-3.401 1,0.000-1.651 2,0.000 1.045-4,0.000 1.606-1,0.000-2.000 4,0.000 3.512 0,0.000 0.273 0,0.000-0.768 0,0.000 1.472 2,0.000-0.458-7,0.000 23.157 8,0.000 0.171-3,0.000 2.091-3,0.000 0.500 0,0.000-2.908 2,0.000 4.847-1,0.000-3.966 0,0.000 3.865 0,0.000-1.290 0,0.000-3.578 2,0.000 3.714 5,0.000-3.888-9,0.000-22.668 6,0.000 0.304-3,0.000 0.039-1,0.000 0.186 1,0.000-0.766-1,0.000-3.939 0,0.000 2.776 0,0.000 0.433 0,0.000 0.541 1,0.000-1.080 0,0.000-1.235 0,0.000-0.511-1,0.000 0.792 0,-1.508 0.125 0,-3.414 0.205 2,0.927 2.616 1,0.727-1.374-3,-0.189-1.597 1,-1.179 0.556 0,-2.206 1.087-1,-1.243 3.963 2,-5.276-0.377 0,0.959 0.010 0,4.755-0.882-1,3.673-2.032 0,-0.885-2.044 1,-1.331 1.437-2,-4.334 1.287 0,2.116 2.678 3,3.823-4.822-3,-1.137-2.026 1,0.197 5.459-1,-4.008-2.833 1,-0.280-0.249 0,3.087 4.041 1,-3.329-3.271-1,5.452 1.253-1,1.972-2.128 1,1.417-1.243 0,0.864-0.762-1,0.448 0.812 0,0.177 2.193 1,0.855-0.625 1,9.987 11.574 2,-4.963 10.353-1,-6.013 4.498-2,4.716-2.322-1,4.794-5.328 2,-5.192 6.839-1,-3.596-0.787-1,2.885-1.289 0,4.141-2.319 1,-2.917 2.528 0,-0.670 0.913 2,2.137-1.719-3,-0.359 1.767 0,-2.591-0.931 1,7.338-7.987 1,0.476-3.688-1,0.151-0.857 0,-10.903-9.918 1,-0.540-1.637-1,-1.569 1.625 0,-3.234 0.786 0,-2.850 2.471-1,-1.320 0.463 0,-0.507-0.680 1,-1.107-2.665-1,2.750-2.187 1,-0.077-1.144 0,-0.924 1.646-1,-0.676 1.374 1,-0.288 0.947 0,-0.857-0.591 0,2.414-0.538 1,3.159 1.304-1,-5.272-0.080 2,0.207-0.948-4,1.820-1.025 0,2.422 1.292 0,-0.258-1.670 2,1.275 0.836 0,1.383 0.915 0,0.479-2.670 5,3.095 25.306 0,2.559 0.025-8,6.110-4.572 3,-2.633 2.989-1,1.229 1.558 1,-0.579-1.189-2,-1.968 3.004 3,4.000-1.744-1,1.455-4.615-1,0.659-0.418 0,-0.362 0.730 0,-2.576 3.159 1,-1.870 2.009 0,2.361-0.823 0,0.770-1.231 2,-0.576-0.706-4,-0.901 2.629 2,-1.143-2.024 3,1.673 0.916-3,0.089-0.959-1,1.826 2.036-1,-0.705 0.950 3,-1.283-0.708-1,-0.221-1.220-2,-0.684-1.433 3,-0.353 0.068-1,-0.355 0.375 0,0.559 1.070-1,-0.054-1.082 1,0.952-0.346 1,3.100 2.073 0,1.235 0.858-1,-1.986-0.763-2,-3.630-1.886 0,-2.375 1.461 4,-3.274 1.550 1,-1.255 0.167-2,6.150-2.838-1,-0.254-0.847 0,-2.716 0.623-1,-1.167 0.243 0,-0.702 4.021 1,-0.986 1.484 0,0.403-4.834-1,2.905 3.806 1,2.133-2.878 0,-1.006-0.272 1,-2.019 1.108 0,-1.743 2.874-1,-0.832-3.776-1,-0.132-1.345 1,-0.088 4.001 0,0.052-1.746 1,0.064-0.149 0,0.048-1.614-1,0.022 2.018 0,0.002-2.562 0,-0.001 2.101 0,-0.004 0.288 0,-0.001-0.737 1,0.000-1.776-2,0.000 2.347-1,0.000-2.158 3,0.000 0.017 0,0.000 2.404-1,-1.090 2.811-2,-2.054-2.100-1,-1.367-2.589 4,0.547 0.070 0,1.058 1.687-1,1.143 0.606-1,0.912-0.375 1,0.247-0.502-1,-1.575-1.533 1,-4.493 2.070 1,-1.559-5.554 1,7.153-19.448 1,6.817 0.767-1,1.146-0.049-3,-2.365-4.313-1,-2.953 2.590 1,-0.884-1.272 0,-0.017-0.898 0,2.663 0.095 1,1.440 1.341 0,-0.657 1.455 0,-0.389-3.619 0,-1.590 3.463-1,6.878 1.720 4,-1.942-2.705-1,-5.907-1.557-3,0.473 3.281 0,5.772-2.897 1,-1.647 3.833 1,-3.091-0.840-3,-1.951-3.229 5,1.278 0.614-4,4.365-1.597 0,-0.544 2.816 1,-2.503 1.342 0,-2.954-1.056 0,-0.695-0.266 3,0.223 0.046-4,0.111 1.034 1,0.001-0.137-1,-0.001-0.768 2,0.000-0.587 0,0.000 1.358-1,0.000-0.220-1,-4.185-1.424 1,-4.859 1.446 0,0.170-2.061-2,3.185 3.726 1,-2.395-2.935 0,-0.192 1.611 1,2.115 0.714 0,2.451-3.340 1,1.929 0.735 0,-3.252-0.329 0,-0.745 2.338-2,0.864-2.101 2,-0.858 2.384-1,-4.342-1.851-1,2.521 4.295 1,-2.126-1.017-1,-0.127 3.803 2,-0.876 1.561 1,5.530-8.725-1,-1.686 1.502-3,-0.912 2.979 1,-0.847 0.043 1,-1.868 0.543 1,-0.376 5.239-1</inkml:trace>
</inkml:ink>
</file>

<file path=ppt/ink/ink5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3:34"/>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2756.364 1179.546 767,'0.000'11.823'0,"0.000"-0.430"0,0.000 0.937-3,0.000 1.606-1,0.000 3.537 3,0.000-5.410 1,0.000 1.513-1,0.000 1.075 1,0.000 3.665-3,0.000 1.352 0,0.000 1.091 0,0.000 0.840 0,0.000-3.453 2,0.000-0.794 0,0.000-1.035 0,0.000-1.136 0,0.000-1.137 0,0.000-1.069 3,0.000-0.960 0,0.000-0.829 0,0.000 0.409 0,0.000 9.609 1,0.000-2.272-2,0.000-1.360 0,0.000-0.339 0,0.000-1.096-2,0.000-1.452 1,0.000-0.771 0,0.000-1.119 0,0.000 2.213 8,0.000-26.828-4,0.000-1.293-7,0.000 0.247 1,0.000-1.662 0,0.000 1.393 2,0.000-2.032-1,0.000-6.548 0,0.000-0.151-1,0.000 9.941 1,0.000-0.536 0,-0.239-0.165 1,-0.393-1.120-1,-0.479-1.243 0,-0.512-1.262 0,-0.924-3.694 0,-0.486 0.130-1,-0.353 0.732 1,-0.242 1.064-1,-0.152 1.198 1,0.445 2.043 1,-0.160-0.518 0,-0.178-0.516 0,-0.181-0.488 5,-0.137-0.635 1,0.298 0.961-8,0.422 1.334-1,0.480 1.507 1,0.451 1.142 0,-0.918-8.415 4,1.530 3.468 3,1.037 1.215-4,0.604-0.738 1,0.319-2.126-3,0.116 3.143 8,0.051 4.452-12,-0.179 26.578 11,-0.231-0.841-6,0.003 2.772-3,0.003 1.290 0,0.002 0.307 2,0.002-3.265 0,0.000 5.245 0,0.000 4.519 3,0.000 3.677-4,0.000 5.670-4,0.000 3.161 0,0.000 1.364 0,0.000 0.157 10,0.303-3.212-5,0.468-1.535-5,0.534-1.717 1,0.533-1.693 0,0.490-1.544 6,0.022-2.243 0,-0.102-0.731-1,-0.230-0.447 1,-0.296-0.232 0,-0.245 0.917 2,-0.345-1.258-1,-0.308-1.413 0,0.054-2.074-1,0.261-2.766 2,0.371-2.763 0,0.406-2.525-1,0.393-2.162 0,2.134 4.678 1,0.156-6.661-1,-2.468-22.258 9,-2.367-2.935-7,0.226-0.851-6,0.010 4.447 0,0.001-0.070 0,0.000-0.675 1,0.000-0.352-1,0.000-0.120 0,0.000 0.038 1,0.000-0.380 0,-0.000-0.619 1,0.000-0.726-1,-0.000-0.742 1,-0.269 1.187-1,-0.434-0.208 1,-0.520-0.125 0,-0.547-0.062-1,-0.655-2.001 1,-0.027 0.811 0,0.182 1.022 0,0.297 1.071 0,0.285 0.458 1,0.379 0.978 0,0.346 0.822 0,-0.117-7.906 1,0.687 4.703-1,0.394-0.870 1,0.223 0.425 0,-0.092 2.517-2,-0.017-1.451 3,-0.093 24.741 0,-0.023 0.943-4,0.000 0.908 0,0.000-0.876 0,0.000-1.031 0,0.000 4.379 2,0.000-3.926 1,0.000 3.888-5,0.000-3.301 3,0.000 1.927 0,0.000-3.013 1,0.000 0.638-2,0.000 2.825 2,0.000-3.249-1,0.000-0.225-1,0.000 0.711 2,5.180-0.862 1,3.774-2.753-2,-5.747 4.691 0,-2.138-0.054-2,-1.039 0.505 1,-0.297-1.905 1,0.117 1.107 2,0.107 2.546-2,0.044-2.655-1,0.004-0.894 1,-0.000 0.931-1,-0.002 2.199 2,-0.002 0.668-1,-0.001-2.110-1,0.000 0.760 1,0.000 0.345 0,0.000-2.574 1,0.000-0.647-1,0.000-22.336 0,0.000-0.084 0,0.000-1.322 1,0.000-0.982-1,0.000 1.781 0,0.000-2.766-1,0.000 2.293 0,0.000-2.629-1,0.000 1.130 3,0.000 0.017-2,0.000-3.449 1,0.000-0.427 1,0.000 1.875-3,0.000 0.605-1,0.000 0.083 4,0.000-3.901 0,0.000 7.429-2,0.000-0.342 0,0.000-0.735 0,0.000-0.543 0,0.000-0.380 0,0.000-3.026 0,0.000 0.668 0,0.000 1.007 1,0.000 1.121 0,-0.424 1.293 0,-0.672-0.019 1,-0.787 0.225 0,-0.808 0.368 2,-0.766 0.437 0,-0.686 0.451-5,0.375-0.470 0,0.114-1.360 0,0.273-0.972 1,0.370-0.652 1,-0.623-3.652 3,-0.252 0.332-4,-0.422 0.758-1,-0.494 0.964-1,-0.500 1.016 2,0.257 2.249 1,-0.000 1.096-1,0.098 1.031 1,-4.455-8.172 1,1.680 0.080 3,4.742 8.094-2,0.595-1.160-2,-0.331-1.950 0,-0.580-0.033-1,-0.844 0.380 1,-0.939 0.606 0,0.086 1.367 0,0.268 0.788 0,-3.045-8.607-1,2.190 1.783 3,0.225 0.519-1,-0.035 1.624 0,1.167 2.440-1,1.131 1.242 1,0.555-2.931 1,1.764 3.114 4,-5.106 25.086-4,0.586-0.190-4,2.545 0.920-1,0.825 1.574 2,0.683 1.115-1,0.633 0.501 1,0.452-1.069 0,0.197-3.598 1,0.070-1.237 0,0.024 2.460 2,-0.020 0.050 1,-0.034-1.740-3,-0.014 3.542-2,-0.044-1.619 2,-0.017 2.118 1,-0.007 0.199-2,-0.002-0.205 0,0.001-0.615 0,0.000 2.758-1,0.002-6.371 2,0.000-0.477 0,0.000 8.648 0,0.000-1.231 1,0.000-1.774 2,0.000-2.157-2,0.000-2.636-2,2.410 1.251 2,5.045-1.270 0,1.040-5.375 0,2.824-4.505-1,1.474-3.260 0,-2.101-6.406 2,-8.691-3.869-2,-1.614-3.392-2,-0.632 1.071 2,0.059 2.104 0,0.082-0.892 0,0.070-0.975 0,0.037 0.392 1,0.003-3.006-1,-0.001 0.967-2,-0.003 3.598 1,-0.002-3.545 2,-0.000 2.165 1,0.000 0.811-3,0.000 0.182 0,0.000-0.543 4,0.000-0.928-4,0.000 1.418 1,0.000-2.307-1,-1.511 2.104 1,-8.743 4.142 1,4.231-3.277-1,4.577-0.946 0,1.104-2.017-1,0.464 1.035 0,0.088 1.582 1,-0.021-3.036 0,-0.134 2.589 0,-0.044-0.071 1,-0.016-0.222 0,-0.002-0.330-2,0.000-1.319 0,0.002 2.387 1,0.002-3.057 1,-3.961 1.949-1,-4.926 5.091 1,-1.406 0.059-1,2.087-0.788-1,3.266-3.696 1,1.154 1.237 1,-3.787 0.591-2,2.280-2.184 1,3.965-1.901 2,1.557 1.497-4,9.983 7.974 3,1.457 4.472 0,1.408 0.006-1,-1.615 0.000-1,-5.131 12.454 2,-4.954 0.854-1,-1.027-1.101-2,-0.439 4.311 1,-0.032-1.342 2,0.023 0.073-3,1.038-2.678 1,1.994-1.822-1,4.288 4.225 4,-3.244-3.806-1,-0.837 1.242-1,2.343 1.097-1,3.278 0.758 0,0.467-0.346 0,0.097 2.175 0,-0.359 2.393 0,-2.036-0.968 0,-2.693-3.275 1,-1.686 0.277 2,-1.813-2.979 1,6.678-1.599 1,5.241-8.691-4,1.281-1.679-1,-0.875-0.676 1,-1.547-4.204 0,-2.082-4.051-1,-5.427-3.044 2,-3.922-0.536 0,-0.308 1.423 0,0.013-3.467-3,0.107 0.553 1,0.076 0.734 2,0.044 2.573-2,-0.003-3.424 2,-0.006-0.930-1,-0.001 2.568-2,0.000 0.833 1,0.000-3.530 1,0.000 2.565-1,0.000 0.007 1,-0.223-2.681 0,-2.602 0.673 1,-2.935 3.913-1,-0.568-0.860 1,3.783 0.048 2,1.813-0.526-3,0.752-4.557-1,0.109 3.552-1,-0.008 1.270 1,-0.008-4.087 2,-0.077 3.619-1,-0.021 0.039 0,-0.011 0.987-1,-0.008-4.525 2,-0.000 1.607 0,0.002 3.063-1,0.002-1.155 0,0.001-1.238 1,0.000-1.173-1,0.000 2.031-1,-0.965 0.642 1,-9.068 19.130 2,4.099 3.261 0,0.843 2.293-3,-1.350 0.168 0,0.574 1.006 0,-2.303 1.065 0,1.127-4.575 0,-0.043-1.183 1,-1.458 2.566-1,-0.750 5.137 2,1.734 0.496-1,2.439-0.042-3,2.063 0.384 1,1.566-0.265 2,1.006-0.647 0,0.517-1.218 0,0.209 0.451 0,-1.673 4.646 1,-0.560-9.393 0,-2.268 9.391-1,0.367 0.691-1,0.870 1.464 0,1.144-1.806-1,1.023-4.388 2,0.611-3.544 0,0.324 3.689 0,0.036-4.330 4,-0.003-0.047 0,0.008 3.853-6,-0.072-4.122 3,-0.026 1.624-1,-0.016 0.379 0,-0.007 1.687-1,-0.003 4.303 0,-0.000 0.848 0,0.001-2.525 1,0.001-0.249 0,0.001 4.719 1,0.000-10.921 1,0.000-0.483-4,0.000 6.960-1,0.000-4.423 4,0.503-1.012 1,4.848-0.165 0,1.902-1.699 0,-2.795 4.121-2,-1.415-3.929-1,4.713 2.206 0,3.455-6.150 1,0.344-9.480 2,-8.006-9.312-1,-3.347 0.053-1,-0.647-2.222-1,0.102 2.728 1,0.221-0.939 0,-6.458 22.230 4,-1.978-1.535-6,5.300 4.804 1,3.146 0.200 1,0.436-1.503 0,-0.135 0.356-1,-0.141-0.249 1,-0.051 0.205 1,-0.002 0.018-2,0.001 4.803-1,0.002 1.483 0,0.001 0.371 0,0.000-2.390 1,0.001-3.211 1,0.000-0.123 2,0.000 3.298-2,0.000 2.789 0,0.000-3.201 0,0.000-4.003 0,0.000 0.658 1,0.000-0.229 0,0.000 1.188 0,0.000-0.698-1,-0.221-0.894 1,-6.528-2.003-1,0.270-0.188 1,2.899 2.181 0,2.282 2.742-2,1.122 1.097-1,0.356-2.976 1,0.052-0.367 2,-0.130 0.387 0,-0.113-25.893 4,0.011 1.627-7,0.000-0.399 1,0.000-1.688 1,0.000 1.414 0,0.000-0.607 0,0.000-4.867-1,0.872 2.332 0,1.862 2.338-1,1.137 0.755 1,-0.139-2.317 3,0.446-2.631-4,0.646 3.246 1,0.844 3.294 2,-0.733-0.308 0,-1.695-1.938-1,-1.544-2.558-1,-0.957-3.800 0,-0.530-2.566 3,-0.302 1.045-5,-0.079 4.532 1,0.020 0.813 4,0.020-3.991-3,0.037-2.947 1,0.312 0.776-1,0.471 10.260 1,0.525-0.905-1,0.551-0.976 1,0.658-2.749-1,0.030 0.140 0,-0.181 0.592 0,-0.297 0.825 0,0.018-1.125 1,0.132-0.067 1,0.225 0.341 0,0.262 0.561 5,0.262 0.647-7,-0.120-0.392-1,-0.283 0.332 0,-0.381 0.854 0,-0.410-0.404 6,-0.393 0.363-1,-0.350 0.806-5,0.023-5.898 5,-0.529 0.946-5,1.408-2.979 2,2.651 2.418 1,0.132 2.391 0,-1.169 1.767 0,-1.354 1.650 6,-0.713 0.094-11,-1.894 24.084 8,0.509 2.903-6,0.004-1.860 0,0.000 2.741-1,-0.001 1.860 1,-0.001 2.653 1,-0.001-9.301 1,0.000 2.971-1,0.000 1.043-1,-0.000 0.866 1,0.000 0.682 0,0.000 5.107 0,0.000 5.165 0,0.000 4.452 2,0.503 2.132-1,0.770 0.524-5,0.871-0.510-1,0.030-7.644 2,0.447-0.724 2,0.410-0.644 2,0.363-0.553 0,1.480 6.078 1,0.473-0.051-1,0.346-0.022 1,-1.084-7.272-1,0.044-1.530 0,0.022-1.722 1,0.006-1.763-1,0.008-1.459 0,0.009-1.169 2,0.009-0.907 1,0.009-0.676 0,0.816 2.137-2,-0.701-1.632 1,-0.836-1.666-1,0.777 5.177 1,-1.872-1.591 4,-0.566-0.411-6,0.613-2.503 1,1.226-2.069 0,2.736-1.100 0,-4.456-21.506 4,-2.707-1.817-5,0.193 1.628-2,0.045 0.590 2,0.012-3.023-1,0.006-1.736-1,0.002-0.234 1,-1.409-3.238 0,-2.625-2.918-1,1.218 10.279 2,-0.396-0.624 0,-0.293-0.540-1,-0.205-0.442 1,-0.133-0.345-1,-0.389-3.152 0,-0.696-2.279-1,-0.764-1.311 2,-0.744-0.603 3,-0.241-1.157-5,0.634 0.280-1,0.921 0.512 0,1.013 0.607 0,0.990 2.120 3,0.190-0.447 1,0.021-0.224-1,-0.092-0.062 6,0.282 1.627-2,0.246 0.937-7,0.313 1.113 1,0.340 1.165-1,-0.224 0.167 1,-0.418 0.996 4,-0.595 0.828 0,-0.671 0.661 0,-0.675 0.508-1,-0.143-0.116-1,0.214-0.517 0,0.434-0.743 0,0.548-0.841 0,0.586-0.849-1,0.504-1.478 1,0.563-0.710-1,0.484-0.558 0,0.399-0.419 1,0.331 1.637 0,0.208 0.477-1,0.156 0.625 1,0.111 0.685 0,0.075 0.683 0,0.069-0.981 1,0.025 1.038-1,0.002 1.004 1,-0.013 0.901-1,-0.019-1.891 2,-0.024-0.158 1,-0.025 0.808-2,-0.022 1.335 0,0.011-7.016 0,-0.060 7.528-2,-0.008-1.295 0,-0.006-0.142 3,-0.004 0.599 0,-0.008-8.734-3,-0.002 4.846-1,0.002 4.060 0,0.003-2.424 0,0.002-1.776 13,0.001 0.282-12,0.001 4.187 2,-8.412 26.308 1,-5.050 3.141-4,6.237-6.392 0,0.604 1.639-1,0.927 1.444 1,1.454-0.647 0,0.829 0.910 1,0.772 0.825 1,0.684 0.713-1,0.539 3.177 0,0.515 1.715 0,0.396 1.205-1,0.291 0.791 6,0.178-1.240-4,0.103 1.601-4,0.068 1.064 0,0.040 0.634 0,0.258 0.063 9,0.396-0.337-4,0.470-0.596-5,0.497-0.745 1,1.352 5.787-2,0.791-0.091 6,0.659 0.020 1,-0.486-3.655-2,-0.262-0.488 1,-0.428-0.490-1,-0.509-0.459 0,-0.309 1.574 0,-0.628-2.039 0,-0.552-2.251 0,0.002-4.569 0,0.619-0.733 2,0.848-0.381 3,0.953-0.120-2,1.474 2.386-3,-0.100-1.905 0,-0.525-2.203-1,-0.735-2.187 1,0.930 6.610 4,-1.916-2.277 3,-1.387-0.564-4,-1.176-2.995-5,1.541-0.250 4,10.196-6.354 2,-1.069-9.055-5,-3.852-11.654-1,-5.082 0.937 1,-1.240-0.547 0,-0.658-0.745 0,-0.347-2.501 0,-0.125-3.036 0,0.099 8.360 1,0.013 0.010-1,0.018 0.286 1,0.020 0.427-1,-0.823-7.237 2,-1.625-0.282-1,-1.287 0.368-1,0.113 2.058 1,0.342-0.315-1,0.914-2.441 4,0.280-3.202-3,0.588 9.734 0,-0.423-0.311 0,-0.167-0.251 0,0.017-0.197 0,0.140-0.148-2,0.214-0.106 0,-0.220-1.948 0,-0.196-0.456 2,-0.294-0.446 0,-0.335-0.406-1,0.138 0.849 1,0.176 0.176-1,0.284 0.281 0,0.336 0.332 1,0.032 0.326 0,-0.170 0.301 0,-0.292 0.264 1,-0.353 0.222-1,0.094 1.464 1,0.123 0.977-1,-1.722-8.512 0,2.341 8.732 0,0.415-0.030 5,0.375 0.195-2,0.319 0.319 0,-0.018-9.145-6,0.566 0.929 1,0.256 2.420 2,0.091 0.036 1,0.037-1.671-1,-0.041 2.818 1,-0.051 4.286 3,-0.049 22.725-2,-0.050 0.564 0,0.003 2.710-3,0.000 0.933-1,0.000 1.938-1,0.000 0.703 1,0.000-0.794 1,0.000-1.986 0,0.000-0.989 1,0.000 2.517 3,0.000 3.591-5,0.531-6.684 1,0.813 2.051 0,0.919 1.976-1,0.019-2.582 1,0.450 1.119 0,0.407 1.117 0,0.354 1.056 1,0.060 0.227-2,-0.147-0.361 1,-0.284-0.750 0,-0.363-0.980-1,0.267 1.784 1,-0.032-1.085 1,0.090-0.960 2,0.162-0.809 0,-0.345-2.823-1,0.184-0.298-1,0.203-0.151 1,0.205-0.042-1,0.196 0.050 1,0.179 0.110-1,0.158 0.147 1,0.135 0.164-1,0.558 1.800 0,-0.461-1.027 0,-0.608-1.321 0,-0.658-1.412 0,2.077 7.200 1,0.327-1.640 3,-0.660-2.852-3,-0.908-1.359 0,-1.008-0.581 0,-0.401 4.409 1,0.316-4.776-1,7.476-5.784 0,2.994-6.260-1,-2.667-4.489 1,-10.239-6.275 0,-0.534-0.983-2,0.167 0.753 0,0.036-0.543 0,0.018-2.002 0,0.012-6.978-1,0.005 8.570 2,0.000 1.043-1,0.000 0.273 0,0.002-9.501-1,-0.971 1.394 1,-2.021-0.915 3,0.180 8.079-2,-0.622 0.129-1,-0.494 0.349 1,-0.375 0.457-1,-3.575-8.060 1,-0.113-0.028 0,0.357 0.382 0,0.106 0.737 0,-0.825-1.248-1,3.909 9.108 1,0.069-0.093 0,0.097-0.081 0,0.109-0.068 0,-2.280-9.035-1,1.647-1.564 0,3.029 10.544 1,-0.664-9.595 1,1.113 0.509 0,0.937 0.133 2,0.514 2.401-2,0.147 3.379-2,0.002 2.615 1,0.022-1.833 3,-0.134 0.010 4,-0.190 26.511-5,0.020 0.628-5,0.000 1.963 0,0.000-0.303 2,0.000-2.976 0,0.000 2.092 0,0.000 6.031 0,0.000-9.471 0,0.000-0.048 3,0.000 10.109-2,0.619 3.630-4,0.943-7.044 1,1.061 1.469 6,1.042 0.477-2,0.940-0.170-5,0.078-0.585 1,0.188 0.229 1,0.027-0.196-1,-0.079-0.453 7,-0.140-0.585 2,-0.344-1.146-9,-0.203-0.473 0,-0.199-0.394 1,-0.183-0.314-1,-0.159-0.241 3,-0.133-0.177 1,-0.237-0.884-1,-0.023-0.085 0,0.009-0.038 0,0.031-0.005 0,0.043 0.018 0,0.029-0.882 1,0.138-0.917 0,0.156-1.096-1,4.419 8.725 1,0.289-4.616 5,-0.599-4.597-3,2.032 0.307-2,-3.516-0.366 0,-5.166 2.133 0,-1.931-29.780 6,0.857 2.678-9,0.011-2.044-1,0.005-1.761 1,0.000 0.837-1,-0.002 2.877 2,-0.002 1.872 4,-1.983-1.998-1,-3.767-0.572 0,1.845 2.747-2,-0.103-2.020-1,-1.028-1.769-1,-0.865-1.154 1,-1.085-2.705 0,2.091 6.576 0,-0.087 0.679 1,0.048 1.168-1,0.126 1.366 0,-0.679-0.232 0,-1.483-5.247 3,-0.169 1.000 2,-0.413 1.313-3,-0.456-0.219-2,-1.440-5.269 0,2.869-0.578 1,3.148 3.669-1,1.671 1.937 1,1.107 2.071 2,0.540-0.839 0,0.279-1.442-3,0.104-1.516 1,0.018-1.260-1,-0.057 1.306 0,-0.053-2.510 1,-0.486-1.566 1,-2.353-0.553-1,-1.974 1.704-1,0.388 3.445 0,1.073 2.749 0,-1.531-2.064 3,-2.195 2.011 1,2.619 0.969-2,1.335-3.766-2,-0.036-2.901-1,-1.548-1.251 0,-0.589-0.251 2,1.195 1.418 0,1.582 1.345 0,1.139 0.032 0,0.686 1.578 3,0.420-2.606-4,0.213 0.822 2,0.036 3.593 0,0.041-2.513-2,-0.063 3.577 4,-0.130 23.744 1,-0.002 1.392-4,0.000-1.750-2,0.000-0.152 0,0.000 1.022 1,0.000-0.452 0,0.000 2.072-1,0.000-1.083 3,0.000 1.883 1,0.000 4.341-2,0.000-0.253-1,0.000-6.849-1,0.000 2.080 0,0.000 1.280 5,0.000 0.678-3,0.000-0.747-2,0.000-0.313-1,0.000-0.496 1,0.000-0.577 0,0.000-0.586 1,0.225-1.505 1,0.360-0.343 0,0.429-0.249 0,2.343 10.614 1,-0.949-10.500-1,0.363-0.076 1,0.294-0.070-1,0.229-0.062 1,0.170-0.052-1,-0.124-0.272 0,2.318 9.394 0,-1.735-1.805 0,-1.641 3.036 2,-1.147-0.104 0,-0.743-3.221-1,0.459 4.784-3,0.145-9.941 2,0.446 0.370 2,0.438 0.082-1,0.630 0.701-3,0.383-0.772 0,0.296-0.943 0,0.218-0.974 0,3.665 9.586 3,-3.495-10.217 0,0.043-0.176 0,3.686 9.303 4,-3.699-7.533-7,-0.485 1.693 0,-0.561 1.414 3,-0.583-0.274 3,-0.498-0.878-6,-0.430-1.331 0,-0.353-1.505 0,1.824 0.931 0,1.258-0.032 5,0.824-0.285 0,0.488-0.413-1,-0.263-1.441-3,5.072 9.161-2,-0.153-0.390 2,-2.191-0.140 2,-3.016-1.264-1,-2.194-0.775 0,-1.351-0.193 0,-0.778-1.902 0,-0.383-2.239 0,1.528 2.479 2,3.626-2.902 0,0.368-0.710 0,-1.452 3.717-2,-2.691-2.513 1,-0.758 2.394-1,-0.397-1.088-2,-0.226 0.909 1,-0.088-3.238 2,0.193 0.984 0,-1.622-1.276 1,-9.722-7.679-1,-2.842-4.178-1,-0.369-4.362-1,4.695-1.031-1,-3.683-0.981 3,3.712-1.161-1,1.986-1.235-1,-1.086-1.880-1,-1.227 4.205 4,1.910-3.465 0,-2.068 4.969-2,-2.140-1.305 0,3.889-2.338-2,5.045-2.504 3,9.599 2.451 0,5.095 9.402 0,-8.916 12.212 0,2.843-0.938-2,2.674-3.273-1,1.697 2.459 1,4.634 6.787-1,-5.413-6.389 3,-0.412-0.844-3,-0.713-1.404 0,5.010 3.792 7,-2.034-4.171-11,-0.219 0.877 9,-2.528-0.340-1,-1.408 6.543-3,-4.501 0.123 3,-2.093-3.315-2,-2.060-1.078-1,-9.293-10.274 4,-2.705-0.904-2,-0.820 0.102-2,3.802-1.059-1,-1.396-4.341 1,2.536-0.669 2,-0.131-3.121 0,3.485-2.885 0,-4.962 0.372-2,1.252 6.544 1,-3.832 1.136-1,0.788-0.158-1,2.264-3.421 4,4.943-2.096-1,3.644-2.357-1,3.549 0.610 0,-0.713-1.254 1,-0.091 0.378-1,0.007 0.947 0,5.496 1.728 0,5.360 7.716 1,-3.757-7.882-1,5.163 6.474-1,4.488 1.361-1,1.100 1.021 0,-0.583 0.644 1,-2.147 0.335 0,-3.188 0.111 1,2.329 0.056 2,0.331-0.055 0,-0.606-0.067-1,-0.994 0.230-1,-2.642 5.032 0,-0.221 6.787 2,-1.860-2.380-3,0.865 0.913-1,-0.229-2.274 0,3.120-1.229 2,1.640-4.338 2,-2.290-2.999-1,0.027 0.595 0,-0.328 4.146-1,-2.213 3.404-1,-3.455 4.699 1,-4.608-1.393 0,-1.192 1.587 0,5.480-0.238 0,6.544-5.460 0,-0.250-4.985 3,-22.735-8.202-1,1.432-4.156-6,-0.932 0.969 3,-0.325-0.442 0,0.080 0.846-1,-1.341 0.449 0,1.342-0.043 5,2.160-0.157-4,1.669-0.015-1,-2.709-0.408 5,-2.308 3.119-2,0.189-2.019 0,2.282 2.532-1,-4.680 2.134-1,0.339 2.622 1,-0.492 0.701 2,26.117 4.259 1,-1.581 5.572-5,0.215 0.488 0,-0.535-3.102 1,2.289-2.809 2,-0.041-2.795-1,0.289-2.215 0,-4.971 9.796 1,2.730-1.636 0,1.143 0.444-2,-1.662 1.229-1,-5.703 1.348 3,3.241-1.910 1,1.594-0.930-2,0.327-0.280-1,-0.592 1.557 0,0.711 1.062 2,4.998-7.188 0,-0.735 3.579-2,-3.965-0.340 1,0.052 2.077-1,-0.507-1.213 1,0.139 1.332-1,-4.121 2.923 1,4.501-5.236 2,-21.738-6.343 1,-0.917 0.256-5,-1.210 0.000 1,1.663 0.000 0,-3.805 0.000 0,3.836 0.000 0,0.367 0.000 0,-1.853 0.000 1,0.800 0.000 1,2.561 0.000 0,-0.425 0.000-1,-4.009-0.207 0,3.439-2.552 0,1.246-3.510 0,-2.337-2.638-1,2.826 2.581 0,-3.971-0.848 0,2.154 3.433 2,-0.711 2.384 1,-0.345 1.548-1,-0.045 0.203 0,3.638-9.781-1,7.971-2.497 1,2.935 0.547-3,12.018 6.898 4,-1.439 4.088-3,0.703 0.523 0,-0.572 0.026 1,0.622-0.067 0,-1.587-0.074 0,1.140-0.045 0,0.994-0.024 0,-1.174 0.006 1,1.825 0.005-1,-2.682-0.836 0,0.066-3.443-1,-1.764-2.847 1,-3.562-2.727-1,-5.044-1.489 2,-1.338-0.265 0,0.179-1.103-1,0.196 1.276-1,0.071-3.552 1,0.003-1.666 0,-0.004 1.618-1,-0.004 2.102-1,-1.757 1.016 3,-3.460 1.465 0,-2.251 1.273 0,-2.198-0.354-1,1.021-3.465-1,3.178-2.634 3,1.629 4.167-4,-0.332-0.701 0,-0.233-0.179 0,-0.153 0.160 0,0.620 1.452 1,-2.589-9.231 0,2.109 1.953 1,2.037 2.971 1,1.130-0.083 0,-0.105-0.599 0,-1.408-0.782 0,-1.933-4.123-1,0.433 2.456-1,-0.679 1.421 3,-0.876 0.550-3,0.810 1.515 0,1.431 1.527 0,1.408 1.290 1,1.054-3.639 1,0.776-0.334 2,0.354 0.639-1,0.125-0.228-4,0.020 0.964 4,-0.016-0.656-5,-0.021-1.564 3,-0.046 2.771-1,-0.026-1.223 2,-0.043 3.778 0,-0.020-0.648 2,0.001 24.506-6,0.011 0.025 6,0.000 0.649-2,0.000 0.463-2,0.000-1.798 0,0.000 3.047 1,0.000 6.554-3,0.810 0.120 1,1.666-2.223 1,1.805-0.658 0,0.158 2.713 4,-0.729 2.304-2,-1.550-9.470-4,0.358 0.648 2,0.393 0.269 4,-0.183-3.658-5,0.679-0.269 0,0.782-0.291 1,0.812-0.291-1,1.294 1.145 1,-0.200-1.004 2,-0.577-1.104-1,2.809 6.902 1,-3.145-0.873 4,-2.096 0.120-2,-1.864-1.115-4,-0.831-3.313 1,3.161 2.248 2,2.944 0.466-2,-1.263-1.285 1,2.696-4.491 0,4.102-7.102 0,-0.682-2.049-1,-5.606-9.649 1,-5.632-1.201-1,-0.231-2.813-2,0.045 3.316 2,0.037 0.109 1,0.026-1.226-2,0.007-2.578 2,0.003-0.382-3,0.000 1.484 1,-0.240 1.685 0,-3.126-3.232 2,-2.088 4.724-1,-1.857 0.608 0,-0.927-4.966 0,1.638-2.271 1,0.160-1.115-3,-0.123-0.191 0,1.527-1.191 0,-0.006 0.085 2,-1.066 3.020 0,0.951 2.582 2,0.707 2.371-1,-0.697 1.016-1,-1.313-1.310 1,1.544 1.198 0,1.011-4.060 0,2.831 3.821 0,0.504-3.755-1,-5.739 3.542 0,-3.087-0.237 0,-1.565 2.514 0,5.039-1.503 0,3.348-2.757 0,2.042-0.668 0,0.665 0.617-1,-0.936 0.436 1,-4.285 0.137 0,-0.640-0.061 0,-1.187 0.667 0,-3.270 2.687 1,3.813-2.457 0,3.151-1.348-1,-3.489 1.674 0,1.028-2.033-2,3.182 2.550 0,0.978-4.395 2,1.259 0.134 2,0.066 3.496-3,-1.597-1.648 0,-1.876-1.446-1,-0.318 0.305 2,0.420 0.196 0,0.991 0.845 0,1.200 2.497 1,0.618-1.603 0,0.790-0.986 1,0.250 0.044-1,-0.142 0.221-1,-0.082-2.510 3,-0.047 4.582-7,-0.028 22.677 8,0.018 4.560-6,0.000-2.007 1,0.000 3.029-1,0.000-0.214 0,0.000-2.304 1,0.000-0.703 0,0.000-1.509 2,0.000 2.089 1,0.000 1.295-1,0.000-3.163-2,0.000 1.290 1,0.245 2.318-1,1.474 3.569 1,1.837 0.234 0,-0.816-7.412-1,0.486 1.141-1,0.406 0.698 0,0.323 0.367 7,0.053-0.913-6,0.208-0.489-1,0.173-0.630-1,0.137-0.673 1,-0.246-0.770 2,-0.472-0.774 1,2.033 8.380 0,-2.207-0.006 1,-1.892 1.146 0,-1.002-4.376 1,1.025-2.281-5,2.164 1.327 1,2.827 0.601 1,1.964 2.968 1,-1.989 1.665-1,-4.321-8.623 0,-0.541 1.275 0,-0.042 0.335-1,0.281-0.291 0,0.466-0.670 0,1.893 7.046-1,-0.613-1.069 4,-0.108-0.445-1,0.880-0.026 0,1.249 0.133-1,1.244 0.145-1,-2.465-6.770 1,-0.386-0.536 0,2.140 7.541 0,-2.502-1.923 2,-1.812-0.786-2,-1.142-0.225 0,-0.669 2.340-1,-0.455-0.155 1,-0.153-3.266 0,-0.086 1.739 1,0.180-2.343 2,0.150-1.556-1,-2.802 0.239-2,-9.170-10.734 2,2.083-7.877-3,3.836-2.860 0,0.061-1.688 1,0.275 1.012 0,-1.182-1.378-2,1.791-2.304 2,-1.130 0.867 2,0.573-2.684-3,2.064 2.249-1,-0.942-1.953 1,-2.298-2.399 0,-1.250 1.298 0,0.969 0.725 1,0.665-1.842 0,-1.297-0.981-1,-1.861 1.163 0,1.365 3.977 1,1.507 1.463-1,1.739 0.611 3,0.542-5.041 3,0.498 2.236-4,-1.083-2.839-3,0.668 0.582 0,-1.191-0.993 4,-0.453 2.273-3,-1.080 0.932 0,-1.881-3.361 0,2.489 0.135 2,1.462 1.952-1,-0.689 2.131 0,-1.501 1.646 2,-2.389-0.320-2,-1.983-0.793-1,1.610 1.743 0,1.374 0.066 0,5.801-0.634 3,-6.834-2.787 1,1.547 4.437-1,-1.298-0.419-5,0.085 0.344 2,0.125-0.038-2,0.431 0.038 1,0.595 0.084 1,0.104-0.578 0,1.018 0.659 1,0.981 0.745 0,-3.662-7.031 1,2.795 3.402-1,1.252 2.881 1,-3.006-4.004 1,2.238 0.268 1,-0.595-2.062-2,-0.562 0.402-3,-0.982 0.614-1,-0.425 1.524 3,0.345 2.165 0,1.077 1.272 1,0.507-2.981 1,4.110 0.933 1,2.177-0.711-3,1.080-2.496 0,0.301-1.007 1,-0.135 2.474-2,-0.188 2.500 1,-0.136-0.885 0,-0.100 23.879 5,0.042 2.039-7,0.000-2.665 1,0.000 1.461 1,2.252 2.446 0,1.693-3.904 0,0.693-0.802-1,0.329 2.314-1,-1.716 1.052 4,0.359-2.374-2,1.139-0.736-1,1.075 3.892 0,-1.586-4.322 1,1.293-0.385 1,0.647 0.479-1,1.064 2.245-1,-0.583 0.777 0,-1.141-0.024-1,0.149-0.720 2,0.393-1.461 1,-1.058-1.035-1,1.789 5.230 2,-1.438-3.466-2,1.993 3.553 0,0.733-1.093-2,-1.548-1.275 3,-2.068-0.614-1,-1.956-1.010 0,-1.036 3.324 2,0.469-1.820-2,4.860-4.415 1,-0.914 1.933 0,-2.907 1.510-1,-1.985-0.222-1,-0.919 2.467 0,-0.325-2.444 1,0.058 0.336 1,0.098 4.178-2,0.066-1.572 1,0.032-1.719-1,0.005-1.713 1,-0.006 1.024 3,-0.002 0.250-3,-0.001-0.936-1,0.000-0.722 1,0.000 0.245 1,-2.203-0.167 0,-10.015-10.595-1,0.750-0.645 0,0.420-1.874-1,10.982-9.359 2</inkml:trace>
</inkml:ink>
</file>

<file path=ppt/ink/ink5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3:36"/>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3065.364 2015.546 767,'7.858'7.858'0,"0.182"0.182"0,0.670 1.039-4,1.192-0.816 3,3.019-3.033 1,-4.065 1.612 0,-1.283 1.743-1,0.759 3.656-1,-0.647-1.082 2,-0.737-0.238 0,-2.646 1.825 2,2.725-4.030-1,4.011-9.419-1</inkml:trace>
</inkml:ink>
</file>

<file path=ppt/ink/ink5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3:38"/>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2992.364 1833.546 767,'0.000'11.028'0,"3.461"0.100"-4,5.090-0.326 3,-4.142 2.916 0,-2.710 1.103 0,-1.301-1.493 0,-0.513 0.085 2,-0.093-0.007-2,0.394 0.054 1,6.318-2.360 1,2.536-3.018 1,-2.817 5.292-1,-0.260 0.229-3,-1.309-2.858 1,-0.025 0.088 0</inkml:trace>
</inkml:ink>
</file>

<file path=ppt/ink/ink5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3:50"/>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3701.364 4506.546 767,'-7.821'7.821'0,"-0.175"0.175"0,-0.765 1.135-4,-6.115-0.084 3,3.225-2.080 1,-0.783 2.816-3,5.823 0.642 3,12.458-0.763 2,7.271-7.069-3,-1.281-2.122 1,0.624-0.464-1,3.778-0.069 1,1.676-0.040-1,0.208-0.018-2,-0.747-0.003 1,-1.304 0.008 0,6.065 0.019-1,7.595 0.014-1,7.413 0.014 6,6.815 0.014-2,5.981 0.013-8,5.045 0.011 0,14.490 0.008-3,2.213 0.009 0,-1.713 0.007 0,-4.033 0.005 1,-5.162 0.003 27,-9.789 0.001-15,-6.042 0.000-8,-5.792 0.000-1,-5.227 0.000 2,-4.496-0.000 6,-3.708-0.000 6,-2.939-0.000-1,-0.337 0.000 0,-1.918-0.001-1,-1.312-0.000 0,-0.830 0.000-6,-0.462-0.000 0,-0.198 0.000 0,-0.019-0.000 0,0.093 0.000 0,0.154 0.000-1,0.179 0.000 1,0.179 0.000 0,0.164 0.000 0,0.141 0.000-1,0.114 0.000 1,0.089 0.000 0,0.065 0.000 0,0.046 0.000-1,0.030 0.000 1,0.018 0.000 0,0.008 0.000 0,0.002 0.000-1,-0.002 0.000 1,-0.004 0.000 0,-2.712 0.206 0,-1.272 0.327 0,-1.438 0.383 0,-1.446 0.393 0,8.216 2.388 17,-4.684 3.430 10,-3.307 0.755-6,-4.871 6.498-12,-10.760 0.154-10,-5.847 1.307 1,-7.555 1.528 0,3.446-7.605-1,-2.758 0.203 0,-2.475 0.209 0,-2.101 0.196-1,-0.514-0.519 1,-0.888-0.272-1,-0.555-0.349 0,-0.302-0.374 0,-0.118-0.361 2,-10.668 1.263 0,2.134-2.359 1,-1.244-0.667 1,-0.330-0.596 5,-2.678-0.009-7,7.429-1.162-3,2.049 0.123 0,2.546 0.214 0,2.720 0.261 8,0.011 0.562 5,2.459-0.637-11,1.937-0.842 0,1.456-0.901 3,3.460-1.171 1,-7.825 0.897 3,4.706-1.684 9,25.977-2.809-13,4.121-5.216 1,-1.699-0.054-3,4.895-0.867-3,7.866-2.271-12,16.416-5.059 24,15.659-4.445-11,0.997-0.355-7,4.533-1.826 0,2.354-1.311-1,0.763-0.884 0,-1.532 1.777 0,2.292 0.185 6,-0.077 0.771 1,-1.717 1.138-1,10.208-2.521 14,-7.663 2.328 3,-8.489 2.311-22,-8.313 2.113 2,-7.349 1.938 6,-9.994 2.831 13,-8.928 2.596-4,-7.478 2.220-1,-5.930 1.793-1,0.021-0.078 0,-1.309 1.379-1,1.892-0.606 1,-1.570 0.333 0,2.247-1.416 1,-2.063-3.299 1,-25.772 4.067 4,0.505 4.944-13,-1.776 0.731-1,-0.623 0.306 1,-0.032 0.065-1,0.191-0.040 1,0.219-0.067 0,0.167-0.057-1,0.102-0.039 1,0.049-0.021 0,0.017-0.008 0,0.000-0.001-1,-0.007 0.001 1,-0.006 0.002 0,-0.005 0.001-1,-0.002 0.001 1,-0.002 0.001 0,-0.001 0.000 0,0.000 0.000-1,0.002 0.000 1,0.000 0.000 0,-0.002 0.000-1,0.002 0.000 1,-0.001 0.000 0,0.001-0.000 0,-0.002 0.000-1,0.001-0.000 1,0.001 0.000 0,0.000-0.000-1,-0.001 0.000 1,0.000 0.000 0,0.000-0.000 0,0.000 0.000-1,0.000-0.000 1,0.001 0.000 0,0.000 0.000-1,-0.002-0.000 1,0.001 0.000 0,0.001 0.000 0,-0.001-0.000-1,-0.001 0.000 1,0.002-0.000 0,0.000 0.000-1,-0.001 0.000 1,0.000-0.000 0,-0.001 0.000 0,0.002-0.000-1,0.000 0.000 1,0.000 0.000 0,-0.002-0.000-1,0.001 0.000 1,0.000-0.000 0,0.001 0.000 0,-0.001 0.000-1,0.001-0.000 1,-0.002 0.000 0,0.001-0.000-1,0.001 0.000 1,-0.001 0.000 0,0.001-0.000 0,-0.001 0.000-1,0.000-0.000 1,0.000 0.000 0,0.000 0.000-1,0.001-0.000 1,-0.001 0.000 0,0.000 0.000-1,0.001-0.000 1,-0.002 0.000 0,0.002-0.000 0,-0.001 0.000-1,0.000 0.000 1,0.001-0.000 0,-0.001 0.000-1,0.000-0.000 1,0.000 0.000 0,0.001 0.000 0,-0.002-0.000-1,0.002 0.000 1,-0.001-0.000 0,0.000 0.000-1,0.001 0.000 1,-0.001-0.000 0,0.000 0.000 0,0.001-0.000-1,-0.002 0.000 1,0.002 0.000 0,-0.001-0.000-1,0.001 0.000 1,-0.002 0.000 0,0.001-0.000 0,0.001 0.000-1,-0.001 0.000 1,0.001-0.000 0,-0.002 0.000-1,0.002-0.000 1,0.000 0.000 0,-0.002-0.000 0,0.001 0.000-1,0.000 0.000 1,0.001-0.000 0,0.000 0.000-1,-0.002-0.000 1,16.330-17.366 120,7.738 7.197-85,1.479 0.074 59</inkml:trace>
</inkml:ink>
</file>

<file path=ppt/ink/ink5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4:31"/>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2410.364 4179.546 767,'-8.152'8.152'0,"0.251"-0.251"0,6.168 4.870-5,-0.086 2.787 4,-1.087-3.459 0,-2.880 3.937 0,0.772-4.432-1,-0.712 1.024 2,-0.366 0.407 0,0.441-0.922-2,0.513-0.839 1,0.684-1.070-1,-2.211 6.784-1,2.488-4.852 11,2.975-24.877-5,1.566 0.617 1,1.021-1.119-5,2.398 0.316-1,1.547-1.745 0,0.843-1.795 1,0.304-1.175-1,0.058-2.803 0,-3.013 9.383 1,0.182-0.146 2,-0.011 0.738 3,3.856-8.258-7,0.050 3.516 0,0.211 0.621 5,-2.595 1.989 0,-2.396 0.801-2,-1.580-2.115 1,-0.793 2.146 1,-0.120-0.151 0,9.341 6.586-3,0.424 0.428-1,0.001 0.000 1,-24.793 12.062 3,2.997-1.458 0</inkml:trace>
</inkml:ink>
</file>

<file path=ppt/ink/ink5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4:34"/>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2374.364 4143.546 767,'0.000'-11.055'0,"4.358"-1.042"-4,4.159 2.396 3,0.122-3.586 0,-1.674 1.529-1,-0.855 1.883 1,1.161-0.370 1,0.234 2.070 0,-1.888-5.436 2,-0.988 0.852 0,0.540-1.684-4,0.354-1.613-1,0.292 1.625 4,0.029 2.246-2,-1.238 0.960-1,-1.678 0.185 2,-1.030-4.722 1,-1.535 1.029 7,-6.302 27.546-8,0.950-2.579-2,-1.561 0.600 1,-0.223 0.885-1,1.228 1.638 2,0.626 2.685-1,-0.613 3.478 0,2.202-7.892 0,-0.266 0.697 0,-0.235 0.537 0,-0.199 0.396 0,-0.623 1.022 7,-0.110-1.005-14,-0.047-1.317 7,-0.004-1.404 1,0.350 1.465 0,0.614-0.002 2,0.698-0.846 0,-1.135 7.101 0,2.158-5.707-2,-1.082 5.134-2,-6.152 4.188 5,3.346-8.714-2,-1.435 2.677-3,-0.021-0.280-1,0.279-0.825 0,0.445-1.102 1,0.513-1.186 0,0.923-1.329 2,0.307-0.904 1,-4.363 6.240 0,2.246-5.551 8,-0.370 2.309-3,4.790-27.109-5,2.703 0.846-3,-0.009-0.415 0,-0.000-4.779 1,0.006 6.954 2,0.000-1.032-1,0.001 0.568-2,0.000-0.514 1,0.000-0.420-1,0.000-0.331 0,0.000 1.409 1,0.000 0.166 0,0.000 0.245 1,0.000-10.094-1,0.000 2.582 2,0.000 1.795 0,0.000 0.522 1,0.000 0.992-1,0.000 1.731-1,0.000 1.569 0,0.000-0.107 2,0.000-1.323-2,0.000-1.440 0,0.000-2.520-1,0.000-0.883 0,0.000 0.738 1,0.000 2.445 1,0.000 2.503 1,0.000 1.432-1,0.000-1.314-1,0.000-1.444 1,0.000 0.402-2,0.000 2.359 0,0.000-3.581 1,0.000 2.265 2,0.000 24.164-4,0.000 3.202 2,0.000-1.642 1,0.000 0.634-1,-0.268-0.278-2,-1.656-0.530 1,-2.137-1.404 1,-0.457-0.114 3,0.960 0.387-4,1.098 2.663 1,1.225 1.689-1,0.796 0.036 1,0.336 0.016 0,0.165-2.281 2,0.054-2.185-3,0.071 4.171 0,-0.058-2.517 3,-0.057-2.006-1,-0.085-23.126 0,0.011-0.248 1,0.001 0.676-2,0.000-3.550-1,0.000 2.076-1,0.000-0.529 1,0.000 1.257 0,0.000-2.174-1,1.604 0.416 4,3.538 0.277 0,-0.221 0.988-3,1.727-1.645 0,-0.067 4.061 1,3.751-1.222 0,0.477 0.503 3,2.061-0.732-5,-1.233 3.316 0,-1.511 1.717 2,0.739-5.429 4,-3.690 3.186-4,4.585-1.283-3,0.878 5.223 3,0.794 3.430 0,-2.352 1.581 0,0.769 0.368 2,1.581-0.358-1,1.825 0.347-2,-4.265 2.911 0,-9.452 8.238 0,-2.212 0.442 1,0.690-0.162 0,-1.783 0.317-1,-5.866-0.984 3,-3.507 4.299-1,-0.671 1.102-4,2.258-1.511 0,1.308 0.678 0,-1.733 3.620 7,4.051-8.632-5,0.644-0.615 0,0.457 0.279 1,0.647 0.197-1,0.722 0.130 0,0.717 0.078 1,-0.885 0.863 0,-0.521-0.097 0,-0.249-0.704 0,-4.438 7.754 4,-0.860-1.326-4,4.047-6.904-2,0.342-0.049 6,0.643-0.517-3,-2.814 7.000-4,0.658-1.233 1,-0.445 0.470 3,-0.880 1.144 0,0.615-1.366-1,2.044-1.646-1,1.725-0.084 1,1.400 0.815 1,1.365-2.250-1,1.243 0.845 2,8.251-20.976 2,-3.154-4.263-3,-2.011 0.343 0,5.944-0.901-2,3.944 2.859-1,-0.344-3.800 1,-2.719-3.249-3,-0.299 0.287 3,2.994-0.930 0,-5.297 8.242 1,-0.016 0.556-1,4.636-4.261 2,-0.830 1.507 0,1.410-2.864 1,-0.926-2.012-1,-1.172 0.853-2,0.722 0.110 1,-4.257 6.416-1,0.426-0.142 1,6.139-6.316 2,-1.206 1.934-5,-0.260 0.684 3,3.232-3.172 2,-6.896 6.890-2,1.346-1.841 1,-0.978 0.207-4,-1.351 0.477 2,5.110-7.297-2,-5.833 8.068 6,-0.026-0.115-1,4.947-7.938-3,-3.171 1.706 1,-3.980 4.097 1,-11.505 2.125 3,-2.245 16.373-1,0.040 8.596-3,1.926-5.850-1,-1.011 1.240-1,-0.576 0.756 1,-1.303 1.880-2,-0.635 1.030 0,-0.530 0.916 0,0.909-1.336 1,0.560-0.960 2,0.745-1.284 0,0.808-1.397-1,-0.895 0.765 1,0.634-0.743 3,1.113-1.067-1,-3.397 6.385 3,4.362-5.232-6,-0.907 0.968 2,-2.608 0.374 2,0.933-0.615-1</inkml:trace>
</inkml:ink>
</file>

<file path=ppt/ink/ink5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4:37"/>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2156.364 4233.546 767,'0.000'11.165'0,"3.608"0.443"-4,3.723 0.535 3,-2.421 3.232-1,-3.214-3.807 2,-0.721 2.829 0,-0.963-1.235-2,1.354 1.559 4,3.479-3.952-1,0.978-0.904-1,-1.201 2.571 0,-3.332-0.659 0,-0.304-0.558 0,6.487 1.444 0,-1.903-3.152 0,-2.168 2.448-1,-2.762-0.878 1,-0.912 2.337 1,0.404-0.409 0,4.779-2.374-2,4.039-2.309 1,-4.213-18.261 3,-1.212-0.641-3,2.925-4.372-2,-2.730 3.673 0,-1.176 0.503 1,-0.668-3.415 1,-1.432 0.207 1,-0.575-1.564-1,-0.017 0.196-1,0.026-2.608 2,0.041-2.421-3,0.056 8.112 1,0.009-0.525-1,0.007-0.167 4,0.005 0.066-3,0.004 1.607-1,0.002-8.431-1,0.004 3.095 2,0.000 0.350 8,0.287-0.447-5,1.678-1.227-5,1.978 2.515 5,0.951 3.225-3,1.435-0.733-1,1.558-3.249 3,-2.042 1.730 0,-2.549 3.111 0,-1.142-3.288 5,-2.798 25.613-5,0.655 4.375-3,-0.006 0.622-1,-0.004-4.188 2,-0.001 1.116 0,-0.001 2.577-1,-0.193 1.677 2,-1.173-1.456-1,-1.487-2.568 1,-1.092-1.243 0,0.224 2.467 2,0.847 1.146 1,0.992-0.631-5,0.792-1.298 0,0.559 2.305 2,0.462 0.484 2,0.164-2.832-2,0.040-2.097-1,0.047 4.437 3,-0.114-3.529-1,-0.210-0.441-1,-2.222 0.618-1,-6.494-1.417 2,4.708 0.159 1,1.834 0.925-3</inkml:trace>
</inkml:ink>
</file>

<file path=ppt/ink/ink5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4:41"/>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2120.364 4324.546 767,'0.000'11.020'0,"0.000"0.751"-3,2.410 1.142 2,4.306-2.256 0,-1.020 1.314 0,-2.964-1.090 1,-1.343 0.206 0,4.202 2.006 0,0.786-3.800-1,1.055 0.077 1,-0.964-0.450-1,0.349 3.847 0,-0.952-1.068 2,0.785-1.665-1,-0.401 0.115 0,-4.115 2.368 1,-1.504 0.649 0,10.074-5.149 0,0.797-7.084-1,-0.408-1.212-1,0.314 0.278 2,-0.319-0.000 0,0.751 0.000-1,-2.084-6.892 0,-1.177-0.870 0,2.155-2.402-2,-0.965 0.742 0,-1.307 1.222 1,0.171-3.260 1,-3.673-1.196 3,4.442 6.357-2,5.078-2.773-1,-1.103 0.625 0,-1.065-0.594-3,-1.991-1.073 1,-1.648-1.650 1,-1.317-1.028 1,-0.813 1.393 0,3.328-0.464 0,0.673 1.738 3,-2.020-0.135-3,0.760 0.097 0,-0.563 3.114-1,1.775-1.280 2,-1.615-0.301 0,0.175-4.761-1,-4.423 2.010-1,0.222-0.250 2,1.373-0.360-3,1.179 0.839 0,-0.017-1.355 4,-1.975-2.657-2,-0.085-4.275-1,-0.909 8.149 0,0.595 0.322 0,0.313 0.771 2,3.602-5.582-2,0.156 0.168-1,0.154-2.383 3,-2.789 0.859 0,-2.759 1.523-1,-1.959 2.203 0,-1.181 1.536 1,-0.791-3.897 1,-0.239 2.208 0,-0.136 1.024-1,-5.586 3.040 0,-6.556 11.417-1,1.282 5.896 0,1.345-1.981-1,1.594 1.284 1,-0.754 2.729 1,-0.406 1.738-1,2.533-2.140 0,-1.121 1.069-2,0.177-0.894 1,-2.358 2.607 1,1.164 1.275-1,2.593-0.920 1,0.492 0.169-1,-0.262-2.403 1,0.277-1.249 1,-0.791 3.182-2,-1.726 4.226 1,-0.489-0.296-1,1.286-2.312 0,1.934-1.536 1,0.691-0.069 2,0.192-2.060 0,-2.481 2.682-2,2.748-1.318 1,-3.403-2.040 0,0.332-0.153 0,4.792-21.275 0,5.059 0.242 0,5.023-0.965-3,2.511-6.692 0,-3.969 8.174 0,-0.002 0.511-1,-0.083 0.813 2,0.642-0.711-1,0.659-0.699 2,0.286-0.031 1,0.021 0.410-1,-0.647 0.596 1,-0.682 0.134 0,-0.812 0.045-3,2.375-10.135 0,-3.831 8.652 2,0.300 0.198 0,0.614 0.292 0,0.759 0.327 1,-0.025 0.737-1,3.753-7.957 0,-2.709 2.501 1,-2.671 2.245 0,-2.815 2.010 0,-11.237 16.332 4,4.356 7.265-1,-1.970-0.278-6,-1.193-2.040 1,-1.553 4.733 0,4.595-3.806-1,0.694 1.043 0,0.902 0.665 1,0.635 0.260-1,0.318 0.326 2,0.142 0.217 0,0.021 0.132-1,0.659-2.799 1,-0.106-0.235-1,-3.562 9.890 0,2.068-9.233 1,-0.692-0.888 1,-0.717-0.985 0,-7.001 6.192 0,0.663-2.330-1,1.106-0.512 1,1.514 3.649-2,3.312-0.265 3,0.921-0.310 2,-3.589 1.535-6,-0.380-2.627 3,2.069-3.062-3,2.149-1.837 1,-5.996 2.746 6,1.050-4.169-3,0.896-2.137-4,-1.152-10.183 3,11.221-9.056 0,-0.661-1.630-1,1.484 0.045-2,2.375-0.063 0,0.186-0.105 2,-0.390-1.128 0,0.386-0.475-2,0.773 0.170 1,0.969-0.067 0,0.339 1.238 1,0.089 1.185 0,-0.616-5.919 1,-1.687-1.407 3,-1.709 3.046-6,-1.144 2.724 0,0.168 0.260 3,1.601-1.852 2,1.014-0.211-3,-0.215 1.341-3,-0.374-0.746 2,-1.225 1.327 3,-1.009-1.265 0,-0.685 0.477-3,-0.364 1.396 0,-0.167 2.407 1,-0.131-3.895 1,0.029 2.182 1,0.086 2.654-2,0.056-0.979 0,0.034-1.775 1,0.012 2.465-2,0.001-1.354 1,-0.005 1.112 1,-0.002-1.959 0,-0.001 0.607-1</inkml:trace>
</inkml:ink>
</file>

<file path=ppt/ink/ink5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5:08"/>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2301.364 3888.546 767,'11.032'0.000'0,"1.040"0.000"-4,5.429 0.000 2,3.657 0.000 0,-7.530 0.000 0,0.957 0.000 0,0.532 0.000 0,0.221 0.000 0,-2.283 0.000 1,0.050 0.000 1,0.068 0.000-1,0.079 0.000 1,-0.172 0.000-1,-0.336 0.000 1,-0.432 0.000 0,-0.477 0.000 1,0.157 0.000-1,-0.543 0.000 0,9.959 0.000 2,-9.781 0.000-1,8.833 0.000 0,-4.370 0.000 1,-0.497 0.000 0,0.647 0.000-2,-2.202 0.000 0,-0.035 0.000 1,-0.104 0.000 1,-0.947 0.000-2,-0.104 0.000-2,0.213 0.000 2,-0.904 0.000-1,-0.808 0.000 1,2.816 2.158 2,-6.831 6.743-1,-6.720 3.732-1,-1.291-1.131 0,-0.294 1.583 1,-5.569-2.328-1,-3.886-3.972 0,-2.041-2.414-2,-0.522-0.375 1,-2.704 1.157 0,-3.620 1.408 0,8.505-2.865 0,-0.762 0.459 0,0.347 0.189 0,0.658 0.135 0,-9.033 4.971-1,3.675-1.655 4,4.221-2.953 1,-2.282 2.645-1,-2.956 2.510 2,1.478-0.365-7,1.888-0.363 1,1.663-0.155 1,1.179 0.057 2,0.955-0.132 0,0.932-0.426-1,0.845-0.588 1,-2.021 0.400-1,-2.059-3.691 2,14.139-15.820 1,4.919-3.775-2,-1.480-2.690-3,2.142-2.021-2,4.541-0.500 0,-2.732 9.378 2,0.667-0.492 1,-0.041-0.494 2,-1.401 1.601 0,-0.358 0.645-3,-0.386 0.830 1,6.816-5.915-2,0.092 1.877 5,1.223-0.511 1,-1.825 1.466 0,-2.474 1.776-3,-2.515 1.790-2,0.952-1.404 3,-2.642-1.562 2,-3.373 0.465 3,-5.434 23.822-5,-4.102-2.252-3,-2.216-1.827 2,1.875 5.853 1,2.115-3.782-3,0.146-0.007 0,0.097-0.300 0,-6.873 7.128-1,1.965-5.723 7,-1.658 1.456-4,-4.008 4.949-3,-0.252 0.329-1,0.528-0.386 1,1.676-1.838 0,0.941-0.760 0,0.947-0.759 4,0.862-0.312 0,1.716-1.571 0,1.685-1.588 1,-2.389 4.956 1,-0.729-1.292 2,-1.090-1.045-5,-0.345-1.467-1,0.075-0.490 2,0.264 0.833 0,-3.710 3.455-1,1.520-0.008 0,3.299-0.290 1,0.627 0.369-4,-1.140-1.509 5,-0.691-1.354-3,-0.181 0.424-1,-0.530 2.495 3,3.591-3.161 0,3.321-3.301 0,-1.312-0.474 1,-2.474 0.054 0,2.952-23.443 1,7.853 0.811-4,1.435-1.238-1,1.478-1.221 0,1.086-0.492 0,0.709 1.164 1,0.632 0.566 0,-1.193-1.423 2,-2.224-1.899-1,-0.463-1.014-1,1.988-1.442 0,-2.307 9.394 0,1.063-1.333 1,0.183 0.333 0,-0.036 0.513-1,-0.170 0.585 1,4.363-9.413 0,-5.274 9.233 1,-0.205 0.027-1,3.682-9.430 5,-0.713 1.349-8,-0.160-0.552 0,-0.051-0.992 3,-1.419 2.394 1,-2.026 4.294-1,-1.222-2.170 3,-3.341 2.259 0,-5.954 3.309 0,-5.810 13.769-3,2.102 6.708 0,2.502 0.009 0,-3.246 5.126-3,4.566-6.514 2,-0.334 0.121-1,-0.205-0.099 1,-0.107-0.229 0,-6.501 7.874-1,6.986-8.092 1,-0.028 0.333 1,-0.025 0.341 0,-0.003 0.709 0,0.902-0.344 0,-3.053 8.251 0,3.933-2.314 1,0.508-2.160 1,-3.583 1.430-2,-3.903 2.168 0,6.035-7.989 0,0.527 0.193-1,-3.614 8.862 1,1.810-3.716 0,0.815-4.510 0,-0.779-1.409 3,0.226 0.256-1,0.486 0.679-1,0.005-0.201-1,-0.857 0.106 0,-1.213-2.430 0,4.135-18.607 3,6.705-2.809-1,3.367-0.029-4,0.249 2.098 1,0.976-1.300-1,0.292-0.891 1,0.348-4.180 0,-3.329 7.095 0,-0.280 0.791 0,0.136 0.025 0,0.137 0.334 0,5.101-10.693-1,-3.679 10.005 2,0.266 0.038 2,3.623-7.424-1,-2.091 2.548-2,-1.878-0.680 3,-2.557 0.285 1,-1.664 0.392-3,-0.844-0.633 0,-0.331 2.061 0,-0.096 1.305 0,-0.002 1.016 0,-0.007-2.039 2,0.175 3.188-1,0.780-2.969 0,6.719 5.214 0,3.103 12.243 0,-10.914 8.035-1,-2.339 4.166 1,-0.753-4.083-3,-1.660 2.075 0,-1.624 1.858-1,-0.325-0.430 3,-0.792 1.035-1,2.858-5.599 0,-3.247 8.572 1,3.351-3.666 0,2.348-0.657 2,1.311 0.423 0,0.972-0.156-4,0.518-1.247-5,-0.108-1.056 13,-1.596-0.194-6,-1.988 0.440 0,-1.021 4.021 0,0.874-0.667 2,1.301-2.897-1,-2.791 5.062-3,-0.583 0.666 5,1.228-3.076-5,0.324-1.189 0,-0.367 0.578 1,-0.087 0.997 0,0.924 0.927 0,1.085-1.384 3,1.011-2.396 0,0.608 1.800-4,0.917-4.146 5,0.409 2.901 3,3.935-26.041-5,2.635-1.289-3,-2.315 0.825 0,2.831-2.842 0,2.042-3.757 2,-3.817 8.659-2,0.622-0.241 0,0.592-0.088 0,1.814-2.939 0,-0.678-0.052 1,-1.085 0.071 0,-1.948 2.768 0,-0.405-0.129 2,-0.283-0.230 0,-0.183-0.289 0,0.508-1.976-1,-0.205 0.472 0,-0.188 0.720 0,-0.163 0.826-1,-0.134 0.833 1,4.049-8.033 1,2.347-1.260-1,-4.418 9.675 0,0.182 0.346 0,0.031 0.548 0,6.088-8.375 0,-2.278 0.295 2,-3.591 1.526-1,-1.148 0.932-1,1.019-2.092 0,0.553 0.832 0,-0.601 4.001 0,1.888 0.172 1,0.520-2.038 2,-1.529 4.880 1,0.937 1.392-6,1.111-0.091 1,1.145-4.728-1,-1.197-3.718 3,-3.106 1.468-2,-3.267 1.570-1,-13.651 9.296 5,1.465 9.924-1,0.543 4.163 0,2.603-0.605-3,-1.262 2.832 0,-1.854 2.685-1,1.667-1.465 2,2.613-2.686-1,-3.883 7.136 0,3.267-7.705 2,-0.464-0.022 0,-0.250-0.387-1,-0.098-0.572-2,-4.333 4.191-1,1.439-4.496 2,-3.254-0.154 4,2.728 2.936 3,1.649-0.515-7,3.197-0.500-1,-6.747-0.885 6,1.052-5.930-4,-0.600-2.692-1,5.976-11.199 1,6.295-2.967 1,-0.680 1.337 0,1.212-2.113-3,2.454-4.233 2,1.128-0.358-2,-0.677 2.445-1,-1.000 2.693 3,1.240-0.440 1,2.343 3.423 0,3.284 0.811 0,1.051 0.313 0,0.597 0.455-1,-0.453 1.134-2,-2.165-1.439 0,-1.057-1.181 4,-0.882 0.310 1,2.552-2.252-5,-0.159 5.257 2,1.922 6.114 2,0.150 1.345-1,-0.755-4.710-1,-1.727-3.536 0,2.759 1.633 0,-2.323-2.895-1,2.348 1.158 1,0.554 4.502 0,-1.022 3.421 0,-22.708-0.205 1,-1.560-0.190 0,3.422 8.605-1,0.838-1.517 0,-4.091-4.465-1,-1.489-2.355 0,1.083-0.552 2,0.534 0.103-2,-2.618 0.146 1,3.851 0.041 1,-3.514 0.012-3,3.558 0.004 2,-0.943-0.002 1,-2.596-0.003 0,2.294-0.002-2,0.968-0.000-1,-0.949-0.069 3,8.134-10.826 1,4.458-0.830-1,-0.081-2.318-1,0.004 2.940-1,0.189-3.286 0,3.858 0.945-1,2.200 3.470 2,-2.246-0.672 1,-0.406-4.900 0,-0.252 4.711-3,6.990 1.610 5,-2.036-2.168-3,-1.693 0.833-1,-1.872-0.023-1,2.654-1.125 3,5.077 5.582 1,0.635 5.209-2,-2.001 1.690-1,0.265-0.167 1,-9.145 10.185 1,-2.210 1.375 0,-0.006-1.124-1,0.000 0.896-1,0.000 0.262 1,0.000-1.046 0,0.000 0.985 0,-6.489-2.447 0,-4.617-3.424 2,1.276 1.977-4,-0.733-4.708 1,-0.928-3.896 1,2.545 9.163 1,0.157 2.371 0,2.753-1.396-2,-3.887-3.747 1,-1.567-5.202 0,-0.119-3.572-1,8.236-8.247 2,5.104-1.188-1,5.054 3.188 1,-0.052-0.804-3,0.798-1.019 1,0.805 1.540 1,4.408 2.497 0,0.386 4.859 1,-0.690 2.090-2,2.092 0.271 2,-3.338-0.271-1,0.223-0.110 0,0.434-0.057-1,0.320-0.017 1,2.473-0.000-1,-1.699 0.006 0,2.158 0.002 0,2.606 0.001 0,2.590 0.001 0,-2.748 0.000 1,-3.373 0.000 0,-0.883 0.000 2,1.048 0.000-2,-0.430 0.000 1,-0.999 0.000-1,-0.210 0.000-2,0.468 0.000 3,0.136 0.000-1,4.480 3.713 0,-0.062 1.392 1,-2.834-0.940-1,-2.096-1.274-1,1.843-0.785 2,-2.561-1.468 1,-0.667-0.670-1,1.875-0.220-2,-0.495 0.787 2,-3.060 7.129 0,-8.901 4.903-1,-1.301 2.146 0,-4.236-1.923 0,-9.176-7.334 1,-1.478-3.449-3,1.744 1.696 1,-5.454 0.780 0,8.187-2.306-1,-11.166 1.366-1,11.025-2.266 1,-9.895 0.285 4,0.732-0.947-2,1.339-0.462 1,1.692-0.226 2,0.494-0.075-5,0.227-1.157 2,3.037-2.125 0,2.059-1.427 1,-2.157-0.690 1,-1.520-0.810-1,-2.356-1.377-4,-0.624-0.661 0,3.468 0.463 3,3.658-0.357 0,3.351-1.009 2,2.764-3.787 1,4.192 1.200-2,1.373 0.316 0,0.040-1.305-1,-0.421-0.068 0,1.007-0.387 0,5.294-0.387 0,0.606 4.324-1,0.695 0.875 0,3.221 0.182 0,0.345 4.619 2,4.534 2.794 0,-1.675 1.125-1,-2.612 0.208-2,1.878-0.064 4,-2.063-0.241-1,1.170 0.445-1,-1.527 1.051 1,-0.103 1.010-2,4.011 2.608-1,-0.484-0.182-1,-3.134-1.005 6,-4.938 5.571-1,-2.330 1.394-3,1.941-0.262 1,2.302-1.320-1,3.733 1.193 0,-2.850-3.029 1,0.363-1.124 1,3.245-0.788-1,-2.070-0.938 0,-0.869 1.579 0,2.140-0.006 0,0.958-4.365 0,-0.514-2.164-1,0.990 0.005 2,-2.192 0.181 1,0.292-0.227-1,-0.703-1.656-1,5.695-2.815-2,-6.068 0.975 1,0.728-0.676-1,-0.722 0.238 0,-0.352 0.284 1,8.477-2.261 0,-0.283 2.177 3,-1.407 0.234-1,-4.113-1.255-2,-2.859 0.254 3,2.268-1.154 0,-0.840-1.347-2,0.432 0.562 1,0.274 1.822 1,-24.209 3.641 1,0.823 1.235-5,-0.560 0.006 1,-2.484 0.001-1,-1.255 0.000 1,-0.846 0.000 1,4.964 0.000 0,-1.695 0.000 0,-2.854 1.409-1,1.484 2.624 1,3.581-0.204 0,-1.223-0.437 0,-4.503 1.519 0,1.048 1.533 0,2.145-0.823 0,2.203-1.723 0,-2.937-0.778 0,-0.365-2.031 1,2.178-1.244 0,1.746-3.672 0,10.834-7.317 0,-0.271-2.208 0,-0.140 0.353-1,6.756 0.884-2,4.501 4.251 4,-1.997-0.241-4,0.189-3.511 0,0.388-2.403 1,-0.238 0.678 0,-1.597 3.901 1,3.357 0.887 1,0.640 5.250 1,1.784 2.958-1,0.058 0.950-1,-1.749-0.092 0,1.865-0.190-1,-0.644-0.261 2,1.090-0.081 0,-3.265 0.006 0,3.181 0.000-3,-0.964 0.008 1,-1.245 0.006 2,-0.712-0.000 0,2.048 0.000 0,-1.426 0.000-1,1.232 0.000-2,-2.004 0.000 2,0.626-3.460 1,-1.053-4.824-1,0.196 3.056-1,3.709 1.127 1,-3.856-2.570 1,-0.812 1.403-2,3.294 2.161 1,1.045 1.994 1,-2.639-2.441-1,-0.575-2.887-1,2.548-1.830 2,-3.467 1.083-3,3.987-2.152 0,1.690 1.169 2,0.711 0.192-2,0.777-2.119 0,-7.634 3.975 2,8.517-4.449 0,-4.750 4.171 0,-1.767 2.372 2,0.156 1.750 0,2.528 1.528 0,-2.633 1.043-1,0.241 0.325 0,-22.927 3.869 3,2.163 3.470-7,-1.335-2.846 2,0.470 3.116 0,-3.012 2.742 1,1.004-2.524-2,-0.214-0.075 0,-1.144-0.256 2,-0.398-2.063 0,-0.085-1.916 0,0.802-0.083 0,0.718 0.965 0,-0.129 0.961 0,-0.487 0.656 0,-3.034 1.661-1,-1.313 0.499 0,1.722-1.055 1,0.050-0.124 0,-1.447 0.676 0,-3.112 1.602 0,3.967-1.536-1,1.309 0.271 1,0.917 0.708 0,1.677 0.039 2,1.304 0.751-1,1.367 1.120-1,0.204 2.130 0,-0.858 1.403-1,1.295-2.925 1,-0.168-0.885 0,0.446-0.273 1,2.153-0.743 0,1.044 4.054 0,3.370 2.206 1,1.627-2.319-3,1.307-1.298 0,2.214-0.496 0,2.766-0.647 1,4.375-1.798 1,2.089-6.637 0,-0.193-2.750-1,0.748-0.465-1,0.475-0.150 1,-0.088 0.005-2,-0.917 0.075 1,-0.971 0.092 1,0.716 0.079 2,2.314-0.330-2,2.371-2.213-1,-0.537-2.267 0,-3.982-1.545 0,-3.798-1.314 1,-1.822-0.835 2,0.167-1.143-1,1.424-1.328 0,-1.130 2.102-1,0.492-0.015-1,0.521-0.724 1,0.117-2.198 0,-4.576 0.392 1,-13.542 5.121 0,-1.634 5.811-1,-2.214 0.795 1,-2.299 2.267-1,0.848 3.940-1,-2.375 3.143-1,-1.766 2.542-1,8.520-5.030 2,-0.511 0.560-1,-0.422 0.459 1,-0.795 2.131-1,-0.816 1.499 0,-0.415 0.720 1,-0.121 0.155 1,0.084-0.232 14,-0.115 0.032-24,0.716-0.670 7,0.832-0.732 1,0.852-0.723 0,0.807-0.667 1,1.328-0.727 2,0.935-0.099 0,0.899 0.061 1,-4.748 9.383 0,5.474-7.340-1,-0.183 0.587 0,0.081 0.109 0,0.249-0.212 1,0.341-0.408 0,-0.659-0.875-2,-0.318-0.641-2,0.036-0.646 0,-5.882 7.034 6,1.877-1.634-4,3.021-1.104-2,3.109-0.821 2,2.578-0.995 1,3.826 0.583 0,10.076-6.050 4,1.329-8.039-4,4.073-3.451-3,0.657-5.801 0,-8.845 3.556 0,-0.037-0.861 2,0.005-0.561-1,0.029-0.330 1,4.879-6.468-1,-1.397-0.523 0,-5.563 6.614 1,-0.515 0.624 0,5.017-6.942 1,-2.171 5.358 1,-0.521 4.174-1,1.514-1.055 2,-4.371-4.701 1,-4.695-2.628-5,-1.336 0.773 0,-0.242 2.047 1,-6.328 0.822 0,-5.358 9.068 2,-2.287 2.099-4,-1.982 0.701 1,3.430-0.029 0,0.079-0.037 0,-1.257-0.038 1,-1.284-0.061 0,0.423-0.063-1,2.024 0.553 0,1.271 1.148 1,-3.891 2.891 0,2.662 1.571 0,2.786-0.629 1,-0.977 0.493-1,-0.204-0.080 0,0.016-0.453 0,0.282-0.155-2,0.848-0.158 0,-6.834 4.530-1,0.770-0.663 8,-2.081 0.133-6,0.604-0.340-1,3.093-0.949 2,2.896-0.663 0,24.408-9.786 9,-0.639-3.606-5,0.293-0.080-6,-0.912 1.212 0,0.088 1.344 0,-0.918-0.481 2,1.852-3.442 0,1.790-2.801-1,-0.437 0.134 0,-1.010 1.187 0,0.952 1.538 0,6.154 2.272 2,-8.216 3.455 2,-0.396 0.549-4,0.343 0.348-1,0.190 0.288 0,0.075 0.229 0,-0.006 0.175 1,2.606 0.141 1,0.078 0.106-1,-0.539 0.061 1,-0.882 0.028 1,-1.027 0.005 4,3.333-0.001-7,1.438-0.021-1,0.587-0.024 4,0.021-0.025 2,0.079 1.202-4,0.106 1.836-2,0.113 2.056 0,0.108 2.005 1,-2.404-0.388 2,0.457 0.752-1,0.161 0.595 1,-0.048 0.453-1,0.104 0.547 10,-1.280-0.264-12,-1.517-0.464 1,-1.572-0.566 0,2.675 1.931-1,0.042 0.279 8,-0.689-0.168-2,-1.577-0.775-2,-0.678-0.109 1,-0.606-0.070-4,-0.516-0.041 0,1.020 1.189 2,0.602 0.563 0,0.290 0.121 0,0.069-0.170 3,-0.077-0.345-2,0.676 0.533-3,0.092 0.232-1,0.107 0.346 0,0.107 0.389 2,-1.806-0.507 1,-0.820-0.344 0,-0.954-0.952 0,-0.978-1.287 0,5.462 5.917 5,-2.544-0.602-2,-1.465 2.349-2,-3.767-2.045 0,-0.435-4.145 1,1.106-0.594 1,-1.478 3.160-1,-3.937-1.723 0,-16.651-14.403-2,4.936-2.151-1,-2.634-5.130-3,3.554 2.714 3,-1.801-1.263-1,0.431 0.411 1,-0.403-0.406-1,-0.144-0.251 1,0.036-0.132 0,-0.462-0.958 0,-0.760-1.439 0,-0.905-1.660 1,-0.940-1.694-1,-0.175-0.512-1,-0.439-0.586 0,-0.293-0.275 0,-0.176-0.049 1,-0.088 0.104-1,-0.745-0.856 1,-0.303-0.534 0,-0.318-0.644 0,-0.306-0.674-1,-2.654-3.957 2,0.516-0.484 0,0.778-0.195 0,0.867-0.002 0,1.465 1.206-1,0.903 0.671 1,0.806 0.735 0,1.180 1.243 0,1.312 1.452 3,1.284 1.459 0,0.618 0.730-1,0.616 1.017 1,0.363 0.773 0,0.179 0.557-3,2.480 3.945 0,-3.987-7.829 0,2.809 2.386 0,2.891 2.333 6,2.655 2.433-2,7.151-1.033-2,9.394 14.566 1,-5.208 6.988-4,0.209 7.246 0,-0.310 2.889-2,-4.652-9.675 2,0.064-0.181 0,5.059 8.953-1,5.070 6.698 0,-1.231-2.248 0,2.489 4.948 1,1.454 3.491 0,2.480 3.671-5,1.294 0.468-1,1.037-0.548 1,-2.240-4.562 0,-0.381-1.174 3,-0.625-1.200 4,-0.753-1.146 0,3.083 7.199 1,-1.028 0.324-1,-1.580-1.157 0,-1.796-1.985 5,-3.956-7.058 0,-0.204-0.578-9,0.135-0.226-1,0.363 0.030 0,-0.230-0.272 4,-0.629-0.468 1,-0.873-0.579 0,-0.995-0.625-1,0.839 2.325 1,-0.864-2.073 1,-0.667-2.271 0,-0.492-2.231-1,-1.526-3.424 1,-0.596-1.434 1,-0.583-1.191-1,-0.539-0.956 0,3.608 6.727 2,-3.015-3.176-1,-3.082-1.250 1,-8.698-2.060 0,-7.533-10.035-3,-2.218-3.763 0,1.968-3.366-1,-5.128-5.936-3,7.926 3.929 2,-0.311-1.316 0,-0.959 0.122-1,-1.294-0.832 1,-0.721-0.743-1,-0.284-0.641 1,-1.567-1.578 2,-0.996-0.891-1,-1.082-0.841-4,-1.075-0.757 1,0.824 0.788 1,0.300 0.257 0,0.618 0.487 1,0.805 0.621 0,0.102-0.326-1,1.069 0.340 2,1.041 0.225 2,0.960 0.134 0,-0.103-0.607 0,1.287 1.362-1,1.203 1.576-1,1.062 1.596 1,0.893 1.492 0,-0.699-0.056 1,-1.490-7.534 0,3.478-1.064 3,2.810 0.210-2,2.245 2.056-3,2.137 2.176 1,6.223 0.810 1,5.845 9.725 1,-1.317 6.552-3,-2.988 3.625-1,-1.213 3.906 0,-1.381 3.872-1,-0.346 0.588 1,0.174-2.691-1,4.165 3.708 3,-0.868 0.788 1,0.293-1.144-3,-0.673 0.300 0,-4.607-7.539 3,-0.741 0.317-3,-0.711 0.303-21,0.533 10.002 42,-1.706-2.505-20,-0.977-3.236 2,-0.696-3.575-1,-8.428-3.243-1,-3.642-14.062 1,3.281-1.560 0,0.427-5.018 0,-1.290 2.197-1,-0.616-2.985-2,-0.236-3.681 0,-1.011-1.802-1,5.379 8.761 2,-1.329-1.326 0,-0.444 0.012 0,-0.348 0.142 0,-0.260 0.217 0,0.592 0.504 1,0.313-0.253 0,0.428-0.371 0,0.480-0.429 0,0.487-0.159 0,0.462 0.034 0,0.418 0.161 0,0.363 0.238 0,0.576 0.600 0,0.210-0.187 1,0.156-0.302-1,0.111-0.366 1,-0.566-2.476-1,0.703 0.840 0,0.786 1.197-1,-1.744-8.846 1,0.050 0.022 4,2.207 9.656-4,-2.916-8.085-1,-1.056-0.089 0,0.114 1.245 2,1.584 2.927 0,1.698 2.728 5,1.805 24.800-3,1.790 1.589-2,-0.026 0.351-3,1.292 3.490-1,2.480 0.786 0,4.389 2.799 3,-1.663-8.254-1,1.586 1.853-1,2.541 4.030 0,1.326 2.208 0,0.961 1.838-1,0.656 1.451 6,-1.368-3.197-11,0.384-0.500 6,0.375-0.774 12,0.344-0.901-10,0.299-0.922-15,1.602 2.623 15,-3.130-4.014 0,-0.390-0.321 23,-0.409-0.403-41,0.953 1.768 29,-1.203-1.357-14,-1.277-1.484 0,-1.220-1.442 0,-1.708-1.796 4,-0.558-0.740 1,-0.387-1.021 1,5.231 6.965 4,-0.123-3.667-7,-2.198-3.078-1,-1.634 0.847 10,-9.794-24.106-19,-4.022 0.739 21,-2.234-2.514-14,-0.474 0.633 1,0.263 1.719-1,-1.467-1.206 3,3.658 4.546-14,-1.214-1.623 16,-0.321-0.186 8,-1.338-1.295-11,-1.378-1.241 0,-1.333-1.137-1,-3.892-3.878 0,-1.196-0.871 0,-0.795-0.487 0,-0.480-0.206-1,0.708 0.957 1,-0.161 0.012 1,-0.101 0.037-1,-0.055 0.050 1,1.506 1.029 1,0.836-0.007 0,0.991-0.045 0,1.037-0.068 0,-1.073-2.548 0,1.900 1.878 1,1.831 2.260 0,1.630 2.300 0,1.368 2.127 0,1.090 1.838-1,-5.120-5.651 1,1.647 3.509 0,3.456 1.460-1,-0.721-2.182 4,0.291-0.250 6,0.897 0.975-6,1.203 1.659-6,-1.871-4.430 0,15.611 24.753 6,-6.752 3.390 1,2.280-0.296-7,1.572-1.995-9,1.647 1.362 20,3.377 3.362-10,3.093 1.386-1,-0.042-2.752 1,1.686-1.034 0,-4.832-5.467 0,-0.391-0.630 1,-0.697-0.634 0,4.989 4.818 0,-3.493 0.309 2,-0.744 0.531 1,-0.687-1.796-4,-0.858-3.186-1,4.030 0.691 5,-1.022-0.846-2,-0.825-2.045 0,1.938-2.792-1,-16.765-12.948 3,-5.408 3.501-2,-1.239 1.017-3,-4.250-1.835 0,-0.716-0.285 0,2.265 0.608 0,2.216 0.382 1,0.298-1.427 1,-1.811-3.339 1,1.189 0.310 1,-0.157 0.710-3,-8.395-1.513-2,6.443 5.469 2,-2.046-2.055-1,-1.384-1.277 1,-0.042-0.281-1,0.820 0.377 1,1.312 0.771 2,1.530 0.966-1,-4.717-2.358-2,2.701 1.937-1,0.571 0.542 5,0.942 0.687 2,1.097 0.722 0,1.106 0.685-6,1.023 0.607 0,0.889 0.510 0,-12.343-6.113-2,6.845 3.378 2,-1.297-0.655 12,-0.320-0.165-7,1.475 0.608-6,1.043 0.315 1,1.306 0.408-1,1.406 0.445 1,1.033 0.104 0,-5.098-4.824 6,6.965 2.351 1,5.346-2.456 0,10.182 1.259-2,4.792 3.207-2,4.101 3.461-1,-3.865 2.767-1,1.992 0.643 1,3.656 0.395-1,1.323 0.187 0,0.047 0.031 0,-0.916-0.040 1,-1.182-0.061-1,-1.434-0.053 1,-2.506-0.040 1,0.952-0.019 1,6.338-0.012-2,-6.969-0.002-1,1.939-0.001 0,-0.558 0.240-1,0.664 0.393 1,0.411 0.479-1,0.213 0.513 0,5.897 1.340 0,2.496 0.826 1,2.596 0.694 1,-2.129-0.162-2,-0.322 0.139 1,-0.838 0.033-1,-1.119-0.039 0,-1.227-0.083 1,-3.126-0.775 1,-0.488-0.382-1,-0.275-0.436 1,-0.113-0.450 0,4.237-0.094 2,-0.250-0.610 0,-0.376-0.511 0,-1.171 0.014-1,0.446 0.413 0,0.638 0.593 0,-1.384 0.410-1,-0.898 0.487 0,-1.183 0.435-1,-1.291 0.372 1,-0.931 0.248-1,-1.243-0.033 3,-1.096-0.147-2,-0.924-0.211 1,-0.747-0.238-1,8.896 2.753 0,3.097-0.882 0,-6.844-3.199 0,1.148-0.415 2,0.309-0.391 2,-0.251-0.347-4,0.980-0.310-3,0.375-0.222 0,-0.487-0.175 1,-1.019-0.132 2,-1.297-0.096 3,-1.932-0.061 0,-1.253-0.039-5,-1.150-0.021 1,8.186-0.104 0,-0.170 0.887 5,-3.158 1.919 0,-0.348 3.151-1,-5.445 1.473-4,-3.911 3.694 2,-9.379 1.238 1,-5.815-2.996-2,-3.912-4.351 1,1.154-1.862-1,-6.124 1.529-2,6.140-2.181 0,-1.580-0.215 1,-1.375-0.292-1,-2.194-0.229 0,-0.428-0.364 0,-0.030-0.326 1,0.216-0.276-1,0.348-0.221 1,1.875-0.180 1,-0.164-0.095 0,0.143-0.070-1,0.339-0.050 2,0.450-0.033 8,-1.508-0.027-11,-0.703-0.010-1,-0.923-0.000 1,-0.995 0.005 0,1.861-0.254 2,0.465-0.426-1,0.728-0.511 1,0.861-0.539-1,-4.155-0.694 1,0.123-0.013 2,1.112 0.203 0,1.097 0.317 0,0.997 0.363 0,0.851 0.359-3,0.718 0.328 0,0.576 0.281 2,0.440 0.228 0,0.822-0.326 0,-8.770-2.818 0,6.879-0.303 0,2.001 0.296 0,-1.292-1.511 1,1.781-1.432-1,3.244-1.312-1,18.824 2.559 5,0.615 5.181-6,1.675 0.344 0,-0.233 0.016 0,-1.513 1.050 0,4.682 2.278 0,4.280 2.068-1,-1.571 0.103 1,-2.810-0.563-1,-2.480-0.650 1,-1.670-0.500 0,5.225 5.835 1,10.283 6.963 7,8.099 5.626-14,6.153 4.397-1,17.398 11.946-3,2.778 2.429 0,0.079 0.582-1,-11.421-7.149 3,-2.285-0.858 1,-2.510-0.972 7,-2.513-0.991 0,-1.467-0.496 1,-4.417-2.977 3,-4.487-3.247-1,-4.236-3.208-1,0.143 0.232 3,-1.937-1.333 9,-0.895-0.528-2,-4.546-3.671-9,-2.484-2.203 0,-2.660-2.420 0,-2.596-2.398-1,-2.376-2.222 0,0.493 0.545 5,-0.547-0.005 5,-0.495 0.084-5,-0.423 0.133-4,4.877 4.609-5,-1.982-0.805 1,-0.976 0.621 2,-5.587-2.007 5,-19.883-7.226 0,-1.231-6.370-6,2.053-1.486 0,2.158-0.277 0,-2.641-1.761-1,-1.706-1.293 1,-0.985-0.898 0,0.637 0.290 0,-1.742-0.913-2,-1.928-0.937-1,-1.931-0.894 1,-1.814-0.809 1,-17.601-10.494-3,-1.624-1.978 0,-5.161-3.879 4,3.585 1.580 5,-0.264-0.733-12,0.591-0.166 0,1.114 0.219 0,-4.757-2.929 2,0.083 0.781 5,-0.105 0.923 1,10.688 6.997 0,1.550 1.248 2,1.692 1.235-1,1.701 1.161 1,1.138 0.556-1,0.686 0.106 2,0.336-0.212 0,0.076-0.421 0,-1.423-0.940-3,1.597 1.309 0,1.937 1.738 0,2.043 1.918 0,1.987 1.918 0,-3.095-2.982 3,5.862 2.458 0,1.058 0.095 0,1.013 0.273 8,1.206 0.646-2,1.264 0.859-12,1.228 0.952 0,1.130 0.958 1,1.127 0.287 0,0.912 0.073 5,1.210 0.262 0,1.354 0.378-1,0.108-1.084 2,-1.318-4.459-1,9.137 2.245-2,13.294 10.619 5,0.638 1.472-5,-1.937 0.349-2,4.550 6.199 1,-6.634-1.258-1,1.322 0.993 0,-0.366-0.193 0,0.740 0.524-1,0.638 0.438 0,0.528 0.354 0,0.560 0.356 0,1.687 1.106 1,1.907 1.250 0,1.942 1.271 0,4.652 3.531-2,2.295 2.217 1,1.934 2.092-1,1.560 1.857-1,0.239 0.314 1,1.878 1.257 0,1.881 1.067-1,1.757 0.872 1,-1.501-1.268 0,-0.402-0.309 1,-0.871-0.551 0,-1.136-0.683 0,5.931 3.597 1,0.579-0.595 3,-0.700-1.615 1,-1.468-2.149 3,-3.663-2.650 2,-2.622-1.481-11,-2.682-1.190-1,-2.540-0.920 0,-2.274-0.681 4,-3.137-1.516 2,-2.189-0.978 1,-2.014-0.977-1,-1.771-0.916-1,-1.498-0.817 2,0.071 0.247 2,-1.046-1.171-1,-0.712-1.089 0,-0.447-0.950-1,5.508 2.734 0,-1.810-3.668 0,-0.552-3.128 1,-19.425-10.968 0,-6.540 2.334-3,0.673 3.076-1,-0.797-0.545-2,-5.363-3.032-1,4.462 0.175 2,-3.747-2.160-1,-1.763-0.899-1,-2.217-0.869 0,-1.743-0.520 0,-1.316-0.254-1,-6.157-3.147 1,-3.176-2.464 0,-3.043-2.655 0,1.574 0.479 0,0.177 0.231 0,0.806 0.820 1,1.148 1.136 0,0.091-0.705 0,-0.816-1.272 3,0.169-0.841-1,-3.947-3.374 6,1.945 0.000 1,2.309 0.386-13,7.201 4.415 1,1.475 1.147 5,1.207 1.218 1,0.954 1.192 0,-0.549-0.865 1,2.738 0.248-1,2.924-0.073 1,1.905 0.415-1,2.413 1.901 4,1.942 2.207-3,1.491 2.219 1,2.319 0.976 2,-6.407-6.862 4,2.283 0.552-5,1.474 0.487-7,2.852 1.290 1,3.215 1.634 1,4.171-3.932 5,8.039 2.909-2,8.147 4.521 0,3.169 7.938-4,-6.154 2.396 1,-0.265 0.976 0,0.806 1.212 0,0.603 1.021-1,0.430 0.826 1,6.522 5.037-1,3.871 3.987-1,2.930 3.592 3,-4.023-2.604 1,1.459 1.329-6,1.415 1.117 0,1.309 0.911 0,11.192 9.256-1,4.434 3.536 2,2.823 2.000 0,-1.646-1.637 6,0.827 0.250 0,0.407-0.103-10,2.445 1.196-2,-1.747-2.081 6,-2.246-2.451 5,-5.140-4.138-1,-3.284-2.594 1,-3.272-2.428 3,-3.048-2.157-1,2.060 1.571 2,-1.001-0.323-1,-1.921-0.846 1,-5.819-4.011 1,-1.596-1.064 0,-1.474-1.063-5,-1.311-1.005-4,2.785 0.816 1,-0.799-1.526 4,-1.045-1.442 0,-3.233-2.200 5,-1.577-0.986 0,-1.617-0.842-9,-1.547-0.694 0,0.607 0.467 1,-0.762-0.465 4,-0.336-0.299 0,-0.380-0.535-2,7.091 2.563 0,-3.844-3.712 1,-0.195-5.985 1,-18.163-11.304 1,-7.077 0.539-5,-3.639-4.149-3,5.658 6.541 2,-1.560-1.003 0,-3.532-2.594-1,-2.039-1.187 1,-1.788-0.995-1,-1.496-0.799 1,-1.199-0.614-1,-0.920-0.451-1,-8.271-7.444 0,-5.667-4.670-1,-3.581-2.551 7,4.876 4.213 6,-0.641-0.164-15,-0.216 0.189 0,0.090 0.424 0,-8.145-5.835-2,2.424 2.061 8,3.012 2.382 0,10.476 7.944 1,2.547 2.047 1,2.425 1.965 4,2.211 1.804-1,-1.697-1.590 1,3.236 1.543 0,2.899 1.103 0,2.456 0.740-1,4.060 3.154-2,0.958 0.462 0,0.681 0.377 0,0.453 0.298 0,-0.431-1.010 0,1.327 0.847 0,-3.369-6.828 0,5.780 0.396 3,5.670 3.557-1,8.083 1.999-2,5.980 7.237-1,-1.743 2.868-1,10.876 2.446-3,-8.641 0.284 2,2.852 0.860 2,2.264 0.583-4,1.994 0.409-1,1.652 0.268 1,5.622 1.726 0,7.492 1.919-1,6.747 1.639 3,5.773 1.338 2,0.517-0.282-9,6.140 0.720 0,6.229 0.600-2,5.917 0.484-1,19.123 3.000 3,-1.355-0.462 0,-4.434-0.811 1,-5.898-0.949 1,1.693-0.064 4,0.521-0.407 6,-1.658-0.836 2,-2.331-0.527 18,-2.551-0.293-23,-2.473-0.125-12,-8.933-1.126 4,-5.586-0.549 9,-5.792-0.586 0,-11.590-1.849 0,-3.980-0.490 1,-3.550-0.452 5,-3.063-0.402 0,-2.815-0.345-2,-2.493-0.288-2,-2.137-0.233 0,-1.776-0.182-1,2.041 1.109 1,-2.029-0.040 0,-1.661-0.005-1,-4.165-1.480-1,-0.823-0.442 0,8.777 2.289 1,-8.372-3.436-1,8.210 0.626-1,-6.381-2.046 1,3.545-0.827 7,-34.312-1.722-10,-0.866 1.175-2,-5.399 0.047 0,9.411 0.039 1,-1.446 0.007-1,-1.314 0.005 1,-1.144 0.003 0,-2.192 0.002 0,-3.493 0.001-1,-3.889 0.000 0,-3.925-0.000 0,-4.199-1.198 0,-3.668-1.007 0,-1.864-0.821-1,-0.513-0.649 1,-4.209-1.062 2,-0.512-0.675 4,-0.344-0.575-9,-0.212-0.474-2,-0.108-0.375 4,-7.030-1.833 1,0.226-0.933 0,0.517-0.897 0,0.654-0.802 1,3.171 0.236 4,0.420-0.060-1,0.260 0.099 0,0.138 0.194 0,-4.136-0.679 0,-1.107-0.015 0,-1.181-0.049-1,7.739 1.711 1,2.758 0.649 0,3.320 0.740 0,3.469 0.750-1,-2.180 0.052 1,3.367 0.795 4,4.016 0.687 0,4.094 0.564 6,1.252 0.807 0,2.306 0.893-15,2.774 0.874 1,2.840 0.791 12,4.104 0.767-2,1.906 0.462-9,1.595 0.373 0,1.285 0.289 1,-7.036 0.250 20,6.167 0.645-27,23.113 0.416 15,3.388-0.911-6,4.671-0.039-4,-7.792-0.001 2,9.590-0.007-2,-0.477 0.003 2,-8.644 0.007 0,1.233 0.001 1,-1.207 0.001-1,1.701 0.000 0,1.914 0.000 1,1.960 0.000-1,2.619 0.239-1,2.938 0.393 0,3.002 0.479 0,2.887 0.513-1,12.130 1.843-1,3.575 1.595-1,2.524 1.564 1,-9.134-0.595 0,0.202 0.693 2,0.043 0.615 0,-0.070 0.529 0,3.500 1.145 0,1.908 0.555 1,0.701 0.115 0,-0.174-0.195 0,9.637 1.735 9,-0.904-0.562-8,-1.276-0.627-8,-1.406-0.618 1,-1.377-0.563 5,-2.427-0.754 1,-2.892-0.815-1,-2.950-0.787 1,-2.753-0.708 0,-2.410-0.601 5,2.441 1.421 0,-1.082 0.490 1,-1.886 0.064-1,-2.205-0.199 18,-3.001-0.741-21,-3.216-1.002-5,-3.059-1.070 0,-2.691-1.017 2,-4.058-1.023 6,-1.953-0.628-1,-1.657-0.512 1,-1.344-0.398-1,5.114-0.263 7,-33.958-1.582-9,2.661 1.076 0,-0.591 0.100-1,-0.282 0.063 1,-5.329 0.027-1,8.303 0.008-1,-5.289 0.003-1,-4.045 0.001-1,-4.046 0.000 1,-3.719-0.000-1,-7.493-1.006-1,-8.335-1.542-1,-8.444-1.742-1,4.416-0.628 1,-1.414-1.193 0,-0.264-1.103 0,0.521-0.975 0,1.014-0.827 0,38.777 7.051 4,-57.258-9.847-2,-9.133-1.386-1,-7.781-1.285 12,-2.107-0.367 1,3.413 0.542-21,5.844 0.941 0,6.828 1.104 1,6.842 1.109 5,7.942 1.267 7,-0.486-0.090 1,0.272 0.112-1,0.762 0.241 23,1.043 0.312-3,-3.363-1.324-30,1.573-0.369 0,3.140 0.016 0,3.952 0.267 1,4.215 0.413 32,-0.874-0.450-18,4.878 0.826-13,4.919 0.837 2,6.275 1.690 21,3.449 1.263 0,2.836 1.260-20,1.968 1.001 4,3.504 1.141 4,3.184 0.932-1,3.157 0.714-1,-1.955 0.426 11,27.974 2.547-4,0.888-1.679-12,1.440-0.116 1,1.542-0.061-1,-6.729-0.030 2,1.021-0.006 1,0.544-0.003-1,0.198-0.001 2,-0.037-0.000 0,2.275 1.090-3,3.668 1.760-1,3.512 2.109 1,3.197 2.219 5,2.809 1.878-8,2.378 1.535 1,1.946 1.212-2,1.538 0.921 1,6.313 2.832 0,3.738 1.807 1,1.775 1.007 1,0.341 0.405 0,1.555 0.668 6,0.534 0.091-3,0.508-0.021-8,0.459-0.096 0,0.398-0.139 3,-0.022-0.300 3,1.529 0.306-1,1.752 0.414 1,1.799 0.463-1,12.390 4.352 2,-2.649-1.056 1,-4.117-1.524 0,-4.636-1.671 0,-11.605-4.477 2,0.176-0.390 1,1.249-0.093 0,1.899 0.114-1,10.188 2.676-2,-0.470-0.619 0,-1.554-0.839 0,-13.958-4.336 0,-3.069-1.067 2,-3.226-1.085 0,-3.163-1.039 1,-3.443-0.966-1,-3.453-0.864 2,-3.278-0.746 1,-2.981-0.625-1,-1.516-0.223 1,-2.032-0.456 2,-1.493-0.350 0,-1.039-0.259-4,-1.825-0.657-1,8.060 2.450 0,-1.758-1.213 1,1.003 0.888 3,-3.660 0.012-6,-1.593 0.962-1,-1.601-0.148 2,-1.291-1.423 0,1.399 0.027 4,-26.506-4.096-2,-3.654-1.637-6,5.158 0.133 1,-1.124 0.019-1,-1.106 0.015 1,-0.678 0.014 0,-0.351 0.012-1,-0.114 0.010 1,-2.158-1.667 1,-3.743-1.787 0,-3.339-1.773-1,-2.880-1.669 4,-4.497-2.406-2,-0.959-1.557-5,-0.105-1.273-1,0.473-1.004 1,0.828-0.761-1,-6.174-3.395 4,-4.988-2.911-1,-4.580-2.698 0,-4.008-2.378 21,2.586 0.828-25,-3.018-1.900-3,-2.906-1.844 1,-2.674-1.708-1,-11.733-6.509 1,1.140 0.105 5,2.681 0.951 0,13.298 6.671 0,3.688 1.516 1,3.743 1.542 8,3.582 1.477 0,3.519 1.580 0,3.288 1.566-1,2.953 1.475 1,2.563 1.332-1,-3.311-2.667 2,4.419 1.962-1,4.125 1.789 0,5.745 3.273-1,2.665 1.227 3,2.232 1.032-1,1.799 0.835-2,1.993 0.967-1,1.988 0.988-1,-2.848-6.099 0,5.371 1.259 5,4.339 2.042-2,4.586 0.931-3,7.331 6.411-1,1.110 5.237 0,9.662 2.039-3,-5.851-0.342 1,2.295 0.692-2,1.942 0.629 0,-0.534 0.510 0,1.042 1.093 1,0.855 1.193 0,0.681 1.199 0,10.059 5.217-1,5.691 3.396 0,5.946 3.243-1,-6.893-2.858 0,1.329 0.867 1,0.833 0.610-2,0.445 0.399 1,6.629 3.736 0,2.519 1.924 1,2.680 2.063 1,2.609 2.016 0,10.447 5.372-3,-0.061-0.882 0,-1.286-1.854 1,-1.912-2.277-1,2.112-0.043 6,7.302 2.644-1,8.750 3.537 0,-7.486-3.827-3,-1.867-1.456-1,-3.729-2.324 1,-4.707-2.741 0,-10.729-4.885 0,-4.210-2.161 4,-3.933-1.962 4,-3.532-1.720 0,3.335 0.704 2,-5.929-2.443 2,-5.530-2.150-1,-4.834-1.794-2,-1.457-1.273 3,-6.139-2.223-2,-1.390-0.504-1,-1.383-0.341 1,0.508 0.224 0,-1.012-0.125-7,-0.747-0.039-3,-0.522 0.021 2,-1.160-0.369 2,-0.818-0.391-1,-0.830-0.468 1,8.614 1.387 0,-3.621-1.615 14,-4.920-1.226-22,-22.201-1.843 14,-2.469 0.221-9,0.103-2.138-12,-4.503-1.939 13,-3.544-1.586 0,-2.658-1.239 9,-4.829-0.934-12,-8.885-2.373-15,-8.015-2.301 24,-6.982-2.129-7,-9.693-3.163-2,-2.607-1.307-7,-0.627-0.803 1,0.736-0.416-1,1.603-0.130 1,-7.271-2.101 4,-2.031-0.936 2,0.187-0.550 0,1.632-0.261 12,0.666-0.053 16,-0.017 0.088-33,-0.462 0.175-3,-0.727 0.220 1,3.544 1.211 10,-0.163-0.298 0,-0.110-0.443 1,-0.068-0.515-1,-5.290-1.998 1,4.239 1.702 0,5.161 2.227 0,5.370 2.399 1,8.753 3.080 0,5.944 1.873 6,5.639 1.605-1,5.064 1.324-1,3.071 0.774 4,4.015 1.278 2,3.193 1.104-2,5.087 1.707-1,2.667 0.714-3,2.445 0.594 0,2.149 0.478-2,-4.185-4.016 4,20.348-0.438 0,6.226 9.151-5,2.407 0.709 0,2.988 0.263 0,4.322 0.047-5,-7.557-0.233 1,1.856-0.031 0,1.724-0.032 0,1.832 0.497 0,3.240 0.806 0,3.379 0.941-1,3.219 0.958 0,2.879 0.898 0,0.517 0.595 0,-1.033 0.357-1,-1.949 0.179 1,-2.392 0.051 1,-2.223-0.583-1,4.294 0.394 7,5.788 0.488 2,6.518 0.527-10,14.867 2.141-1,5.082 1.044-1,3.107 0.969-1,1.615 0.849 1,3.818-0.519 0,3.369-0.385 0,0.680-0.641 1,-1.136-0.767 5,3.105-0.031 15,-4.684-0.725-20,-5.203-0.613-6,-5.121-0.494 2,-4.665-0.380 7,-4.014-0.280 3,-9.850-1.355 0,1.201-0.182 0,2.394-0.145 0,3.092-0.113 1,0.274-0.323 0,-1.696-0.452 0,-2.974-0.518 1,-3.702-0.535-1,-1.057-0.380 0,-4.302-0.556-1,-3.953-0.487 6,-3.475-0.410 3,-2.938-0.333-4,-3.081-0.261-3,-2.985-0.196 0,-2.734-0.141 0,-2.397-0.095-1,-2.021-0.059 2,-0.314-0.060 3,7.682-0.205 3,-3.902 0.092 2,-3.807 0.004-15,-22.669 0.254 6,-0.475 0.064 0,-4.520 0.002-5,-5.671-0.003-2,6.291-0.005 2,-3.348-0.000-1,-10.583 0.000-1,-3.252-0.001 0,-1.882-0.001 0,-0.887-0.000 0,-2.195-1.351 0,-8.280-2.115-39,-9.502-2.448 40,-2.357-1.623 1,-2.857-1.659 31,-1.174-1.377-35,0.013-1.101 0,-1.464-0.965 1,-2.397-0.866 2,-0.687-0.332-1,0.510 0.049 2,2.866 0.572 18,-1.801-0.390-16,-2.406-0.504-10,-2.698-0.557-2,-20.491-3.648 6,0.335 1.059 3,2.164 1.567 0,7.340 1.659-1,1.320 0.142 7,0.885-0.212 1,14.875 2.527 0,4.095 0.663-3,4.550 0.801 0,4.623 0.854 0,4.908 0.846 0,4.843 0.795 2,4.541 0.717 4,4.090 0.625-1,0.792 0.492 1,3.381 0.926 2,3.665 0.916-1,3.638 0.854 0,4.151 0.850 0,2.705 0.590-1,2.340 0.497-8,-6.329-0.020 18,36.966-3.823-14,0.524 0.011-7,1.043 1.298 1,-6.092 2.382 2,3.413 0.343 0,2.599 0.291 1,3.389 0.235 0,3.591 0.181-5,3.415 0.132 0,-5.262 0.334 2,0.833 0.457 1,0.593 0.534-1,0.396 0.559 1,2.418 1.012-1,3.693 1.273 2,4.382 1.386 0,4.626 1.391-1,6.815 1.613-3,3.169 0.853 0,2.228 0.559-1,1.459 0.327 1,16.312 3.311-1,3.011 1.058 2,2.324 0.969 0,1.703 0.829-1,-10.942-2.028 2,-0.073 0.094-1,-0.103 0.019 0,-0.117-0.034 0,-7.834-1.820 5,-0.515-0.402 0,-0.438-0.448 0,-0.360-0.456 0,11.784 1.620 1,-4.252-1.323 0,-5.140-1.397 0,-5.276-1.330-1,-1.562-0.216 3,-1.731-0.225 2,-3.445-0.482-1,-4.289-0.612 7,-4.512-0.650 0,0.404-0.575-13,-0.455-0.484-6,-0.972-0.391 2,-1.230-0.302 27,1.478 0.221-19,-3.071-0.219-9,-3.187-0.168 1,-2.972-0.123 1,-7.668-0.896 7,-1.658 0.008-1,-1.342 0.052 1,-1.049 0.078-1,0.871 0.541 1,-1.327 0.080 0,-1.244 0.052 0,-1.100 0.031-1,-2.310-0.632-1,-0.875-0.423 1,-0.759-0.502-1,-0.634-0.523 0,-0.511-0.504-1,0.297-0.092 1,-0.798-0.028 0,8.879 2.321 0,-3.081 0.627 1,-3.646-0.705 0,1.184-0.163 0,-3.923 2.615 2,-8.015 5.249 0,-6.746-0.629-4,-7.957-4.890-2,-8.076-4.541 1,5.897-1.304 0,-1.926-0.202 0,-1.373-0.147-1,-0.919-0.101-1,-0.560-0.063 0,-18.661-1.011-3,-5.829-1.436 0,-7.226-1.616 14,-5.052-1.577-17,-3.289-1.417 0,-0.843-1.430 0,-0.510-1.488-1,0.188-1.345 1,0.603-1.145 1,0.807-0.925 5,0.864-0.712 1,-20.108-4.918-2,-13.730-3.128 0,-8.084-1.623 22,-3.916-0.555-8,14.244 4.284-24,-1.736 0.338-1,0.995 0.809 1,2.838 1.092 0,-2.922-0.088 18,7.229 1.862 22,7.807 1.875-35,7.691 1.762-2,7.120 1.574 1,6.285 1.349 16,1.965 0.519-1,4.650 0.903 0,3.543 0.646 0,2.574 0.434 1,1.764 0.267 1,5.615 1.035-1,3.583 0.755 0,3.766 0.822-1,3.646 0.813-1,3.333 0.755-1,2.911 0.668 4,0.525 0.513 2,1.992 0.521-2,2.007 0.399 0,-6.094 0.281 18,7.439 0.724-30,27.878 0.451 11,2.127-0.769-9,-4.626-0.121 1,1.042-0.024 0,0.392-0.019-1,-1.596 0.254 1,1.364 0.426 1,1.625 0.515 1,1.703 0.543-1,0.670 0.614-1,1.843 0.847 0,1.833 0.895 0,1.730 0.880 0,6.183 2.852-1,4.383 3.010-65,4.528 3.247 64,7.830 3.794 66,4.130 1.815-67,3.286 1.059 0,6.000 1.924-1,0.851-0.063 2,-0.125-0.427 0,-2.379-0.924 0,-2.020-0.605 4,-2.235-0.575-1,-2.188-0.508 1,4.646 3.069 0,0.218 0.802 0,-2.737-0.743 0,-4.361-1.647 8,-5.025-2.079-1,-5.035-2.181-7,-4.638-2.070-6,-4.016-1.834 1,-3.307-1.540 0,16.182 6.336-3,14.731 5.896 6,9.210 3.806 10,4.890 2.154 1,10.111 4.216-4,-4.106-1.550-18,-6.874-2.713 1,-8.218-3.291 1,-8.541-3.445 2,-8.885-3.959 1,-7.694-3.701 14,-6.787-3.440 4,-5.737-3.041-3,-6.848-2.732 13,-3.369-1.340-5,-2.762-0.934-1,-2.191-0.603-5,-1.286-0.051-4,3.549 2.711 2,-4.909 2.899-1,-2.157 2.156-1,-14.024 1.186-5,-15.953-9.330-2,4.545-1.852 0,-4.004-0.275-2,-7.302-0.629 0,-0.064-0.936 0,-3.341-0.964-1,-2.448-0.979 4,-1.699-0.927 2,-6.278-2.289-8,-2.319-1.451 0,-0.630-0.916 0,0.521-0.503 1,1.237-0.200 20,-8.760-3.563-19,-6.179-2.078-5,-5.260-1.223 3,-4.285-0.586 27,3.148 1.278-29,-0.233 0.512-2,0.591 0.712 1,1.103 0.800 0,1.370 0.806 2,1.460 0.759 6,-3.581-0.456-1,0.495 0.101 1,0.252-0.094 0,0.076-0.211 0,-0.040-0.271 4,0.704-0.242 0,1.129-0.205 0,1.318-0.166-1,1.343-0.130 1,11.587 2.219 1,3.165 0.252 1,3.389 0.287-1,3.365 0.295 0,1.845-0.030-1,4.151 0.759 5,3.935 0.828 0,3.554 0.826 0,1.356 0.151 0,3.703 1.030 0,3.158 0.938-1,2.578 0.810-2,2.016 0.668-2,1.508 0.529 0,-4.827-2.087 2,5.622 0.653 1,21.827 4.954 7,0.790 0.768-10,3.666 0.004-5,7.167-0.057 0,-9.002-0.143 1,1.703-0.019 0,3.444 0.570-1,5.211 0.927 0,5.750 1.104 0,5.737 1.149-2,5.362 1.106 0,4.769 1.007-1,6.761 1.554-1,8.896 1.988-1,9.323 2.098-1,9.029 2.041 0,8.270 1.875-1,26.287 4.668-2,4.022 0.419 0,0.720-0.355 0,-1.339-0.791-1,-6.903-1.434 12,-1.158-0.342-1,-0.843-0.185 0,-0.578-0.072 1,-12.616-2.206 3,-4.246-0.997-1,-4.599-1.113 0,-4.518-1.114 0,-4.158-1.039 2,4.906-0.424 2,-1.459-0.673-1,-3.319-0.492 1,-4.266-0.339 19,-9.355-0.916 6,-8.141-0.751-38,-8.414-0.788 0,-8.015-0.757 2,-7.201-0.686 0,-6.177-0.591 16,-2.886-0.750 2,-2.309-0.692 0,-2.089-0.659 6,-1.806-0.594 1,0.228 0.081-18,-1.811 0.256-3,-1.521 0.480 0,-3.533-0.306 2,7.456 1.901 3,-5.031-1.028 0,-24.644 0.623 4,-10.251-3.912-6,8.540 0.003-1,-1.354 0.008-2,-4.405 0.003-1,-5.032 0.007 0,-5.109 0.009-1,-7.499-0.968 0,-7.975-1.540-1,-7.939-1.812-1,-7.376-1.865-2,-6.508-1.774 0,-4.879-1.135-1,-4.724-0.809 0,-3.859-0.485-1,-3.034-0.239 0,7.500 0.849 4,-0.689-0.387 3,-0.357-0.442 0,-0.107-0.458 0,0.311-0.218 0,0.585-0.040 4,0.743 0.085-1,0.814 0.168 1,-1.201-0.128-1,4.628 0.758 1,5.387 0.871 0,5.578 0.895 0,-3.461-0.126 0,8.189 1.751 9,7.438 1.681 0,6.340 1.494-2,5.124 1.250-2,8.475 1.138-1,1.741 0.559-1,1.031 0.437 0,0.489 0.328 0,-1.905 0.283 1,2.908 0.194-1,3.252 0.100 0,3.203 0.033-1,3.660-0.017-1,-2.475 0.251 16,28.130 0.141-8,5.418-0.761-13,-5.902-0.012 2,2.245-0.003-1,1.428 0.269-1,3.700 0.434 1,3.984 0.521-1,3.939 0.548-1,8.155 1.210 0,2.586 0.984-1,1.425 0.924 1,0.583 0.814-1,0.006 0.681 0,-0.356 0.545 1,-0.558 0.416 0,19.960 2.600-2,15.878 2.136-2,10.548 1.399 21,6.348 0.823-10,3.173 0.390-18,0.884 0.082 0,-76.928-11.698 12,79.837 12.314-13,-5.059-1.102 1,-7.802-1.756 2,-8.982-2.046 1,-9.078-2.081 51,-9.066-2.180-18,-5.864-1.571-29,-5.637-1.343 2,-5.111-1.103 30,-6.517-0.898 7,-3.701-0.606-36,-3.114-0.451 0,-2.532-0.320 1,-1.234-0.246 9,-3.030-0.136-1,-2.805-0.058 0,-2.468-0.003 0,-2.079 0.034-1,-1.064 0.098 0,0.464 0.051 0,0.247 0.053 0,0.083 0.052 2,1.463 0.033-1,-0.765 0.053-5,-0.981 0.045-1,-1.059 0.036 0,0.440 0.027 0,-1.982 0.026 3,7.058 0.032 1,-5.713 0.020 3,0.216 0.009 4,-33.799-1.425-8,4.704-0.310-4,-1.507-0.660 1,0.135-0.434-1,-3.635-1.060 0,-4.130-1.155-1,-4.205-1.146 1,-3.992-1.070-1,-21.042-4.999-3,-9.828-2.683-1,-5.991-1.897 0,-3.141-1.253 12,10.199 2.198-11,2.411 0.264-3,3.169 0.484 1,3.450 0.595 1,3.400 0.627 2,-3.218-1.381 10,4.335 1.378-1,5.227 2.011-1,10.817 3.176 5,3.857 1.144 21,3.493 0.955-26,3.040 0.771-5,-0.671 0.003 6,3.783 1.302 2,3.173 1.189-1,2.521 1.015 0,1.222 0.852 0,0.978 0.583-1,-7.711 0.294 5,4.498 0.824-7,-1.001 0.507-1,28.688-5.240 6,1.095-1.771-8,-2.423 1.651 0,2.718 0.010 1,2.264 0.401-2,1.791 0.606 1,0.926 0.937-1,1.626 0.532 0,0.602 0.492-1,-0.107 0.433 3,-0.565 0.365 5,0.592 0.286-4,-0.128 0.246-4,-0.012 0.180 1,0.064 0.125 1,1.211 0.088 2,0.050 0.047 1,0.002 0.019 0,-0.027-0.001-1,-2.893 0.166 0,-0.348 0.293 0,-0.338 0.348 0,-0.310 0.362-1,-0.271 0.348 1,-0.229 0.317 0,3.511 0.237-1,0.833-0.103 0,-0.088-0.222 1,-0.671-0.282 4,-0.994-0.299 4,-3.335-0.406-10,0.396-0.193-1,0.749-0.172 0,0.954-0.148 0,5.506-0.095 3,-0.863-0.146 0,-1.566-0.103 0,-1.897-0.068 0,-1.941-0.041 1,-1.806-0.021 2,-4.707 0.011-1,-1.004 0.000 0,9.391-0.050 2,-0.647 0.016-2,-4.942 0.038-1,-1.819 0.023 5,-29.236 0.039-3,-0.054 0.002-1,3.194-0.002-6,-1.656 0.000 2,-1.373-0.000-1,-1.081-0.000 1,-0.811 0.000 1,-9.453-2.406-2,-8.392-2.041-1,-7.197-1.639 6,-5.834-1.250-6,-11.797-3.732-6,-6.239-1.691 0,-2.327-0.308-1,0.244 0.555 15,3.310 0.347-5,0.260-0.273-9,2.261 0.079 0,3.375 0.297 11,5.505 0.961 21,1.915 0.359-30,1.369 0.335 0,0.919 0.297 1,-0.164-0.032 9,-0.808-0.044 1,0.563 0.309-1,1.454 0.529 0,-8.600-0.948 14,-0.103 0.842-18,-0.370 0.808-7,13.593 2.292 5,2.703 0.471 4,3.091 0.400 1,3.195 0.330 0,0.713 0.102-1,4.146 0.726 3,3.893 0.760 3,3.475 0.733-2,2.975 0.668 0,2.452 0.583-1,0.249 0.447 0,1.856 0.442 0,1.965 0.333 0,1.888 0.240 7,-2.652 0.266 2,25.189-2.925-8,3.347-1.930-2,2.230 0.564-6,5.198 1.570 1,-8.608 1.647 2,0.996 0.216 1,0.076 0.188 0,-0.550 0.158-1,-0.941 0.128-2,-1.149 0.101 2,1.081 0.082-1,-0.508 0.068 1,-0.217 0.042 5,-0.018 0.021-4,0.157 0.002 0,1.215-0.002 0,1.430-0.007 0,1.460-0.010-1,-1.478-0.017 0,1.105-0.008 0,1.117-0.007 0,1.065-0.007 0,5.588-0.004-1,2.414-0.006 1,2.279-0.005-1,4.744-0.004 0,2.523-0.002 0,2.121-0.002 0,7.224-0.001-1,3.731-0.000 0,1.266 0.000 0,-3.038 0.000 6,-0.294 0.000-3,-0.525 0.000-7,1.867 0.000-1,-1.754 0.000 9,-1.934 0.000 0,-8.577 0.000 0,-1.343 0.000 0,-1.082 0.000 1,-0.839 0.000-1,0.062 0.000 0,-2.867 0.000-1,-3.160 0.000 1,-3.138 0.000-1,-2.911 0.000 0,0.756 0.000 5,-0.210 0.000 0,0.631 0.000-1,-0.052 0.000-3,-1.589 0.000 1,-1.962 0.000-1,-2.014 0.000 0,-4.095 0.000 1,-0.683 0.000-1,8.893 0.000 2,-2.741 0.000 5,-3.418 0.000-10,-0.473 0.000 4,-2.692 0.000 0,0.675 0.000 1,-23.604 0.000 0,-11.725 0.000-5,5.306 0.000-1,-2.036 0.000 0,-3.744-0.552-1,-2.465-0.892 0,-2.262-1.068 0,-1.989-1.125-1,-7.038-2.076 1,-0.695-1.181 0,0.115-0.906 1,0.612-0.661-1,4.606 0.349 3,-0.697-0.871 0,-1.072-0.933 0,-1.257-0.916 0,-1.302-0.848-1,-11.129-3.684-1,-6.220-1.874 1,-6.356-1.749-2,-3.854-0.850 1,1.395 0.811 0,3.285 1.383 0,4.134 1.605 0,7.648 2.896 3,-1.021 0.218 1,0.092 0.367 0,0.839 0.445 8,-5.469-0.745 6,-0.394 0.668-21,-0.580 0.663-3,-0.656 0.610 2,-4.605-0.877 6,-0.569-0.612-1,-0.326-0.846 1,1.388 0.589 1,2.326 1.423 1,2.710 1.818 1,11.140 2.280-1,2.450 0.420 2,2.224 0.133 0,1.938-0.069 0,-3.458-0.740-1,3.967 0.923 0,3.974 1.111 0,4.919 1.000 0,2.207 0.416 4,1.616 0.225 2,1.118 0.086-5,2.699 0.474-2,1.763 0.402-1,1.778 0.448 1,1.670 0.448-1,2.743 0.531 2,0.970 0.304 1,-9.000-0.272 2,1.834 0.737-2,3.211 0.491-1,2.091 0.304 7,24.716 0.551-6,0.188-0.781-5,-0.766 0.000 1,-1.503-6.198 1,-9.000-7.718 1,3.319 2.053-2</inkml:trace>
</inkml:ink>
</file>

<file path=ppt/ink/ink5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7:30"/>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4083.364 4179.546 767,'-8.069'-8.070'0,"0.284"0.286"0,-7.555 6.145-4,0.656-0.481 3,-4.564-3.689-2,5.707 0.728 1,-1.372-0.637 0,-1.124-0.318 0,-0.882-0.091 0,1.819 0.964 1,-0.905 0.066-1,-0.987 0.078 1,-0.991 0.082-1,-1.615-0.033 1,0.684 0.560 0,1.187 0.649 0,1.450 0.669 1,1.536 0.640-1,-1.328-1.654 1,1.147-0.744 2,0.797-0.418 8,0.515-0.184-6,2.095 0.707-6,0.026-0.024 0,-0.117-0.015 0,-0.203-0.007 1,0.386 0.266 1,-0.298 0.010 0,-0.322 0.008 0,-0.320 0.006 0,0.253 0.004 0,0.625 0.003 0,0.839 0.001 0,-8.269-4.742-1,3.423-0.192 4,3.032-0.071-1,3.381-0.737-1,21.722 5.207 6,0.548 5.457-7,0.742-0.099-2,-2.919-0.169 1,1.174-0.061 2,-0.498-0.057-1,-0.556-0.032-2,6.441-0.015 1,-6.109 0.001 3,1.345-0.000-1,1.026 0.000-3,0.743 0.000 0,0.375 0.001 0,-0.324 0.000-1,-0.562 0.001 1,-0.658 0.000 0,-0.660 0.000 2,-0.604 0.000 0,-0.517 0.000 0,1.290 0.000 0,1.144 0.000 0,0.377 0.000 1,-0.141 0.000 2,-0.894 0.000 0,-0.387 0.000-3,-0.403 0.000-2,-0.388 0.000 0,-0.351 0.000 2,0.293 0.000 0,7.854 0.000 0,-5.728 0.000 0,-2.120 0.000 9,-27.373 0.000-2,-3.817 0.000-12,6.710 0.000 4,-1.638 0.000-2,-0.460 0.000 1,-2.458 0.000 1,-2.607 0.000-2,-2.532 0.000 1,-5.373 0.000-1,-0.335 0.000 1,0.640 0.000-1,1.172 0.000 0,1.552 0.000 2,-2.575 0.000 1,-2.029 0.000 0,-1.539 0.000 5,-6.061 0.000-3,1.298 0.000-8,2.245 0.000 1,1.606-0.502 0,1.079-0.771 5,0.663-0.870 5,4.625-0.049-3,1.658-0.041-1,1.730 0.122-1,1.663 0.220 0,2.123-0.028 1,2.285-0.190 1,2.239-0.284-1,2.061-0.327 1,-4.784-3.010 3,4.030-1.194 1,3.320-1.646-4,16.137-3.004 6,5.153 10.220-9,3.424 0.951 0,0.760 0.470-1,-1.634 0.156 0,1.819 0.041 0,-3.326-0.139 3,4.368-0.017-2,4.489-0.019-2,2.683-0.021 0,3.541-0.016-1,3.130-0.014 0,2.651-0.011 0,5.584-0.008 0,-0.488-0.009 1,-1.579-0.006-1,-9.389-0.003 2,-1.710-0.002 0,-1.647-0.001 5,-1.517-0.001-1,-2.076 0.000 0,-2.354 0.000 0,-2.422 0.000 0,-2.340 0.000-1,0.938 0.000 1,-2.000 0.000 4,-1.356 0.001 2,6.782-0.000-5,-4.418 0.001-1,-2.140 0.001 1,1.815 0.151-1,-23.824 10.601 0,-0.586-6.190-1,-5.770-1.382-2,1.283-2.612 0,-2.522-0.400-1,-0.722-0.198 0,0.162-0.069-1,-1.551-0.850 0,-1.248-1.537 0,-1.137-1.357-1,10.554 1.551 3,-0.147-0.170-1,-0.106-0.122 1,-0.071-0.081-1,-0.044-0.049 0,-0.024-0.026 1,-0.010-0.009-1,0.000 0.001 0,0.006 0.008 0,0.009 0.011 1,0.009 0.012-1,0.010 0.011 0,0.008 0.010 1,0.007 0.009-1,0.006 0.006 0,0.004 0.005 1,0.003 0.003-1,0.002 0.002 0,0.001 0.001 1,0.000 0.001-1,0.000 0.000 0,0.000 0.000 1,-0.000 0.000-1,0.000-0.000 0,-0.000-0.000 1,0.000-0.000-1,-0.000 0.000 0,0.000-0.000 1,0.000 0.000-1,0.000 0.000 0,-0.000-0.000 1,0.000 0.000-1,0.000 0.000 0,0.000 0.000 1,0.000 0.000-1,0.000 0.000 0,0.000 0.000 1,0.000 0.000-1,0.000-0.000 0,0.000 0.000 1,0.000-0.000-1,0.000 0.000 0,0.000 0.000 1,0.000-0.000-1,0.000 0.000 0,0.000 0.000 1,0.000-0.000-1,0.000 0.000 0,0.000 0.000 0,0.000-0.000 1,0.000 0.000-1,0.000 0.000 0,0.000-0.000 1,0.000 0.000-1,0.000 0.000 0,0.000-0.000 1,0.000 0.000-1,0.000-0.000 0,0.000 0.000 1,0.000 0.000-1,0.000-0.000 0,0.000 0.000 1,0.000 0.000-1,0.000-0.000 0,0.000 0.000 1,0.000 0.000-1,0.000-0.000 0,0.000 0.000 1,0.000 0.000-1,0.000 0.000 0,0.000 0.000 1,0.000-0.000-1,0.000 0.000 0,0.000 0.000 1,0.000 0.000-1,0.000-0.000 0,7.684-13.442 1,14.861-1.801 145,3.998 3.563-145,-0.511 5.003-2,-2.154 4.313 1,0.924 2.950 1,9.424 1.768 8,-8.514 0.492-8,1.433 0.095-1,1.092 0.033-1,0.223 0.208 0,1.732 0.417 0,0.594 0.494 0,-0.211 0.518 7,1.947 0.754-1,-2.254 0.120-6,-2.588-0.071 0,-2.581-0.183 1,-2.363-0.237 1,5.482 1.582 0,-5.209-0.840 1,1.136 0.548 0,-1.391-0.507 0,1.217 0.120 0,0.075-0.018 0,4.002 1.050-2,2.984 0.795 0,1.781 0.479 0,-10.284-2.668 0,0.123 0.034 1,0.063 0.018 0,0.021 0.006 0,-0.007-0.001-1,-0.022-0.005 1,-0.030-0.008 0,-0.032-0.008 0,-0.030-0.008 0,-0.026-0.007-1,-0.021-0.006 1,-0.017-0.004 0,-0.013-0.003 0,-0.009-0.002 0,-0.006-0.002-1,-0.003-0.000 1,-0.002-0.000 0,-0.000-0.000 0,0.000 0.000-1,0.000 0.000 1,0.001 0.000 0,0.001 0.000 0,0.001 0.000 0,0.000 0.000-1,0.000 0.000 1,0.001 0.000 0,0.000 0.000 0,0.000 0.000 0,0.000 0.000-1,5.828 1.871 1,-29.287-1.284-3,0.651-4.282 4,-0.260-0.050 0,0.184 0.036 0,0.292 0.057-1,0.248 0.048 1,0.163 0.032 0,0.086 0.016-1,0.033 0.007 1,0.005 0.001 0,-0.006-0.001 0,-0.008-0.002-1,-0.007-0.001 1,-0.004-0.000 0,-0.002-0.000 0,-0.001 0.000-1,0.000-0.000 1,0.001 0.000 0,0.000-0.000 0,0.000 0.000-1,0.000 0.000 1,0.000-0.000 0,0.000 0.000 0,0.000 0.000-1,0.000-0.000 1,-0.000 0.000 0,0.000 0.000-1,-0.000-0.000 1,0.000 0.000 0,-0.000 0.000 0,0.000-0.000-1,-0.000 0.000 1,0.000 0.000 0,0.000-0.000 0,-0.000 0.000-1,0.000 0.000 1,-0.000-0.000 0,0.000 0.000 0,-0.000 0.000-1,0.000-0.000 1,-0.000 0.000 0,0.000 0.000-1,-0.000-0.000 1,0.000 0.000 0,-0.000 0.000 0,0.000-0.000-1,0.000 0.000 1,-0.000 0.000 0,-3.738-0.213 0,3.161 0.321 8,0.348 0.520 41,25.798-7.176-30,6.358-1.259-21,-10.080 4.457 1,0.468 0.285 0,0.238 0.445 0,0.073 0.520 0,-0.040 0.532 0,-0.110 0.502 0,-0.148 0.448 0,2.757 0.389 0,2.176 0.307 0,1.561 0.242 1,1.053 0.183 4,0.649 0.132-3,2.245 0.687-4,3.492 1.007-1,3.948 1.152 0,3.985 1.170 0,5.210 1.433 1,2.399 1.048-1,1.538 0.859 0,0.873 0.674 0,2.199 0.724 1,-3.259-0.508 1,-4.050-0.797 0,-4.179-0.905 0,-3.896-0.892 2,-3.385-0.806 1,-2.780-0.684 0,-1.858 0.450 0,0.230 0.479 0,-0.125 0.173 3,-0.346-0.040 13,-0.468-0.176-7,-0.515-0.252-13,-0.804-0.429 0,-0.939-0.260 0,-1.444-0.241 0,-1.688-0.212 1,-1.739-0.180 8,-1.662-0.146 4,0.779 0.280-12,-1.164-0.056 0,-1.400-0.027 1,6.417 3.466 13,-6.009-0.687-14,-21.399 0.994 5,-1.872-7.710 0,0.188 0.329-2,-0.685 0.113-3,-5.091 0.018 0,-3.818 0.008-1,9.576-0.001 2,-2.119 0.001 0,-0.211-0.000-1,0.070 0.000 1,3.219-0.001 0,-10.124 0.001 2,-1.441-0.001 0,10.067-0.001 0,-0.146 0.000-1,-0.173-0.000 0,1.449 0.000-1,-0.673 0.000 0,-0.819 0.000 1,-0.869 0.000-1,-1.102-0.299 0,0.175-0.476 1,0.497-0.561 0,0.677-0.579-1,0.783-0.178 1,0.125-0.029 1,-0.037 0.113-1,-0.142 0.201 1,-0.204 0.247-2,-0.563-0.026 1,0.194-0.109 0,0.306-0.201-1,0.357-0.247 1,0.367-0.260 0,0.600-0.368 0,-0.119-0.601 0,-0.247-0.653 1,-0.317-0.647-1,-0.344-0.603 0,-1.455-0.547-1,-0.179 0.373 1,-0.063 0.640-1,0.017 0.764 1,0.284 0.522 0,0.433 0.328 1,0.498 0.181-1,0.501 0.072 0,0.467-0.002 1,-0.307-0.033-1,1.149 0.423 0,-8.017-1.113 0,3.765 1.700 2,0.472-2.379 1,1.478-0.820 0,2.875 0.947-1,-1.963-1.060-3,2.725-1.623 1,0.727-0.683 2,-1.896-2.749-3,5.948-0.077-1,2.141-2.052 5,1.656 0.040-2,1.043 0.895-3,2.485-0.969 3,9.303 4.147 1,-0.118 1.925-2,-0.901 0.257-1,2.026-0.788-1,1.376 0.647 1,0.729 1.848-1,0.477 1.813 2,-1.038 1.437 1,-2.423 0.888-1,2.065 0.471 2,-1.798 0.159-1,0.622-0.084 0,3.082-0.042-1,-4.233 0.342-1,5.094 1.081-1,-0.759 0.637 0,-0.460 0.247 0,-0.169 0.040 0,-0.021-0.024 0,0.021-0.027 0,-0.921-0.315 0,-2.324-0.980 4,0.856-0.735 9,-0.875-0.412-9,-2.908 6.986-1,-13.811 2.967-1,-8.302-9.236 0,1.248-0.572-1,-1.667-0.133 0,2.375-0.053-1,0.446-0.018 1,-4.448-0.019 2,0.555 0.012 1,1.527 0.018-2,-3.159 0.013 0,-0.833 0.006-1,-1.838 0.001-1,2.764 0.000 1,3.047 0.000 1,2.076 0.000 0,-0.273 0.000 2,-2.406-0.001-2,-0.667 0.000 0,1.943 0.000 0,0.931 0.000 0,0.773 0.000 0,0.021 0.000-1,-0.001 0.000 1,0.330-8.756-1,1.889-4.760-1,-0.947-1.884 1,0.354 0.061-1,1.138 1.270 0,1.535 1.923 0,1.661 2.176 2,-0.430-3.680 0,13.365 5.093 4,7.011 7.683 8,-2.197 2.039-14,1.928 0.327 2,-3.084-0.936 0,-0.269-0.392 0,0.460-0.187 0,0.636-0.035 1,-0.359 0.041-1,0.913 0.013 0,1.617 0.004-1,-0.627 0.000 0,-2.845 1.504 1,-3.576 6.726 1,4.118-1.035 0,-0.291-4.930-1,3.198 3.601-1,-0.629 0.872 0,-2.340-2.638 0,1.125-1.561 1,-1.002 6.672 3,-1.255 2.765-4,-1.964-2.382 0,-0.554-1.222 0,3.281-0.200 0,-0.607-4.283 2,5.019-0.921 0,-5.750 2.580-1,-0.482 3.525-1,1.425-0.865 0,2.141-2.121 0,0.169-2.306 1,-0.920-1.596 0,-0.047 0.378 1,0.682 1.290-1,-0.510 0.837-1,1.436 1.346 0,5.098 2.945 1,-8.385-3.872 0,0.314-0.127 0,0.073-0.448-1,-0.085-0.621 1,-0.182-0.686-1,0.121-0.345 1,0.305-0.102 0,0.400 0.062 0,0.432 0.162-1,-0.150 0.029 1,-0.512-0.057 0,8.944 2.625-1,-3.014-0.545 0,-2.430-0.472 1,2.408 1.466-1,-4.739-1.317 1,1.008 0.337 2,0.364 0.000 0,-0.061-0.204-1,-0.313-0.311-3,-0.440-0.350 0,-2.496 0.290 0,-0.541 0.567 1,8.336 5.722 4,-1.199-0.008 3,-2.332-2.119-9,-3.011-3.104 2,-0.300 0.299 4,-11.724 6.923 3,-10.037-6.724-7,-3.498-0.309 0,-0.003-1.457 0,0.935-1.663-1,-0.687-1.186 2,-0.919-0.706 2,-2.798-0.494-3,5.308-0.240-1,-11.010-0.120 0,10.092 0.036 1,-0.655-0.004 0,-3.803-0.456 3,-1.369-0.683-4,-1.255-0.789 0,-2.818-1.033-1,-0.071-0.631 2,0.379-0.455 0,0.618-0.307 0,3.341 0.482 0,0.386-0.031 0,0.257 0.007 1,0.155 0.031-1,0.079 0.044 1,-0.103 0.439 0,-1.744-0.061 0,-1.376-0.094 0,-1.049-0.111 2,-6.958-1.292 4,-0.432-0.318-10,0.162-0.279-1,5.035 0.824 1,0.400-0.019 4,0.336 0.006 0,0.272 0.023 0,1.033 0.301 0,1.486 0.472 0,1.703 0.558 0,1.749 0.584 0,-1.626 0.263 0,1.014 0.709 4,0.586 0.596 1,3.051 0.311-4,0.665-0.075 0,0.618-0.208 0,0.547-0.283 0,0.466-0.316-1,-0.177-0.162 0,0.031 0.069 0,-0.089 0.177 0,-0.164 0.235 0,-8.521-0.610 1,2.682 0.776-1,2.920 0.622 1,2.518 0.437 3,-0.322-0.994-2,1.978-2.310 0,-2.468-0.976-1,-0.694 0.808 0,2.660 1.257 2,25.403 0.993-3,-2.037 1.605-1,4.162-0.034-2,-0.863-0.014 2,0.964-0.003-1,1.166-0.000 1,3.239 0.001 1,1.015 0.001 1,2.484 0.001-4,-9.083 0.001 1,1.772 0.000-1,1.737 0.000 1,1.570 0.000 0,1.335 0.000 1,5.500 2.165-2,4.026 1.755 0,2.942 1.354 4,2.026 0.993 7,1.292 0.688-14,-1.977 0.912 0,2.313 1.498 0,1.670 1.164 0,1.137 0.867 9,0.710 0.615 7,0.380 0.407-17,7.026 2.192-1,-0.078-0.163 1,-0.446-0.396-1,-0.633-0.503 2,-0.693-0.527 7,-3.580-1.209-1,-6.435-1.903 1,-7.035-2.000-1,-6.771-1.879 0,-6.006-1.639 1,-5.009-1.347-1,0.741 0.163 2,-0.996 0.776 0,-0.802-0.501 0,0.900 0.310 1,-0.006-0.000-1,0.003 0.000 0,-0.001 0.000 0,0.000 0.000 0,0.000 0.000 1,-25.827-8.536-6,-10.998-3.642-2,-4.842-1.611-1,-1.281-0.435 0,1.093 0.351 5,2.532 0.827 40,3.266 1.071-43,3.495 1.148 0,3.386 1.113 1,3.064 1.008 1,1.343 0.794 0,2.194 0.808 0,-4.488-1.515 20,5.266 0.103-1,19.721-3.358-19,6.249 9.477 0,5.237 1.602-2,-9.149-1.093 3,0.549 0.175-1,0.363 0.119 0,0.219 0.073 0,0.112 0.040 0,0.038 0.016 0,-0.010 0.000 0,-0.039-0.010 0,-0.052-0.015 0,-0.056-0.016 0,-0.053-0.016 0,-0.047-0.014 0,-0.038-0.012 0,-0.030-0.010 0,-0.022-0.007 1,-0.016-0.005-1,-0.010-0.003 0,-0.006-0.002 0,-0.004-0.001 0,-0.001 0.000 0,0.001 0.000 0,0.001 0.000 0,0.002 0.000 0,0.002 0.000 0,0.001 0.000 0,0.002 0.000 0,0.001 0.000 1,0.000 0.000-1,0.001 0.000 0,0.001 0.000 0,0.000 0.000 0,0.000 0.000 0,0.000 0.000 0,0.000 0.000 0,0.000-0.000 0,0.000 0.000 0,0.000 0.000 0,0.000 0.000 0,0.000-0.000 1,0.000 0.000-1,0.000 0.000 0,0.000 0.000 0,0.000 0.000 0,0.000 0.000 0,0.000-0.000 0,0.000 0.000 0,0.000 0.000 0,0.000-0.000 0,0.000 0.000 0,0.000 0.000 1,0.000 0.000-1,0.000 0.000 0,0.000-0.000 0,0.000 0.000 0,0.000 0.000 0,0.000 0.000 0,0.000-0.000 0,0.000 0.000 0,0.000 0.000 0,0.000 0.000 0,0.000 0.000 0,0.000-0.000 1,0.000 0.000-1,0.000 0.000 0,0.000 0.000 0,0.000 0.000 0,0.000-0.000 0,0.000 0.000 0,0.000 0.000 0,0.000 0.000 0,0.000 0.000 0,0.000-0.000 0,0.000 0.000 0,0.000 0.000 1,0.000 0.000-1,0.000 0.000 0,0.000-0.000 0,0.000 0.000 0,0.000 0.000 0,0.000 0.000 0,-0.001-0.000 0,0.001 0.000 0,0.000 0.000 0,0.000 0.000 0,0.000-0.000 1,0.000 0.000-1,0.000 0.000 0,0.000 0.000 0,0.000 0.000 0,0.000-0.000 0,0.000 0.000 0,0.000 0.000 0,-0.001 0.000 0,0.001 0.000 0,0.000-0.000 0,0.000 0.000 0,0.000 0.000 1,0.000 0.000-1,0.000-0.000 0,0.000 0.000 0,0.000 0.000 0,0.000 0.000 0,0.000 0.000 0,0.000-0.000 0,-0.001 0.000 0,0.001 0.000 0,0.000 0.000 0,0.000-0.000 0,-37.041-5.046 6,-23.037-3.245 3,-12.912-1.942 2,-5.543-0.972 1,-0.486-0.287 0,2.724 0.166 121,4.520 0.436-140,5.288 0.571 1,5.353 0.610 0,4.969 0.587 1,4.336 0.526 1,-20.317-5.579-3,-2.446-1.687 17,-8.600-2.165 52,-7.016-1.503-124,7.391 2.099 74,3.515 1.456 1,5.287 1.945-2,6.033 2.115-1,6.065 2.067 0,-0.272-0.576-1,6.001 0.443 0,6.280 0.559-1,5.888 0.579-2,8.297 1.529 0,4.104 0.824-15,3.569 0.831 27,2.975 0.779-14,-5.838-0.695-14,1.247 1.900 22,3.063 1.288-1,-0.738 0.774-9</inkml:trace>
</inkml:ink>
</file>

<file path=ppt/ink/ink5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7:34"/>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3865.364 3815.546 767,'15.410'4.289'0,"26.464"9.196"0,10.471 4.017 0,2.525 1.263 0,-2.647-0.561 0,-5.672-1.658 0,-7.112-2.211-35,-7.447-2.381 16,-7.063-2.299 16,-6.261-2.063 0,-5.261-1.752 1,-0.882-0.343 4,-0.145-0.480 16,0.009-0.677 0,0.105-0.752-3,-0.189-0.414-17,-0.364-0.167 0,-0.450 0.003 1,-0.471 0.112-1,7.831 2.902 3,-1.671 0.396 0,-0.826 0.451-1,-0.764-0.154 1,-0.999-0.649-1,-0.667-0.627-1,-0.207-0.350 0,-0.976 0.066 1,-24.813-2.433-3,0.840-2.146 2,-0.992 0.247-1,-0.039-0.013 1,-0.010-0.002-1,0.000 0.000 1,0.000 0.000-1,0.002 0.000 1,-0.002 0.000-1,0.002 0.000 1,-0.002 0.000-1,0.001-0.000 1,0.000 0.001 0,0.000-0.001-1,0.000 0.000 1,0.000-0.000-1,0.000 0.001 1,0.000-0.001-1,-0.001 0.000 1,0.002-0.000-1,-0.002 0.001 1,0.002-0.001-1,-0.001 0.000 1,0.000 0.000 0,0.000 0.000-1,0.000-0.000 1,0.000 0.000-1,0.000 0.000 1,0.000 0.000-1,0.000-0.000 1,0.000 0.000-1,0.000 0.000 1,0.000-0.001-1,0.000 0.000 1,0.000 0.001-1,0.000-0.000 1,0.000-0.000 0,0.000 0.000-1,-0.001 0.001 1,0.002-0.001-1,-0.001 0.001 1,0.000-0.001-1,0.000 0.000 1,0.000 0.001-1,0.000-0.000 1</inkml:trace>
</inkml:ink>
</file>

<file path=ppt/ink/ink5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7:42"/>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3429.364 3670.546 767,'11.650'2.305'0,"-0.601"-0.119"0,-0.020-0.004 0,-0.167-0.032 0,-0.038-0.008 0,0.004 0.001 0,0.004 0.001 0,1.432 0.940-10,1.756 2.980 7,1.097-0.093 6,7.537 1.390-3,-1.352-0.625-2,-10.364-3.065 1,-0.016 0.200 0,3.389 1.383-1,0.709 0.307 2,0.714 0.226 0,-3.515-1.395 0,-0.632-0.386-1,-0.815-0.481 1,10.009 2.290-1,0.159-2.116 5,-0.346-1.928-3,-4.570-1.299-1,-3.771-0.505 2,3.602-0.351 0,-1.830-0.032-2,-0.786 0.127 1,0.881 0.131-1,-1.313 0.377 1,-0.962 3.275 0,-0.188 3.248-2,0.376-1.763 1,1.697-2.643 1,-2.631-1.713-2,4.045-0.463 1,-2.353-0.331-1,-0.794-0.051 2,1.894 0.065 0,-1.073 0.121-1,0.635 0.047 0,-0.449-0.007 1,-1.895-0.003-1,4.354-0.001-1,-3.461 0.000 0,-0.403 0.000 0,-0.068 0.000 0,-0.324 0.000 2,2.649 0.000 0,-1.940 0.000-1,-0.197 0.000 0,-0.144 0.000 1,0.885 0.000 0,0.733 0.000-2,-0.027 0.000 0,0.196 0.000 1,0.282 0.000 1,0.187 0.000-2,-0.908 0.000 2,-0.567-0.225-1,-0.871-2.836 0,0.216-3.454-1,-1.401 1.188 1,0.790 1.699 0,-1.177-1.924 1,-0.017-1.738-1,2.211 2.949 0,-1.811-5.587 2,1.211 3.262-3,-0.457 3.256 0,-0.847-5.684 2,-18.181 1.013 0,-6.188 8.205 0,-2.772-0.130-3,2.308 0.003 0,-1.945 0.001-1,-1.134 0.001 2,0.763 0.000 0,1.117 0.000 0,1.253 0.000 1,0.586 0.000 1,-0.046 0.000-1,-0.332 0.000 0,0.001 0.000 0,1.115 0.000 0,0.648 0.000 0,1.217 0.000 2,-2.608 0.000 0,-2.234 0.000-2,1.608 0.000-1,-1.924 0.000 1,0.177 0.000-1,1.960 0.000 1,3.205 0.000 1,-0.987 0.000 0,-0.481 0.000 0,0.873 0.000 0,-2.144 0.000-1,-0.155 0.000-2,-0.642-0.365-1,0.351-2.131 3,2.179-2.004 1,1.092 0.188 0,0.114 1.052-1,-0.081 1.087-1,0.041 0.022 1,17.059-8.185 4,3.909 0.501-2,-1.358 2.244-3,1.449 2.473 0,2.906-0.650 1,-2.453 0.133 0,2.963-0.645-1,-2.175 3.264 0,-0.146 2.216 2,1.692 0.796 1,3.208 0.301-3,-2.048-0.076 0,-1.719-0.116 1,-1.072-0.076 1,-0.171-0.032-1,2.814-0.009 0,0.119 0.005 0,0.135 0.004-1,-1.811 0.002 1,-0.007 0.000 4,-22.880 4.469-3,-0.582 4.845-3,-2.133-4.344 1,0.912-0.726 0,1.566 2.062 0,-5.430-1.325 0,2.622-3.001 1,0.417-1.043-1,0.884-0.642 0,-2.521-0.317 0,0.161-0.110 3,1.955-0.005 0,1.100 0.035-4,0.355 0.039 3,-4.035 0.027 0,3.310 0.035 0,-0.414 0.009-2,-0.867-0.003 1,1.087-0.002 1,0.178-0.001-3,-3.445-0.000 2,0.222-0.000 1,0.303 0.000-1,-2.433 0.000-1,-2.334 0.000-1,1.481 0.000 2,3.458-0.332-1,0.941-1.970 1,-1.762-2.228 0,-3.071-0.100 0,3.488 1.760 0,1.101 0.895-1,0.517 0.781 2,-0.621 0.588 1,-1.010 0.391-3,-0.978 0.226 1,-3.472 0.150-1,2.736 0.023 1,3.066-0.049 0,-0.381-0.043 1,0.765-0.040-1,0.911-0.026 0,-2.553-0.017 1,-0.269-0.010 0,1.414-0.004 0,2.490-0.000-3,-1.762-0.001 7,24.659 0.002-2,4.027 0.004-6,-0.106 0.000 1,-1.462 0.000-1,2.747 0.000 4,0.963 0.221-1,-0.627 1.313-2,-1.570 1.592 0,0.785 1.109 1,-5.226-2.207 1,1.750-0.226 2,1.526-0.277 0,1.271-0.290-4,1.649 0.044-1,-1.176 0.081 1,-1.765 0.176 0,-1.961 0.217 0,6.728 2.404 0,-5.644 0.702 2,-3.402 0.445 1,2.252 3.029-1,1.898-3.417 1,7.261 1.873 6,4.425 1.279-4,2.253 0.801-8,0.659 0.432 1,-1.090-0.212-1,-1.140-0.281 1,-1.525-0.447 0,-1.697-0.532 0,-0.215 0.180 0,-3.148-0.699 6,-3.145-0.655 1,-2.910-0.578 0,-3.668-1.263 0,6.967 4.111 6,-1.696-0.239-4,-0.071 0.140-3,-0.314-0.181-1,-1.272-0.143-2,0.095 0.580 1,1.244-1.244 1,1.066-2.064-1,-0.027 0.511 0,-1.212 1.627 1,-1.405 0.919 0,0.168-1.678 0,0.301-2.165-2,-1.415-0.631 1,-1.462 0.396-1,2.398 3.711 2,2.918 2.609 0,0.724-0.185-1,-1.265-2.224-3,-1.736-2.073 2,0.277-0.323 3,3.131 1.897-2,-2.047 0.418 0,-2.076-0.978 0,2.738 0.354 0,4.623-0.247-1,-9.151-4.562 1,0.658-0.542-1,-0.185-0.062 0,0.396 0.451 0,0.328 0.678 1,0.264 0.790-1,1.725 1.109 0,-1.118-0.226 1,-1.441-0.575-1,-1.524-0.745 1,0.454-0.426-1,0.107-0.192 5,-0.119-0.032 0,-0.249 0.071-1,1.613 0.314-5,0.843 0.347 0,0.405 0.372 1,-1.655-0.078 4,-1.401 0.136-4,5.600 4.756-1,-4.127-1.809 2,1.943-1.895 3,3.029-1.731-4,-1.652-1.903 1,-2.423-1.243 0,2.222-0.821 2,-3.578-0.495 2,-23.985 0.180 0,-1.450 0.431-7,-3.333-0.005 1,-3.214-0.002 0,-0.245-0.002-1,8.266-0.268 1,-0.686-0.416 0,0.247-0.481 0,0.826-0.487 4,-9.107-2.986 1,10.255 1.606-4,-0.823-0.471-1,-1.005-0.420 1,-1.054-0.358 0,-1.013-0.293-1,-0.914-0.230 0,-3.771-1.786 0,-3.260-1.492 0,-2.586-1.161 0,-1.968-0.866 7,-1.432-0.613-3,0.984 0.297-7,0.458 0.101 0,0.872 0.262 1,1.096 0.354 0,1.176 0.393 0,-2.506-0.776 5,2.145 0.597 1,2.759 0.584-1,2.917 0.528 0,2.778 0.451 17,2.466 0.366-20,2.072 0.284 0,1.659 0.209 1,-0.652 0.951-1,-0.947 0.290 0,-0.474 0.279 6,-0.131 0.254 2,-0.391-0.289 1,1.526 0.255-8,-5.222-4.689-2,7.455 1.902 5,14.998-1.382 5,6.110 9.633-5,-0.121 0.183-3,3.222-0.015-2,1.077-0.097 2,-0.897-0.090 0,-3.094-0.065 1,-1.429-0.032 1,4.073-0.019 0,4.951-0.008-1,0.444-0.000-2,-1.080 0.002 0,-4.902 0.005 1,4.091 0.000-1,3.474 0.001 4,-3.674 0.240-1,0.333 0.393-4,-0.066 0.479 0,-0.340 0.512 0,5.367 2.346 0,0.898 2.366 2,1.004 2.435 1,-5.289-1.295-1,-0.141-0.061 0,-0.219-0.436 0,-0.261-0.674 1,3.816 0.682-1,0.429-0.109 1,0.492 0.105 0,0.496 0.234 0,-2.974-1.030 0,-0.826-0.578-1,-1.034-0.725 0,-1.114-0.781 0,5.009 1.685 1,1.354 0.588 4,1.194 0.331 3,-4.192-1.034-2,-0.260-0.061-9,-0.425-0.107 1,-0.512-0.132-1,2.728 0.419 2,-1.769-0.840 2,-1.938-0.932 0,-0.854-0.442 0,-1.051-0.261 4,-0.690-0.052 0,-0.410 0.079-3,-4.329-0.657-1,-0.212 0.182-1,-0.105 0.226 1,-0.027 0.245 0,1.627 0.910 0,-1.144 0.224 1,-1.382 0.146 0,-1.433 0.084-1,-0.240-0.499 1,0.119-0.453 1,10.322 2.083 4,0.486-0.887-6,-0.979 0.454-3,-9.521-1.982 3,-0.322 0.292 0,9.456 4.401 0,-3.703-1.177 0,-3.537-2.022 0,2.935 0.443 3,-2.156 0.588-1,-0.763-0.735-1,-1.745 0.740-3,-14.967 5.191 4,-7.986-5.579 0,0.853-4.439-4,-4.151-0.551 1,-3.112-0.351-1,0.269-0.189 2,-3.091-0.082-2,8.860 0.015 1,-1.192-0.001 0,-1.968-0.675-1,-1.304-1.053 1,-1.146-1.219-1,-0.962-1.236 0,-0.772-1.155 0,-0.595-1.018 0,-8.813-1.661 0,-4.718-0.701-1,-3.056-0.445 4,-1.780-0.251 5,4.792 0.396-11,-0.952-0.654-1,-0.491-0.281 1,-0.153-0.014-1,0.083 0.165 22,-6.130-2.093-22,1.771-0.242-1,2.192-0.264 1,2.252-0.254 2,6.684 2.459 6,1.617 1.159 0,1.354 1.366 0,1.090 1.411 0,3.751 0.729 1,1.183 0.343 0,1.138 0.516-1,1.048 0.608 0,-1.959-0.718 11,2.566-0.187-10,2.605-0.440-6,2.418-0.563 2,-4.757-4.208 4,4.632 2.325-1,2.717 0.855 9,21.443 4.584-7,1.078 2.737-6,4.865 0.043-1,-6.588-0.176 1,1.503-0.017 1,3.646-0.001-2,0.010-0.029 1,-0.652-0.027 0,-0.994-0.023 0,-0.166 0.892 1,3.574 1.442 3,4.451 1.704-3,4.733 1.763-2,6.348 2.488 0,4.109 2.105-1,3.305 1.904-1,2.546 1.634 0,1.873 1.341 0,-5.042-1.285 1,2.490 1.167-1,2.821 1.211 0,2.899 1.177 0,19.787 5.441 1,2.895 0.419 1,-0.685-0.162 1,-2.856-0.511 2,-8.241-2.732 16,-0.914-0.489-25,-0.296-0.410-1,0.129-0.330 2,2.783 0.871 9,-4.178-1.082 0,-4.984-1.187 0,-5.099-1.159 0,-4.771-1.051 1,-4.188-0.899 0,-0.126-1.219 1,-1.890-1.324-1,-2.849-1.286 0,-3.227-1.160 20,-3.210-0.991-3,-2.947-0.806-23,-3.962-0.017 1,-1.862 0.073 0,-1.479-0.223 0,-1.129-0.401 14,-0.822-0.491 3,-1.367-0.514-16,-1.393-0.391 0,-1.418-0.328 0,5.775 4.036 1,-5.759-0.867 6,-3.065 4.543 1,-13.364-3.578-2,-10.353-1.251-2,4.388-2.769-4,-1.271-0.105 0,-2.563 0.189-1,-2.519 0.052 1,-2.305-0.040-1,-3.654-0.095 1,-4.250-0.125-1,-4.317-0.133 0,-4.042-0.129-1,-9.590 0.377-1,-5.515-0.125 0,-4.777-0.118-1,-3.906-0.103 1,3.403-0.434 0,0.615-0.063 0,1.407-0.041 0,1.799-0.022 1,1.907-0.010 1,1.828-0.000 0,1.636 0.005 0,1.389 0.008 0,-15.636 0.861-1,-11.681 0.880 0,-5.547 0.573 8,-1.117 0.332 6,1.896 0.150-1,3.774 0.020-13,3.282-0.226-7,6.920-0.800 1,7.074-0.951 1,6.688-0.983 1,5.977-0.937 6,5.101-0.842 12,1.789-0.687 1,4.142-0.630-2,4.465-0.492-1,4.343-0.367 12,3.944-0.260 6,3.400-0.173-26,1.927-0.115-2,3.113-0.054 25,-3.185-0.271-25,30.669-0.388 4,1.924 0.926-2,-3.935 0.007-2,8.287-0.001-1,0.754-0.009 0,6.788-0.001 3,5.821-0.001-4,4.755-0.001-2,3.712-0.000 0,3.997-0.001-2,0.953-0.000 1,-1.034 0.000 0,-2.200-0.000 0,-2.761 0.000 29,-2.895 0.000-28,6.053 0.000-1,-6.160 0.000 1,1.024 0.000 1,0.728-0.000 30,-1.098 0.000-22,-2.938 0.000-9,-3.663 0.000 1,-3.890 0.000 1,-3.772 0.000 0,-4.735 0.000 5,-1.875 0.000 4,-1.805 0.000 1,-1.660 0.000 2,0.305 0.000 9,-2.341 0.000-19,-2.140 0.000 0,6.433 0.000 4,-4.938 0.000 3,-1.168 0.000 1,-32.139 0.000-3,8.325 0.000-5,-2.073 0.000-1,-1.604 0.000 0,-1.185 0.000 0,-0.828 0.000 1,-1.408 0.000 0,-1.366 0.000 0,-1.244 0.000-1,-1.079 0.000 1,-0.896 0.000-1,-0.715 0.000 1,-6.524 0.000-2,-4.021 0.000 1,-4.135 0.000-1,-3.834 0.000 0,-3.311 0.000 0,-2.701 0.000 0,-1.764 0.000 0,1.423 0.000 0,3.480 0.000 0,4.426 0.000 1,4.612 0.000 35,4.320 0.000-37,3.765 0.000 0,3.098 0.000 1,2.422 0.000 0,1.798 0.000 1,1.262 0.000 0,0.336-0.229 0,3.604-0.346 0,5.041-0.385 1,26.238-8.483 45,-2.040 6.995-45,1.558-0.078 0,1.021-0.047 0,0.607-0.025 0,0.304-0.008 0,0.094 0.001 0,-0.042 0.008 0,-0.118 0.011-1,-0.153 0.011 1,-0.162 0.011 0,-0.151 0.010 0,-0.132 0.008 0,-0.107 0.006 0,-0.084 0.005 0,-0.062 0.003 0,-0.043 0.002 0,-0.027 0.001 0,-0.017 0.001 0,-0.007 0.000 0,-0.002 0.000 0,0.002-0.000 0,0.003-0.000 0,0.005 0.000 0,0.005-0.000 0,0.005-0.000 0,0.004 0.000 0,0.003 0.000 0,0.002-0.000 0,0.002 0.000 0,0.001 0.000 0,0.001 0.000 0,0.000 0.000 0,0.000 0.000 0,0.000 0.000 0,0.000 0.000 0,0.000 0.000 0,0.000 0.000 0,0.000 0.000 0,0.000 0.000 0,0.000 0.000 0,0.000-0.000 0,-0.001 0.000 0,0.000 0.000 0,0.000 0.000 0,0.000 0.000 0,0.000-0.000 0,0.001 0.000 0,0.000 0.000 0,0.000 0.000 0,0.000 0.000 0,-0.001 0.000 0,0.000 0.000 0,0.000 0.000 0,0.000-0.000 0,0.001 0.000 0,0.000 0.000 0,-0.001 0.000 0,0.000 0.000 0,0.000 0.000 0,0.001 0.000 0,0.000 0.000 0,-0.001 0.000 0,0.000-0.000 0,0.000 0.000 0,0.001 0.000 0,0.000 0.000 0,-0.001 0.000 0,0.001-0.000 0,-0.001 0.000 0,0.001 0.000 0,-0.001 0.000 0,5.643-3.162-1,2.237-1.615 0,-0.091-0.525 125,-1.490 0.180-86,-2.202 0.591-39,-2.436 0.785 1,-2.360 0.833-1,-2.104 0.788 1,5.716-1.771-1,-5.580 2.833 4,-1.522 1.632 19,-24.122 2.672-19,-1.312-0.443 1,-3.150-0.084-3,-5.559 0.329-3,4.599 0.528 1,-3.183 0.665 3,-2.414 0.650-2,0.760 0.208-2,-0.101 0.228 1,0.353 0.126-1,0.611 0.053 1,0.725 0.002 1,0.741-0.030 1,0.694-0.047 0,-8.166 2.270-1,4.955-0.290 1,2.617-0.241 1,3.403-0.553 5,3.566-0.690-1,-4.398 1.311 1,7.342-1.614-6,0.204-1.162 0,-0.550 0.003-1,0.061-0.015 0,-0.004 0.001 0,0.001-0.000 1,-0.001 0.000-1,0.001 0.000 0,-0.001 0.000 0,0.001-0.000 1,-0.001 0.000-1,0.001 0.000 0,-0.001 0.001 0,0.001-0.001 0,0.000 0.000 1,-0.001 0.000-1,0.001 0.000 0,0.000 0.000 0,-0.001-0.000 0,-213.191 10.131-27,-77.618 3.504-10,-25.208 1.278-4,14.635-0.763 2,37.208-1.918 6,47.371-2.437 5,49.162-2.527 7,45.767-2.351 5,39.570-2.031 6,54.880-2.814 7,21.209-1.087 3</inkml:trace>
</inkml:ink>
</file>

<file path=ppt/ink/ink5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8:10"/>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2938.364 4397.546 767,'0.000'11.303'0,"0.000"1.800"-3,0.000-1.907 2,0.000 6.345 0,0.000 1.574-2,0.000 0.628 0,0.000 0.343 2,0.000-2.245 1,0.000-0.510 0,0.000 1.066 1,0.000-1.591 2,0.000-0.336-6,0.207-1.062 3,1.243-1.569 0,1.542-0.576 0,1.193 1.166-1,-0.277 3.458 1,-1.064 0.502 4,-0.271-2.224-7,0.956-2.535 1,0.948-2.415 3,1.224 2.927 1,-2.273-0.046 1,-1.855-1.747-2,5.056-3.124 0,4.251-17.627 0,-2.241-5.209-2,-1.703 4.000-1,0.234 0.322 1,1.157-4.186 0,-3.489-0.706 2,-3.253-0.623 0,-1.503-0.615 0,-0.301-1.572-3,0.974-0.358 0,2.007-1.441-1,1.453-0.003 3,-0.357 2.959 0,-0.946 3.150-1,-0.464-3.176 4,-1.771 2.942-3,-0.457-4.404 0,-0.252-4.504-1,-0.026 10.774 2,-0.072-9.346-1,0.020 1.099-3,0.021 0.640 3,0.028 1.935 2,0.027 2.062-3,0.022 2.063 3,0.016-2.739 1,0.006 0.065-3,-0.002 0.258-1,-0.002 2.740 1,-0.002 0.857 1,-0.000-4.797 1,0.000 1.890 0,0.000 26.162 0,-1.963 1.187-4,-1.592 0.967 0,-0.667 2.925 0,0.611 1.553 0,1.240-1.358 1,0.826 0.477 0,0.609 4.219 1,0.714-10.483 0,0.071 8.018 0,0.197-2.459-1,0.119 1.350 2,0.000-0.864 0,-0.045-0.047-2,-0.056-0.069 1,-0.028 1.342 1,-0.020 0.917 1,-0.013-0.156-5,-0.006-1.685 2,0.000-3.972 1,0.000-2.206 0,0.000 2.882 3,0.002-1.365 4,0.001-24.232-6,2.634-3.743-3,1.726-2.149 0,0.026-2.756-1,-1.150-0.211 1,-1.175-2.333 0,-1.365 9.588 1,-0.170-1.599-1,-0.172-0.539 1,-0.137-0.274 0,-0.104-0.081 0,-0.074 1.403 0,-0.048 0.965 1,-0.032 1.157 0,-0.105-10.282 0,-0.020 0.545 7,0.043 1.480-7,0.047 0.975 1,0.039 1.901-1,0.023 0.982 1,0.013 1.300-1,0.005 1.888 0,-0.181 1.333 0,-2.166 0.177 2,-8.263 7.227 1,5.576 15.327-1,4.750 0.236-2,-3.344 1.799-2,-2.729 1.836 2,2.557-1.283-1,1.027 1.024 0,-0.012-0.001 0,-2.122 3.168 1,-0.133 4.146 0,2.858-7.706-2,0.409 2.000-1,0.462-0.588 2,0.321-0.336 0,0.278-0.801-1,0.230-1.039 1,0.182-1.115 0,0.141 0.785 2,0.088 1.277 0,0.063 0.862 0,0.042 0.532 2,0.026 0.277-1,0.032 3.068-5,0.003-0.680 0,-0.007-0.977 1,-0.013-1.069-1,-0.015-1.029 3,-0.015-0.914 0,1.463-0.080 0,1.117 0.910 0,0.810 0.286 1,0.555-0.142 3,0.350-0.412 0,0.109 0.133-5,-0.374-0.531-1,-0.540-0.513 0,-0.969-2.880 0,1.271 8.606 4,-1.280-3.836 1,0.360-4.533 0,5.154-1.224 1,5.598-8.123-1,-1.021-7.107-3,-3.841-2.599 0,-0.870-5.160 0,-2.761 0.776-2,2.160-6.739 0,-1.475 4.016 0,0.541-1.572 1,0.157-0.732 1,-0.670 0.744-1,-0.149-0.992-2,-0.188-1.045 0,-0.197-1.003 1,-0.958 1.744 1,-0.548 0.117 1,-0.600 0.309-1,-0.600 0.421 1,-0.563 0.739-1,-0.506 0.911 2,-0.436 0.973 0,-0.363 0.957 0,-0.305 1.264-1,-0.207 0.270 2,-0.158 0.069 0,-0.116-0.075-1,-0.094-0.740 0,-0.057 0.455-1,-0.029 0.592 0,-0.189-9.283 0,0.032 3.090 1,0.036 4.448 3,0.202 25.313 4,0.118 2.430-10,-0.014-3.161 2,-0.002 3.794-2,-0.001 1.657 0,-1.183 0.488 1,-2.330 3.010 0,-0.830 1.602 0,2.318-10.209 0,0.231 0.491 0,0.206 0.892 1,0.309-0.036-1,0.292-0.208 0,0.260-0.302 1,0.219-0.340-1,0.167 0.308 1,0.156-0.881 0,0.112 9.165-5,0.174-4.294 12,0.026-2.166-6,-0.004 1.032 0,-0.027 0.204 0,-0.033-1.995 8,-0.025-2.666-14,-0.052-22.266 10,-1.167-2.357-5,-4.962 1.091-2,-3.449-0.151 0,-0.449 1.689 1,3.184 1.227 0,-1.101-2.904 2,-4.464 2.584 2,2.831-0.346-5,0.501 0.664 1,-2.268 0.901 2,-0.657 4.672-1,0.492 7.696 1,9.615 7.342 1,2.172 4.036-3,-0.009 1.504 0,-0.143-4.335-1,-0.046-0.916 1,-0.027 3.165 0,-0.036-2.318 1,-0.010-0.430 0,-0.853 1.836 3,-6.055-0.507-2,0.706-2.709-2,2.431 0.106 1,2.234 3.464-1,1.063-2.566 1,-1.022-0.419-1,-3.489 2.923 1,-0.587-2.828 0,0.073 1.556 2,-3.071 2.886-1,-1.680 3.054-3,1.770-0.899-1,3.348-3.938 1,1.639 0.737 4,2.626-3.357 0,1.328 2.320 0,-6.212-2.271 0,-2.683-0.701-2,-0.225-2.049-1,-2.679-6.979 1,1.566-9.030 0,2.208-0.725 0,4.954-4.840 1,2.422-0.275-1,0.339-0.271-1,-0.081-0.127 2,-0.048 2.771-1,-0.011-4.123-1,-0.003 2.594 1,0.001-4.302-1,0.001 0.981 2,0.001 0.087-3,0.000 1.941 0,0.000 1.762 1,0.000-2.884 3,0.000 0.035-1,0.000-0.159-1,0.000-2.042-2,0.000 1.534 1,1.542 0.441 1,3.537-3.625 2,0.437-1.286-2,0.481 0.767-3,0.476 1.741 1,-0.572 0.652 2,-2.654 6.127 0,0.215-1.865-1,0.062-2.571 0,-0.270-1.972 0,-0.388-1.760 0,-0.441-1.508 0,-0.449-1.243-1,-0.425-0.987 0,0.395-0.867-1,0.994-2.156 0,1.302-2.348 0,1.432-2.338 0,1.182-1.118 1,0.941-0.227 1,0.723 0.389-1,0.532 0.783 1,0.887-0.597-1,-0.000 1.834 2,-0.186 1.963 1,-0.295 1.914-1,-0.346 1.752 1,-0.623 1.740 0,-0.613 1.235 1,-0.628 0.984-1,-0.595 0.754 0,0.067-0.584 2,-0.554 1.754-1,-0.459 1.815 1,-0.363 1.706-1,-0.294 1.865 1,-0.228 1.813-1,4.369-6.071 1,-1.932 7.232 1,4.880 1.437 0,3.591 5.745 0,-0.082 2.994-5,-3.582 7.622 0,-7.447 6.942 4,-2.284 4.036-6,-1.502-1.252 1,-0.790-3.455 0,-0.300-3.234 1,-0.163 1.722 1,4.488 10.421 5,-0.474-7.319-4,0.700 1.080-3,0.199 0.334-1,0.288 1.418 0,0.178 1.455 0,0.093 1.394-1,-0.254-0.797 2,0.002-0.098 1,-0.014-0.447-1,-0.025-0.666 1,-0.023 1.627-1,-0.488 1.200 2,-0.583 1.626 2,-0.613 1.816-2,-0.397 5.842-2,-0.667 2.890 0,-0.573 2.640 0,-0.471 2.286-1,-0.390-3.278 1,-0.245-1.204-1,-0.183-1.865 1,-0.130-2.192-1,-0.087-2.273 1,-0.059 3.416 4,-0.027 1.907 1,-0.006 1.407 0,0.008 0.985 9,0.004 2.492-11,0.026-2.561-6,0.028-3.349-1,0.027-3.575 2,0.024-3.432 1,0.020 1.439 6,0.017-0.387 1,0.013-1.335 4,0.009-1.816 6,0.006 1.917-18,0.004-6.325 1,0.002-2.069 1,0.001-2.090 3,0.000-1.949 9,0.004 6.466-13,-0.002-5.571 1,-0.002-3.322 8,-0.002 2.384 0,-0.003-28.153-1,0.000-2.383-7,0.000-0.127-1,0.000 0.550 1,0.000 0.697 0,0.000 0.593 0,-0.269-9.798-1,-0.434-2.616 1,-0.520-8.979 2,-0.547-7.684-2,-0.533-5.798-6,-0.491-4.176 0,-0.434-2.832-1,-0.369-1.754 0,-0.035 0.974 0,0.193 2.759 5,0.335 3.801 1,0.412 4.279 0,0.118-3.257 0,0.595 5.050 8,0.532 4.369 4,0.433 4.831-1,0.379 6.511-2,0.285 6.171-1,0.203 5.417-2,0.125 3.685 6,0.073 1.703 3,0.043 1.359-3,-0.070-7.297-7,-1.261 5.981-4,-3.610 2.665 2,-6.769 9.023 4,0.925 7.271-3,4.546 4.497-1,4.167 0.697 0,1.219 5.232-1,0.664 4.514-1,0.168-8.555 0,0.041 1.256 1,0.044 3.296-1,0.001 0.342 1,-0.014-0.139-1,-0.021-0.417 0,-0.031-1.942 2,-0.020-0.289 0,-0.018-0.203 0,-0.016-0.132-1,-0.013-0.078 1,-0.010-0.052 0,-0.008-0.031 0,-0.006-0.016 0,-0.004-0.005 0,-0.002 0.002 0,-0.002 3.983 0,0.000-2.326 0,0.000 0.188 0,0.000-0.058 5,0.001-1.611-3,0.000-1.194-4,0.000-1.372 0,-0.001 7.506 10,0.001-7.249-10,0.002-26.557 5,0.000 2.807-1,0.000-1.887 1,0.000-0.996-4,1.410-7.536-4,0.277 6.660 2,0.660-2.857 1,-0.057-0.111 1,-0.068-1.458-1,-0.207-1.154 0,-0.281-0.875-1,-0.364 0.235 2,-0.273 0.271 0,-0.253 0.994 0,-0.222 1.403-1,-0.216 2.518 5,-0.125 0.987 3,-0.102 1.249-8,-0.081 1.365 0,-0.070-0.391 5,-0.127-4.783 7,-0.431 33.474-5,0.533 1.231-6,0.003 1.766-2,0.000-0.132 0,-0.001-0.988 1,-0.001 1.114 2,-0.001 1.787 3,-0.000-0.729-2,-0.000-0.089-4,0.000-8.099 2,0.000 9.728 1,0.000-2.544 0,0.518-4.858 0,2.146-2.094 2,8.477-6.800 2,-6.662 5.848-2,-3.882 0.841-2,5.438-1.813 0,6.162-2.090 1,-2.272-0.210-3,-0.733 0.518 0,0.496 4.102 1,-3.633-1.567 1,0.040-0.185 1,0.815 3.949-1,-2.760-0.200 0,-2.280 0.329 0,-1.452-0.164 1,-0.588-0.714-1,-0.169 1.042-1,0.090-1.576 2,0.126-0.607 0,0.086 1.297-2,-0.124-1.511 2,-3.222-0.048-1,-3.460-3.278 0,0.593 2.928 0,-0.992-0.605 2,-0.820-1.876-2,0.813 3.887-2,-1.202 4.332 0,-0.751 1.813-1,-0.122-2.988 1,0.454-5.278 1,1.121-0.348 2,-0.128 2.571 7,-1.175 2.730-11,-0.135-1.046 1,-0.452-1.263 1,0.156-1.970 2,0.185-1.381-1,0.149-0.742 1,-2.249 0.429 0,1.189-4.629-1,-3.382-3.227 2,-0.881-2.321-1,1.163-0.298-2,0.552 0.147 1,0.364 0.166 0,-0.940-4.843-1,8.181-11.231 1,3.766 0.439 0,0.991-1.929-2,0.449-0.349 0,0.159-0.175-1,-0.066 7.073 6,-0.006-1.336-2,-0.014-1.576-3,-0.019-1.600 1,-0.020-1.487-1,-0.019-1.012 0,-0.017-0.634 0,-0.015-0.347 0,-0.012-0.140 0,-0.009 0.001 1,-0.007-0.504 1,-0.004-0.683-1,-0.003-0.272 0,-0.002 0.012 8,-0.000 1.527-4,0.000 0.702-6,0.000 0.796 0,0.000 0.805 1,0.000 1.355 1,0.000 1.628 2,0.001 1.698 0,-0.001-8.139 1,0.001 5.523 5,0.001 0.931 1,0.000 29.929-4,0.000 0.209-7,0.000 4.776 0,0.000-8.624 1,0.000-0.470 0,0.000 8.777 3,0.000-3.239-3,0.000-1.825 1,0.000-0.960 0,0.000-0.379 0,0.000 7.823 0,0.000-2.100 0,0.000 2.522 2,0.000 0.752-1,0.000-0.437 0,0.958-2.393-4,0.613 0.107 1,0.342-0.540 0,0.136-0.959 0,0.223 1.040 7,-0.163-1.227 1,-0.248-1.164-6,-0.287-1.044-1,0.146 0.596 2,0.119-1.874 1,0.224-1.830 0,0.269-1.646 0,2.673 6.411 2,0.653-5.089-1,1.723-2.218 0,4.339-5.231 0,-2.096-12.314 1,-3.156-3.495-2,2.873-6.542 0,0.888-0.913-2,-2.063-4.429-3,-4.774 8.193 2,-0.520-1.455 3,-0.015-5.606 0,-0.774 0.362-4,-0.653 1.238 0,-0.522 1.656 0,-0.311-1.185 2,-0.387 3.795 2,-0.166 0.843 0,-0.109 0.914 5,-0.167-7.401-5,-0.052 1.698-4,-0.033-0.343 4,0.098 7.425 6,0.061 26.172-3,-1.021 2.753-5,-2.333-1.983-2,-2.540 2.646 2,-1.194-0.316-1,-0.419-1.021 1,-0.502-0.206 1,-0.773 0.890-1,-0.458 0.942 1,0.508-0.679 0,0.806-1.387 0,0.363-0.608-1,0.881-1.709 1,0.345-0.672 0,0.256-0.512 1,-0.854-0.175 0,-2.851-1.719 1,-1.320-1.516 2,-0.364 0.866-3,1.204-0.756-3,2.192 0.157 0,-0.657 1.281 2,-1.697-3.613 3,-0.952-4.323-3,-0.406-2.437 0,0.501-0.438 0,1.956 6.318 1,5.225 4.123 0,-4.652-3.502-1,-1.025 0.075 0,-2.539-3.029-2,-1.185-2.345 1,-0.119-0.415-1,1.827 3.008 2,2.622 3.208 1,3.316 5.751 0,-1.653-4.240 0,-4.597-5.860-1,-0.380-3.515 0,8.431-10.179 1,4.259-2.298-1,-0.044-0.347-1,0.834 2.182 0,8.079 4.374 2,0.817-2.906 0,1.093 4.779-2,3.487 2.390 0,-1.616 1.734 0,-1.609-0.090 2,1.653-5.673-1,-2.427-2.749 1,-1.419 0.382-1,1.905 3.194 0,0.028 3.396 1,2.951 0.870-2,-0.701 0.953 0,-0.829-1.381 1,-0.782-3.975 0,-1.198-1.123-1,4.059 3.769 4,-2.856 2.750-3,2.999 0.637-1,-0.060 0.100 1,-0.029-0.111 1,-2.854-0.077-1,1.313-0.020-1,-0.719-0.006 1,-0.997-0.000-1,3.969 0.004 1,-1.761 0.002 2,0.919 0.000-4,-1.144 0.000 1,-0.779 0.000 1,-1.125 0.000-1,0.944 0.000 3,1.817 0.000 0,2.694 0.000-2,-1.978 0.000-2,1.261 0.000-1,1.422 0.000 6,1.583 0.000-4,-7.889 0.000-1,0.336 0.000 0,0.015 0.000 4,-0.262 0.000-2,8.929 0.000-3,-4.732 0.000 3,-0.098 0.000 3,-0.429 0.000-3,-1.337 0.000 0,-0.647 0.000 0,-0.102 0.000 2,0.599 0.000-3,0.737 0.000 1,0.357 0.000-1,-0.405 0.000 0,0.152 0.000 1,1.204 0.000 0,3.301 0.000 0,3.123 0.000-1,-10.406 0.000 0,-0.110 0.000 0,-0.235 0.000 1,10.142 0.000-2,-9.111 0.000 2,1.183 0.000-1,0.847 0.000 2,0.569 0.000 6,0.351 0.000-9,-1.039 0.000 0,-0.883 0.000 0,-1.088 0.000 0,8.646 0.000-1,0.208 0.000 6,-7.177 0.000-1,0.864 0.000 0,0.319 0.000-1,-0.045 0.000-1,-0.264 0.000-3,-0.312-0.236 1,0.412-0.365 0,0.547-0.418-1,0.589-0.418 2,0.569-0.386 1,0.513-0.334-1,1.210-0.142 1,0.266 0.171 0,0.132 0.287-1,0.039 0.334 1,-0.021 0.333 0,2.400 0.294 0,1.407 0.269 0,0.889 0.217 1,0.496 0.167 9,-5.018-0.116-13,0.712-0.337 0,0.911-0.437 0,1.003-0.483-1,7.137-0.890 3,-0.404-0.031 0,-1.139 0.206 0,-1.481 0.331 1,-1.821 0.068 0,-0.117-0.223 0,0.232-0.331 1,0.432-0.370-1,-4.736 0.542 0,-0.156 0.123 0,-0.162 0.201 0,-0.157 0.245 0,4.232-0.008 0,-0.537 0.390 1,-0.689 0.352 0,-0.728 0.300 0,0.104 0.266-1,1.493 0.160 1,0.979 0.123-1,0.575 0.091 4,-2.586 0.058-1,-0.203 0.035-6,-0.317 0.023-1,-0.380 0.013 1,4.119-0.312 0,0.776-0.521 4,0.938-0.608 0,0.971-0.620-1,2.008-0.668-1,-0.614-0.358-1,-1.041-0.220 1,-1.216-0.115-1,-1.223-0.042 2,-1.123 0.008-1,10.407-0.082 0,-0.245 1.014 0,3.026 0.430 4,1.853 0.424 2,0.282 0.039-4,-0.743-0.209-7,-1.344-0.354 0,-1.630-0.419 0,-1.396-0.190 5,-3.375 0.163 2,-3.441 0.307 1,-3.210 0.372-1,-2.809 0.383 2,3.607-0.013 1,2.624-0.241 1,1.932-0.372 2,1.342-0.423 0,-5.881 0.211-11,-0.083-0.306 0,-0.197-0.311 0,-0.267-0.297 0,8.581-2.391 1,0.074-0.487 4,-1.259 0.214 0,-3.731 0.480 3,-1.851 0.030 2,-1.803-0.024-10,-5.182 1.094 1,-1.334 0.424 4,-1.187 0.503 1,-1.022 0.531 0,0.857 0.313 0,-0.910 0.601-1,-0.760 0.526 0,-0.608 0.442 0,-0.225 0.344 0,-1.184 0.302 0,-1.213 0.220 0,-1.142 0.151-1,7.874 0.271 13,-7.137 0.109-18,-24.328 0.333 10,-3.852 2.354-1,1.126 1.473-7,-7.214 1.023-1,7.434-2.359 2,-2.575 0.281 0,-2.842-0.413-1,-4.069-0.227 1,-3.463-0.324-1,-2.847-0.370 2,-8.441-0.228 0,-5.222-0.442-5,-4.973-0.393-2,-7.325-0.305 1,-2.271-0.300 2,-0.999-0.226 1,7.929-0.158 0,-2.483-0.085 2,-3.026-0.059 1,-3.214-0.038-1,-11.871-0.040-3,-0.055-0.009 0,1.417 0.003 0,2.225 0.011 1,2.553 0.015 1,1.136 0.024 1,-6.816 0.012 0,-5.723 0.011 0,-4.643 0.010 22,-3.591 0.008-10,0.575 0.007-23,2.099 0.006 0,2.985 0.004 0,3.393 0.003 1,-5.582 0.003 12,8.287 0.001 0,8.555 0.001 0,8.002 0.000 1,6.992-0.000 5,5.783-0.000 1,-4.697-0.000 1,-1.525-0.000 1,1.012-0.000 4,2.507-0.000 1,4.330-0.000 0,5.112-0.000-19,5.184-0.000 0,4.808 0.000 1,3.659 0.000 7,4.435 0.000 5,3.689 0.000-1,2.911 0.000-1,-5.388 0.000 3,5.411 0.000-4,-1.873 0.000-3,14.601-11.124 6,16.754 6.182-7,0.396-0.263-3,-5.696 1.332 0,2.304-0.949 0,1.455-0.468 0,1.208-0.269 0,0.971-0.119-1,5.008-0.753 0,4.047-0.047 2,4.299 0.005-1,1.606 0.850-1,3.472 0.639 0,3.172 0.744 0,0.955 0.805-1,0.394 0.711 1,-0.369 0.646 1,-0.857 0.562-1,-1.129 0.470 0,0.566 0.380 2,1.666 0.295-1,2.296 0.221 0,2.575 0.157 0,2.602 0.105 0,0.578 0.058-1,0.971 0.031 1,0.493 0.009-1,0.140-0.006 1,9.139 0.014 0,-0.759-0.032 4,-1.215-0.035-1,-5.315-0.045 0,0.199-0.024 2,-0.804-0.021-1,4.274-0.015 5,-4.325-0.018 5,-4.849-0.013-19,-12.519-0.008 2,-3.082-0.004 3,-2.743-0.003 7,-2.363-0.002-1,3.651-0.003 0,-1.923-0.000 1,-1.345 0.000-1,-3.234 0.001-2,-1.786 0.001 0,-1.724 0.001-1,-4.247 0.001 1,-1.559 0.000-1,7.978-0.001 3,-1.495 0.002 1,-5.016 0.001 7,-29.521 1.018-12,1.135 1.959-2,-3.651 1.638-1,7.410-2.094 1,-1.204 0.015 1,-1.098-0.047-1,-0.947-0.083 0,-0.779-0.099 0,-0.612-0.102 0,-0.461-0.095 0,-0.329-0.083 0,-0.221-0.071 0,-15.708-0.303-2,-12.265-0.221-1,-8.439-0.240 4,-5.362-0.238-1,-2.246-0.214 0,1.054-0.197-7,2.741-0.166 0,3.658-0.134 1,4.012-0.104 0,-9.717-0.080 8,-3.295-0.064 3,-2.419-0.039 9,13.631-0.243 9,1.137-0.399-29,1.490-0.479 1,1.656-0.511 0,-0.698-0.504-1,0.578-0.473 9,1.434-0.427 1,1.951-0.372 0,-1.010-0.813 10,3.810-0.426-4,3.950-0.367-14,1.741-0.269 1,3.994 0.452 4,3.473 0.648 10,5.624 0.743-2,2.711 0.155-2,2.428 0.036-2,2.091-0.048-1,1.135 0.000 2,1.562 0.344-2,-8.435-1.694 3,4.385 1.822-3,2.845 1.272 0,0.461-0.296 4,20.792-5.425-5,3.875 2.470 0,1.617 1.486-1,-2.784-0.648-1,2.630-2.776-1,4.559-1.543-1,-4.246 4.549 2,3.114 0.358 0,2.713 0.446 2,3.542 0.347-4,1.353 0.535-1,0.691 0.493 0,0.211 0.431 0,-0.118 0.362 1,7.176 0.194 1,-2.692 0.357 1,2.394 0.150-1,2.079 0.107 11,1.738 0.072-9,8.347 0.070-7,1.915 0.024 0,1.340 0.000 0,-1.609-0.015 1,-2.070-0.021 7,-2.653-0.023 0,-2.800-0.023 0,-1.375-0.021 0,-1.301-0.019 1,-0.768-0.016-1,-4.295-0.012 2,-2.708-0.008-1,-2.898-0.006 0,-3.720-0.004 0,-2.151-0.002 1,-1.807-0.001 2,-1.461-0.001-1,0.388 0.000-2,-1.045 0.000-1,-1.342 0.000 1,-0.716 0.503 2,-1.643 0.771 1,6.242 3.377-7,-6.795 1.922 4,-4.235 5.266 0,-15.033-1.782-1,-4.867-7.385 0,0.471-2.224 0,0.417-0.909-2,-5.755 0.692 0,-4.977 1.280 2,10.285-0.352-3,-0.190 0.216 0,0.049 0.171 1,0.188 0.129-1,0.255 0.092 0,0.274 0.062 0,0.261 0.038 0,0.229 0.021 0,0.190 0.007 0,0.149-0.001 1,0.111-0.005-1,0.079-0.008 0,-10.745 1.850-1,0.067-0.031-1,-0.005-0.020 1,-0.029-0.011 0,-0.030-0.004-1,-0.023-0.001 1,-0.013 0.000-1,-0.006 0.001 1,-0.002 0.001 0,0.000 0.000-1,0.001 0.000 1,0.001 0.000-1,0.000 0.000 1,0.002 0.000 0,0.000 0.000-1,-0.002 0.000 1,0.002 0.000-1,-0.001-0.001 1,0.000 0.001 0,0.000 0.000-1,0.001 0.000 1,-0.002 0.000-1,0.002 0.000 1,-0.001-0.001 0,0.000 0.001-1,0.001 0.000 1,-0.002 0.000-1,0.001 0.000 1,-0.000 0.000 0,0.000-0.001-1,0.000 0.001 1,0.000 0.000-1,0.000 0.000 1,0.000 0.000 0,0.000 0.000-1,0.000-0.001 1,2.700 1.564 0,6.252 5.427 151,2.612 3.223-150,0.905 1.491-1,-0.009 0.430 1,-3.193 2.287-2,1.542-6.856 2,-3.130 0.105 2,-2.858-0.487 4,-2.474-0.831-6,-4.137 1.170-1,0.351-0.794-1,1.864-1.305 1,2.612-1.498 1,2.831-1.480 6,2.710-1.338 1,2.396-1.133-6,-5.129 1.129-2,4.762-2.026 1,-1.779-0.048 0,0.495-0.140 0,-3.290 0.105 0,3.196-0.893 1,-1.037-0.017-1,-0.556-0.014 1,-0.226-0.009-1,-0.043-0.004 1,0.035-0.002-1,0.054-0.000 0,0.044 0.001 1,0.029 0.000-1,0.015 0.000 1,0.006 0.000-1,0.001 0.000 1,-0.001 0.000-1,-0.001 0.000 1,-0.001 0.000-1,-0.001 0.000 0,-0.000 0.000 1,-0.000 0.000-1,0.000-0.000 1,0.000 0.000-1,0.000 0.000 1,-0.001-0.000-1,0.000 0.000 1,0.000 0.000-1,-0.000 0.000 0,0.000-0.000 1,0.000 0.000-1,0.000 0.000 1,0.000-0.000-1,0.000 0.000 1,0.000 0.000-1,0.000 0.000 0,0.000 0.000 1,-0.001-0.000-1,0.000 0.000 1,0.000 0.000-1,0.000 0.000 1,0.000-0.000-1,0.000 0.000 1,0.000 0.000-1,1.400-0.136 1,26.428-0.880 82,-1.200-7.420-71,-1.566 0.716-12,2.507 2.382 3,-0.417 2.068-2,-1.515 1.610 0,2.355-2.923 3,-1.342-4.208-2,-1.186 1.817-1,2.142 2.559 0,0.448 2.391 2,-1.198 0.642-1,-1.059-0.148 0,0.995-0.164 1,-0.475-0.029-1,1.621-0.001-1,0.443 0.005 2,-1.328 0.002-1,-0.924 0.000-1,0.466 0.000 1,-1.429 0.000 1,2.974 0.000-1,-0.274 0.000-1,0.309 0.000 0,0.646 0.000 2,-1.359 0.000-1,-0.581 0.000 0,-0.250 0.000-1,0.812 0.000 1,-1.584 0.000-1,0.841 0.000 1,1.895 0.000-1,6.790 0.000 0,-9.413 0.000 1,0.635 0.000-1,-0.690 0.000 0,0.210 0.000 0,0.137 0.000 0,0.079 0.000 0,0.036 0.000 0,0.005 0.000 1,-0.167 0.000-1,-0.128 0.000 0,-0.150 0.000 1,-0.154 0.000-1,-0.146 0.000 1,8.389 0.000 1,-3.000 0.000 0,1.614 0.000 3,1.813 0.000-2,-1.079 0.000-3,-0.856 0.000 0,0.089 0.000 1,1.291 0.000 0,0.672 0.000 0,0.351 0.000-1,-0.588 0.000 1,-2.479 0.000 5,-0.238 0.000-8,-6.160 0.000 1,1.575 0.000 5,1.401 0.000-1,1.659 0.000-4,0.406 0.000-1,0.039 0.000 0,-0.193 0.000 1,-0.706 0.000 2,-0.969 0.000 0,-1.053 0.000 0,-1.021 0.000 0,-0.441 0.000 1,-0.577 0.000 0,-0.392 0.000 1,10.442 0.000-2,-9.851 0.000 0,0.786 0.000 0,0.361 0.000 0,0.066 0.000 5,-0.123 0.000-5,-0.519 0.000-2,0.561 0.000 0,0.263 0.000 0,0.048 0.000 3,-0.099 0.000 4,0.067 0.000-7,-0.139 0.000 0,-0.142 0.000 0,-0.133 0.000 0,-0.120 0.000 1,-0.104 0.000 1,3.515 0.000 0,1.776 0.000-1,1.437 0.000 2,1.108 0.000 6,0.815 0.000-10,-0.293 0.000 0,-0.963 0.000 0,-1.306 0.000 0,-1.416 0.000 0,-1.372 0.000 3,0.861-0.189 2,0.484-0.296 0,-0.180-0.343 0,-0.592-0.348 2,-0.812-0.326 0,-0.893-0.287-6,-0.879-0.241-1,1.127-0.896 1,1.913-0.917 0,0.929-0.671 0,0.194-0.465 7,1.981-0.658 0,-0.504 0.327-8,-0.722 0.568 0,-0.816 0.689 0,0.521-0.089 1,-2.063 0.096 3,-2.132-0.104 0,-1.467 0.284-1,-0.933 0.499 4,-0.525 0.589 0,5.770-0.661-2,-2.689 1.439-1,-1.942 0.603 1,-1.099-1.784 0,-14.760-10.219 1,-7.001 7.422-4,-9.329 0.748 0,7.460 2.993-1,-2.012-0.100 0,-1.842-0.184 0,-1.626-0.233 0,-5.568-1.004-1,-1.997-0.552 0,-1.580-0.533 1,-1.196-0.481-1,-0.862-0.413-1,-0.586-0.339 1,-0.365-0.266-1,-0.197-0.201 1,-18.603-6.090-3,-12.869-3.801-1,-7.454-1.875 7,-3.403-0.486 2,-0.522 0.456-4,2.891 1.054-9,4.930 1.374 1,5.928 1.491 0,6.180 1.466 2,5.925 1.350 1,5.764 2.018 14,4.660 1.624 2,4.947 1.583-2,4.831 1.456 1,4.452 1.281 18,0.163-0.781-13,4.775 0.363-16,4.420 0.583 10,-2.457-1.500 7,4.870 1.945-16,-0.306 3.031 0,-0.005 0.002 1,291.690-9.527-42,96.750-2.425-13,24.222-0.258-4,-26.831 1.333 4,-72.548 2.179 10,-60.141 1.685 10,-60.375 1.613 9,-55.714 1.439 235,-48.361 1.215-220,-41.422 1.205 6,-62.923 1.951 10,-19.128 1.143 3,-12.541 0.630 2,-7.510 0.453 3,5.376 0.282-1,-6.190 0.980 1,-6.326 1.099 1,-6.023 1.109 0,-5.444 1.046-22,-17.014 1.866-1,3.668-0.208-1,6.674-0.668 1,7.926-0.890 2,8.000-0.949 3,7.352-0.902 6,6.318-0.794 0,9.142-1.064 0,4.592-0.763 0,3.786-0.696 0,2.987-0.599 0,2.253-0.493 2,1.615-0.388-1,1.089-0.292 1,0.672-0.208-1,0.355-0.140 1,0.130-0.085-1,-0.024-0.045 1,1.365-0.022-1,3.896 0.005 0,4.471 0.018 0,4.467 0.025-1,6.649 0.045 0,2.379 0.018 8,-6.003-0.033 50,34.780 0.045-41,0.635 0.078-20,-6.211-0.006 1,0.101-0.001-1,8.879 0.001 0,-5.174-0.003 4,-0.724-0.001-5,-3.158-0.001 2,5.366 0.156 1,3.159 0.289 4,0.534 0.255-4,-1.408 0.171-3,-1.710 0.093 0,-1.338 0.038 1,-0.825 0.008-1,-0.408-0.005 1,-0.142-0.009 0,-0.006-0.007 0,0.044-0.005-1,0.050-0.002 1,0.039-0.001 0,0.023-0.000-1,0.010 0.001 1,0.004 0.000 0,0.000 0.000 0,-0.002 0.000-1,-0.001 0.000 1,-0.001 0.000 0,0.000 0.000-1,0.000 0.000 1,-0.002-0.000 0,0.000 0.000 0,0.002-0.000-1,-0.001 0.000 1,0.000-0.000 0,0.000 0.000-1,0.000-0.000 1,0.000 0.000 0,0.001-0.000 0,-0.001 0.000-1,0.000-0.000 1,0.000 0.000 0,0.000-0.000-1,0.000 0.000 1,0.000-0.000 0,0.000 0.000 0,0.000 0.000-1,0.000-0.000 1,0.000 0.001 0,0.000-0.001-1,0.001 0.000 1,-0.001 0.000 0,-0.001 0.000-1,0.002-0.000 1,-0.001 0.000 0,-0.001-0.000 0,0.002 0.001-1,0.000-0.001 1,-0.002 0.000 0,0.001 0.000-1,0.000 0.000 1,0.000-0.000 0,0.000 0.000 0,0.001-0.000-1,-0.001 0.000 1,0.000-0.000 0,0.000 0.000-1,-0.001 0.000 1,0.002-0.000 0,-0.001 0.000 0,0.000 0.000-1,0.000-0.000 1,0.001 0.000 0,-0.002-0.000-1,0.001 0.000 1,0.001 0.000 0,-0.001-0.000 0,-0.001 0.000-1,0.002 0.000 1,-0.001-0.000 0,0.000 0.000-1,0.000-0.000 1,0.000 0.000 0,0.000 0.000-1,0.001-0.000 1,-0.002 0.001 0,0.001-0.001 0,0.000 0.000-1,0.001 0.000 1,-0.001 0.000 0,0.000-0.000-1,0.000 0.001 1,0.000-0.001 0,0.000 0.000 0,0.000 0.000-1,0.000 0.000 1,0.000-0.000 0,0.000 0.001-1,0.001-0.001 1,-0.002 0.000 0,0.002 0.000 0,-0.002 0.000-1,0.002-0.000 1,-0.001 0.000 0,0.000 0.000-1,0.000-0.000 1,0.000 0.000 0,0.000 0.000 0,0.000-0.000-1,0.000 0.000 1,0.000 0.000 0,0.000-0.000-1,0.001 0.000 1,-0.001 0.000 0,0.000-0.000 0,-0.001 0.000-1,0.002 0.000 1,-0.001-0.000 0,0.000 0.000-1,0.000 0.000 1,0.000 0.000 0,0.001-0.000-1,-0.002 0.001 1,0.001-0.001 0,0.000 0.000 0,0.001 0.000-1,-0.001 0.000 1,0.000-0.000 0,0.000 0.001-1,0.000-0.001 1,0.000 0.000 0,0.000 0.000 0,0.000 0.000-1,0.000-0.000 1,0.000 0.001 0,0.001-0.001-1,-0.002 0.000 1,0.002 0.000 0,-0.002 0.000 0,0.002-0.000-1,-0.001 0.000 1,0.000 0.000 0,0.000-0.000-1,0.000 0.000 1,0.000 0.000 0,0.000-0.000 0,0.000 0.000-1,0.000 0.000 1,0.000-0.000 0,0.001 0.000-1,-0.002 0.000 1,0.002-0.000 0,-0.002 0.000-1,0.002 0.000 1,-0.001-0.000 0,0.000 0.000 0,-2.896 0.568 0,-23.117 0.796 35,-1.474-1.097-14,-1.933 0.021 2,-0.671 0.007 1,-0.023 0.001 1,0.222-0.003-2,0.252-0.002 1,0.192-0.002-1,0.118-0.001 1,0.059-0.000-1,0.019 0.000 0,0.001 0.000 0,-50.055 1.498 28,-21.897 0.099-45,-13.854 0.198-19,-3.325-0.144-1,3.381-0.340 0,7.178-0.430 2,8.870-0.449 1,9.135-0.420 1,8.505-0.367 2,7.386-0.303 1,6.063-0.237 0,4.732-0.177 2,3.512-0.125 0,2.463-0.082 0,1.610-0.049 1,0.951-0.024 0,0.468-0.008 0,0.131 0.003 0,-0.084 0.010-1,4.421 0.021 2,0.375 0.010 0,1.300 0.010 0,1.830 0.009 0,2.065 0.008 127,2.088 0.007-64,1.347 0.005-62,2.252 0.004 1,2.053 0.003-1,1.781 0.002 1,1.482 0.001 5,1.186 0.001 1,-0.639 0.001 0,1.827 0.000 0,1.725-0.000-1,1.510-0.000 1,-6.748 0.001 5,5.448-0.001-3,-0.031 0.944 0,3.640 3.967-3,2.933 3.719-1,18.276-4.628 3,1.983-4.243-5,1.369 0.038-1,2.380-1.513 2,-2.763-1.290 1,0.725-1.127-3,1.012 0.303-1,0.969 1.000 1,0.756 1.060 1,4.807 0.854-1,-5.894 0.680 0,1.489 0.102 6,0.446 0.076-3,-0.274 0.054-3,-0.734 0.036-1,6.756 0.033-1,2.529 0.012 0,1.213 0.001 4,0.301-0.006 4,-0.286-0.010-4,-0.624-0.011-4,-0.779-0.012 0,-0.811-0.010 0,-0.761-0.009 0,7.407 0.136-1,4.214 0.216 0,1.497 0.249 14,-0.323 0.250 7,-1.435 0.230-22,-2.017 0.200 1,-2.221 0.165 0,-2.170 0.129 0,-1.967 0.098 1,-1.682 0.069 0,-1.748-0.007 0,-3.866-0.222 1,-3.899-0.271 0,-3.572-0.276 1,4.225 0.259 4,-4.604-0.616 1,0.105-0.822 1,-0.452 0.045 0,1.455 0.130 0,0.191 0.025 1,-0.071-0.004-1,-0.031-0.003 0,33.688 3.207 8,21.351 1.593-9,5.460 0.479-15,-4.586-0.235-56,-10.212-0.643 72,-12.673-0.829-1,-13.006-0.867-1,-12.031-0.812 0,-10.359-0.704-2,-32.119-0.967-1,7.121-0.763 0,-1.183-0.085 0,-0.534-0.040 0,-0.097-0.010 0,0.175 0.010 0,0.323 0.021 0,0.383 0.025 0,0.384 0.026 0,0.350 0.023 0,0.298 0.021 0,0.239 0.016 0,0.183 0.013 0,0.133 0.009 0,0.090 0.006 0,0.057 0.004 0,0.031 0.002 1,0.014 0.001-1,0.001 0.000 0,-0.006 0.000 0,-0.011-0.001 0,-0.012-0.000 0,-0.011-0.001 0,-0.011-0.000 0,-0.008-0.001 0,-0.007-0.000 1,-0.006 0.000-1,-0.003-0.000 0,-0.003 0.000 0,-0.002 0.000 0,0.000 0.000 0,-0.001 0.000 0,0.000-0.000 0,0.001 0.000 0,0.000-0.000 1,0.000 0.000-1,0.001 0.000 0,0.000 0.000 0,0.000 0.000 0,0.000 0.000 0,0.000 0.000 0,0.001-0.000 0,0.000 0.000 0,0.000 0.000 1,0.000 0.000-1,0.000 0.000 0,0.000 0.000 0,-0.001 0.000 0,0.001-0.000 0,-0.001 0.000 0,0.000 0.000 0,0.001 0.000 1,0.000 0.000-1,0.000 0.000 0,0.000-0.000 0,-0.001 0.000 0,0.000 0.000 0,0.001 0.000 0,0.000 0.000 0,0.000 0.000 0,0.000-0.000 1,0.000 0.000-1,-0.001 0.000 0,0.000 0.000 0,0.000 0.000 0,0.001 0.000 0,0.000-0.000 0,0.000 0.000 0,0.000 0.000 0,0.000 0.000 1,-0.001 0.000-1,0.000 0.000 0,0.001-0.000 0,0.000 0.000 0,0.000 0.000 0,-0.001 0.000 0,0.000 0.000 0,0.001 0.000 0,0.000 0.000 1,0.000-0.000-1,-0.001 0.000 0,0.001 0.000 0,-0.001 0.000 0,0.001 0.000 0,0.000 0.000 0,-0.001-0.000 0,0.001 0.000 1,0.000 0.000-1,0.000 0.000 0,-0.001 0.000 0,0.000 0.000 0,0.000-0.000 0,0.001 0.000 0,0.000 0.000 0,0.000 0.000 0,0.000 0.000 1,-0.001 0.000-1,0.001-0.000 0,0.000 0.000 0,0.000 0.000 0,0.000 0.000 0,-0.001 0.000 0,0.000 0.000 0,0.001-0.000 0,0.000 0.000 1,-0.001 0.000-1,0.001 0.000 0,-0.001 0.000 0,0.001 0.000 0,0.000 0.000 0,0.000-0.000 0,0.000 0.000 0,-0.001 0.000 0,0.000 0.000 1,0.001 0.000-1,0.000 0.000 0,-0.001-0.000 0,0.000 0.000 0,0.001 0.000 0,0.000 0.000 0,0.000 0.000 0,0.000 0.000 0,0.000-0.000 1,-0.001 0.000-1,0.001 0.000 0,-0.001 0.000 0,0.001 0.000 0,0.000 0.000 0,-0.001-0.000 0,0.000 0.000 0,0.001 0.000 1,115.107 0.074 188,64.601 0.058-214,28.348 0.066-4,3.330 0.065-1,-12.664 0.060 2,-21.733 0.052 4,-25.737 0.042 3,-26.240 0.034 5,-24.505 0.025 3,-21.495 0.018 4,-17.922 0.012 3,-14.271 0.007 2,-10.859 0.003 1,-7.618 0.000 45,-3.337 0.000-12,8.898 0.010 22,-3.880 0.686-10,-3.479 3.022-7,-19.520 6.489 0,-7.882-3.544-34,-2.251-1.021-2,-1.917-1.296 0,6.855-2.404 1,-1.877-0.002 0,-2.081 0.111 1,-2.075 0.176-2,-1.930 0.208 0,-5.059 0.193-1,-3.379-0.237 0,-3.174-0.343-1,-2.788-0.380 1,2.528-0.783 1,-2.661-0.688-1,-2.774-0.747 0,-2.687-0.741 0,-7.720-0.998 0,-2.727-0.711-1,-2.109-0.567 1,-1.560-0.432 0,1.658-0.085 0,-0.872-0.215 0,-0.729-0.156 0,-0.585-0.106 0,5.548 0.412 2,-0.171-0.079 0,-0.207-0.083 0,-0.219-0.082 1,-2.145-0.542 0,-3.367-0.833 0,-4.037-0.990 0,-4.286-1.046 1,-19.366-2.674-6,-1.399-0.039-1,0.725 0.463 0,1.986 0.738 1,0.521 1.195 2,0.096 0.728 2,2.274 0.660 0,3.503 0.567 13,5.911-0.467 10,4.841-0.262-31,5.756 0.051 0,5.964 0.253 0,5.695 0.367 41,-4.650-0.036-30,3.750 1.082-9,4.427 1.113 5,4.442 1.034 27,7.208 0.735-21,5.036 0.291-8,4.728 0.104 1,4.163-0.023 0,3.480-0.100 7,-5.473-2.146 7,7.279 0.797-3,0.131-0.871 1,22.032-3.820-4,0.245 3.281-5,3.299-0.628 1,2.390-0.397-4,-5.717 2.729 2,7.647-1.021-2,-1.881 1.375 5,-0.643 1.181-2,1.583 0.852-2,2.227 0.514 1,-8.184 0.192 0,1.747 0.039 1,1.897 0.021-1,1.865 0.008-1,1.715-0.001 1,1.500-0.007-1,3.450-0.011-1,2.229-0.012 1,1.187-0.012-1,0.424-0.011 3,-0.103-0.010 7,3.571 0.723-11,1.430 1.118-1,1.575 1.274-1,1.536 1.268 4,1.607 0.683 0,-1.320-0.168 1,-1.952-0.541 0,-2.160-0.717 0,-2.093-0.760 3,-1.865-0.718 0,-1.563-0.629 0,-1.240-0.519 0,-4.980-0.445-1,-1.754-0.239 1,-1.742-0.181-1,-1.619-0.131 0,-0.185-0.112 2,-2.585-0.066 1,5.099-0.192 1,-3.228-0.061-3,-2.218 0.163-1,-29.447-0.500-3,1.972 0.327 0,-1.390-0.030 0,-0.464-0.009-1,0.002-0.000 1,0.169 0.002 0,0.182 0.004-1,0.136 0.002 1,0.080 0.002 0,0.038 0.001-1,0.012 0.000 1,-0.001 0.000 0,-0.005-0.000-1,-0.005-0.000 1,-0.004 0.000 0,-0.003 0.000-1,0.000 0.000 1,-0.002 0.000 0,0.002-0.000-1,-0.001 0.000 1,0.001 0.000 0,0.000 0.000-1,-0.001 0.000 1,0.001-0.000 0,0.000 0.000 0,-0.001-0.000-1,0.000 0.000 1,0.000 0.000 0,0.000-0.000-1,0.001 0.000 1,0.000-0.000 0,-0.000 0.000-1,0.000 0.000 1,0.000-0.000 0,-0.001 0.000-1,0.000 0.000 1,0.000-0.000 0,0.000 0.000-1,-0.000 0.000 1,0.000 0.000 0,3.273 5.642 0,1.520-0.332 104,7.572-15.862-102,4.710-0.058-1,-0.689-3.222 1,-1.430-4.665 0,-1.700-5.102-3,-1.776-4.186 0,-0.794-1.478-2,-0.096 0.402 1,0.370 1.613-1,0.652 2.302 1,0.733 3.656 1,0.316 2.313 0,0.210 2.169 5,0.126 1.942 1,-0.159 1.031 1,0.030 1.587 0,0.002 1.288-1,-0.016 1.006 0,-0.710 0.430-2,-5.660-4.346 2,-2.072 6.438 1,-2.123 4.720-1,1.749 3.120-4,0.574 3.758 1,6.674 6.909 2,4.478 3.314-2,-0.798-0.529-2,-0.778 1.027 0,-0.337 0.223-1,-0.074-0.063 1,0.019-0.093 0,0.031-0.056 0,0.018-0.019-1,0.006-0.001 1,0.000 0.002 0,0.000 0.002 0,-0.001 0.000 0,-0.000 0.001-1,0.000-0.000 1,0.000 0.000 0,0.000 0.000 0,0.000-0.000-1,0.000 0.000 1,0.000 0.000 0,0.000-0.001 0,0.000 0.001 0,0.000-0.000-1,0.000 0.000 1,0.000 0.000 0,0.000 0.000 0,0.000-0.000-1,0.000 0.000 1,-0.000 0.000 0,0.000 0.000 0,0.000 0.000 0,0.000-0.000-1,0.000 0.000 1,0.000 0.000 0,0.000 0.000 0,0.000-0.000-1,-0.000 0.000 1,0.000 0.000 0,0.000 0.000 0,0.458-3.015 0,2.530-31.607 75,4.155 5.569-141,1.737-3.765 71,1.501-2.697 0,1.246-1.816 1,1.978-3.343 52,0.299 1.010-61,-0.113 1.838 2,-0.355 2.185-1,-0.473 2.209 2,-1.705 3.782 4,-0.852 1.738-1,-0.872 1.529 0,-0.825 1.287 0,3.352-7.748 3,-2.068 3.762-1,0.778 4.349-1,3.550 3.677 3,2.355 7.535-2,-0.165 8.006-1,2.604 8.944-1,-6.480-5.765-3,2.244 3.281 0,2.008 2.625-1,1.990 2.381 0,1.816 2.036-1,1.742 1.662 1,0.067-0.587 1,-0.449-1.248-1,-0.721-1.536 0,0.661-0.129 3,1.439 0.932 1,0.779 0.335 1,0.300-0.071 4,-2.149-2.698-4,-0.067-0.669-6,-0.092-0.732 0,-0.104-0.731 0,0.638-0.481 2,-1.215-2.268 3,-1.430-2.458 0,-1.471-2.413 0,-1.397-2.217 0,-1.252-1.937 1,6.557-1.768 2,3.700-1.913 0,2.222-1.605 4,1.120-1.284-8,0.341-0.981-4,-3.210-0.973 0,-0.193-1.535 1,-0.220-1.634-1,-0.223-1.599 0,-0.212-1.475 3,2.514-2.646 1,1.936-2.143 0,1.430-1.673-1,1.001-1.254 6,0.652-0.896 1,2.696-2.288-12,-0.589-0.284 0,-0.970 0.008 0,-1.145 0.195 0,-1.170 0.300 4,-1.102 0.345 2,12.420-3.541-1,7.263-1.162 0,4.333-0.207 13,2.157 0.404-5,3.287 0.063-16,-0.621 1.684-1,-1.372 1.811 1,-1.703 1.727 2,-6.653 3.014 8,-1.577 1.008 0,-1.332 0.763 0,-1.077 0.550 0,3.032 0.134 2,0.801 1.290 0,1.124 1.328 0,-10.144 3.095-2,-0.591 0.762 0,-0.687 0.658 0,-0.716 0.551 0,1.575 0.165 0,-0.425 0.427 0,-0.329 0.341-1,-0.243 0.262 1,0.633-0.049 0,-2.160 0.163-1,-2.523 0.119 0,-2.596 0.081 0,0.841-0.408 1,-1.691 0.068 4,-1.185 0.067-1,-0.772 0.061-2,-3.104 0.974-1,-0.368 0.428 0,-1.095 0.484-1,-1.522 0.494 1,0.505 0.326 6,-1.734 0.517-2,-1.560 0.438-8,-1.332 0.355 1,-2.101 0.281 4,-1.188 0.189-1,-1.059 0.137 0,-0.903 0.093 1,6.938 0.225 8,-36.515 0.578-6,-3.049-0.823-2,9.227-0.019-5,-1.562-0.004 0,0.570-0.002 1,0.932-0.001 0,-0.095 0.000 0,-1.883 0.000 3,-2.410 0.000 2,-1.329 0.000-5,-0.540 0.001 0,0.006 0.000 1,0.353 0.000-1,1.147 0.000 1,-0.255 0.000 0,0.021 0.000 1,0.208 0.000 0,-2.825 0.000 7,1.490 0.000-10,1.713 0.000 1,1.693 0.000 0,-4.659 0.000 3,3.919 0.000 1,3.215 0.001 9,23.854-0.001-9,5.221 0.000 0,-2.719 0.000-5,0.442 0.000 0,-0.309 0.000 2,11.184 0.000 0,-6.520 0.000 4,3.949 0.000-6,4.577 0.000-1,-0.189 0.000 0,-1.536 0.000 0,-2.207 0.000 0,-2.410 0.000 1,-2.313 0.000 2,-2.045 0.000 0,-1.700 0.000-1,-1.338 0.000 1,-1.000 0.000 0,-0.705 0.000 1,11.304 0.000-2,7.910 0.000 6,4.400 0.000 7,1.830 0.000-8,0.051 0.000-9,-1.093 0.000 1,-1.743 0.000-1,-2.032 0.000 1,-2.066 0.000 0,4.177 1.926 0,-3.934 1.284 0,-6.475 0.781 1,-7.417 0.409 7,-4.308 4.674 21,-22.152-0.439-25,-0.811-4.589-1,-2.413-0.178 1,-1.624-0.157-1,-1.002-0.129 0,-0.538-0.102 0,-0.211-0.076 0,0.006-0.053 0,0.135-0.035 0,0.201-0.021 0,0.222-0.011 0,0.215-0.003 0,0.190 0.001 0,0.160 0.004 1,0.126 0.005-1,0.095 0.005 0,0.066 0.005 0,0.045 0.004 0,0.026 0.004 0,0.015 0.003 1,0.005 0.002-1,-0.001 0.002 0,-0.005 0.000 0,-0.006 0.001 0,-0.007 0.000 0,-0.006 0.000 1,-0.006 0.000-1,-0.005 0.000 0,-0.003-0.000 0,-0.003 0.000 0,-0.002 0.000 0,-0.001-0.000 1,-0.001 0.000-1,0.000 0.000 0,-0.001 0.000 0,0.001 0.000 0,0.000 0.000 0,0.000 0.000 1,0.000 0.000-1,0.000 0.000 0,0.000 0.000 0,0.000 0.000 0,0.001 0.000 1,0.000 0.000-1,0.000 0.000 0,0.000 0.000 0,0.000 0.000 0,0.000 0.000 0,0.000 0.000 1,0.000-0.000-1,0.000 0.000 0,0.000 0.000 0,0.000 0.000 0,0.000 0.000 0,0.000 0.000 1,0.000 0.000-1,0.000 0.000 0,0.000 0.000 0,0.000 0.000 0,0.000 0.000 0,0.000 0.000 1,0.000 0.000-1,0.000-0.000 0,0.000 0.000 0,0.000 0.000 0,0.000 0.000 0,0.000 0.000 1,0.000 0.000-1,0.000 0.000 0,0.000 0.000 0,0.000 0.000 0,0.000 0.000 1,0.000 0.000-1,0.000 0.000 0,0.000 0.000 0,0.000-0.000 0,0.000 0.000 0,-0.001 0.000 1,0.001 0.000-1,0.000 0.000 0,0.000 0.000 0,0.000 0.000 0,0.000 0.000 0,0.000 0.000 1,0.000 0.000-1,0.000 0.000 0,0.000 0.000 0,0.000 0.000 0,0.000-0.000 0,0.000 0.000 1,-0.001 0.000-1,0.001 0.000 0,0.000 0.000 0,0.000 0.000 0,0.000 0.000 0,0.000 0.000 1,0.000 0.000-1,0.702 1.272 0,30.244-3.526 205,-2.866-2.096-204,2.794-0.518-1,2.113-0.405 0,1.519-0.303-1,1.025-0.214 1,0.636-0.142-1,0.341-0.085 0,0.129-0.043 1,-0.012-0.014-1,30.973 1.769-3,13.689 1.329 16,2.846 0.845-13,-3.940 0.478-7,-7.670 0.214 1,-9.226 0.035 2,-9.333-0.075 1,-8.557-0.135 1,-7.320-0.159 1,-5.916-0.159 2,-4.539-0.145 0,4.086 0.899-1,-5.916-0.305 1,3.356 0.667 0,1.782-0.063-1,-4.155-0.798 1,0.682 0.019 0,0.379 0.015 0,0.163 0.008 0,0.040 0.004 0,-0.017 0.001 0,-0.032 0.000 0,-0.029 0.000 0,-0.019-0.000 0,-0.012-0.000 0,-0.004 0.000 0,-0.002-0.001 0,0.001 0.000 0,0.001 0.000 0,0.002 0.000 0,0.000 0.000-1,0.000-0.000 1,0.000 0.000 0,0.000 0.000 0,0.000 0.000 0,0.000 0.000 0,0.000-0.001 0,0.000 0.000 0,0.000 0.000 0,0.000 0.000 0,0.000-0.001 0,0.000 0.000 0,0.000 0.000 0,0.000 0.000 0,0.000 0.000 0,0.000 0.000-1,0.000 0.000 1,0.000 0.000 0,0.000 0.000 0,0.000 0.000 0,0.000 0.000 0,0.000 0.000 0,0.000 0.000 0,0.000 0.000 0,0.000 0.000 0,0.000 0.000 0,0.000-0.000 0,0.000 0.000 0,0.000 0.000 0,0.000-0.001 0,-0.001 0.000-1,0.001 0.000 1,0.000 0.000 0,0.000-0.001 0,0.000 0.000 0,0.000 0.000 0,0.000 0.000 0,0.000-0.001 0,0.000 0.000 0,-2.050-0.261 0</inkml:trace>
</inkml:ink>
</file>

<file path=ppt/ink/ink5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8:11"/>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6320.364 4924.546 767,'-10.967'-0.868'0,"-3.866"-0.306"0,3.373 0.267 0,-0.459-0.036 0,-0.095-0.008 0,0.063 0.005 0,0.103 0.008 0,0.089 0.007 0,0.057 0.004 0,0.031 0.002 0,0.013 0.000 0,0.002 0.001 0,-0.003-0.001 0,-0.002 0.000 0,-0.003 0.000 0,-0.002 0.000 0,0.000 0.000 0,-0.001 0.000 0,0.000 0.000 0,0.000 0.000 0,0.001-0.000 0,-0.001 0.000 0,0.000 0.000 0,0.001 0.000 0,-0.001 0.000 0,0.000-0.001 0,0.001 0.001 0,-0.001 0.000 0,0.000 0.000 0,0.001-0.001 0,-0.001 0.001-6,0.000 0.000-3,0.001 0.000 1,-0.001-0.000-1,0.000 0.000 1,0.001 0.000 0,-0.001 0.000-1,-3.333-1.098-2,-5.843-0.764 17,-3.291-0.213 8,-1.456 0.138 1,-0.218 0.338 0,0.549 0.429-19,-5.526 0.445 0,-8.702 0.416-2,-9.847 0.361 0,-9.659 0.295 0,0.483 0.235 1,2.408 0.159-1,4.828 0.114 1,5.928 0.076 1,6.123 0.046 0,5.738 0.024 4,5.029 0.008 3,3.190-0.006-1,2.341-0.007 1,2.606-0.010 2,2.586-0.011 16,2.382-0.011-3,2.077-0.010-20,1.728-0.009 0,-4.791 0.002 14,27.945-0.038-7</inkml:trace>
</inkml:ink>
</file>

<file path=ppt/ink/ink5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8:13"/>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6338.364 4870.546 767,'47.772'4.909'0,"24.360"2.517"0,8.091 0.852 0,-2.413-0.225 0,-8.502-0.852 0,-11.390-1.150-4,-12.091-1.226-26,-11.415-1.160 8,-9.976-1.015 7,-8.206-0.836 4,-1.302 0.024 11,-26.916-1.685 0,9.966 10.799-1,-108.933-19.353-8,-41.182-9.635-3,-12.774-1.547-1,7.327 0.852 1,18.722 2.214 1,23.856 2.830 2,24.770 2.942 2,23.064 2.742 1,19.945 2.373 3,27.677 3.298 1</inkml:trace>
</inkml:ink>
</file>

<file path=ppt/ink/ink5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8:13"/>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5792.364 4815.546 767</inkml:trace>
</inkml:ink>
</file>

<file path=ppt/ink/ink5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8:21"/>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6411.364 4815.546 767,'-10.985'-2.709'0,"-0.426"-0.104"0,-1.267-0.313 0,-0.197-0.049 0,0.134 0.033 0,0.141 0.035 0,0.073 0.018 0,0.022 0.005 0,0.000 0.000 0,-0.004-0.001 0,-1.542-0.504-7,-6.998-2.465-10,5.162 1.363 16,-3.363-1.042 0,-2.969-0.920 0,-8.345-2.567-1,-3.705-1.039 0,-1.450-0.283 0,7.139 2.591 4,-0.011 0.735 1,0.064 0.894-5,0.112 0.957-3,-3.631 0.272 1,0.224 0.734 4,0.323 0.531 0,0.368 0.363 0,0.372 0.228-1,-3.054-0.406 0,0.544-0.227 0,0.608-0.318 0,2.773-0.170 1,3.084-0.178 3,3.343-0.129 0,3.232-0.087-1,4.617 0.425 1,2.509-0.030 0,2.223-0.029-1,-5.708-4.606 5,7.969 1.710-2,17.530-0.454 3,5.315 8.298-6,-1.810-0.334-3,5.820-0.073-1,2.614-0.070-1,-0.440-0.051 1,-1.273-0.028 0,-1.253-0.013 0,1.616 0.918 0,-3.479 1.708 5,-5.072 1.512 4,-1.964 3.817-8,-3.578 3.851-1,-1.411 0.070 0,0.474-0.182 1,0.395-0.089-1,0.111-0.016 0,-0.002 0.005 0,-0.015 0.004 0,-0.006 0.002 1,-0.002-0.001-1,0.002 0.000 0,-0.001 0.000 0,0.001 0.000 1,-0.001 0.000-1,0.001 0.000 0,-0.001 0.001 0,0.001-0.002 1,-0.001 0.001-1,0.000-0.000 0,0.001 0.000 0,0.304-0.384 0,7.026-4.877 4,2.398-4.857 2,-3.531-1.296-2,0.461-0.268 1,0.141-0.080 0,-0.018 0.013 1,-0.075 0.046-1,22.337 0.046 5,6.580 0.047-3,5.138 0.007-12,0.215 0.005 0,-7.019-0.295 1,-4.026-0.474 1,-4.669-0.560 0,-4.781-0.578 1,-3.079-0.589 0,-6.239 0.015 7,0.518-1.712 10,-28.060-0.373 10,-4.159 4.152-20,-4.314 0.372-4,-0.879 0.177-1,8.983-0.046 2,-2.119-0.002-1,-2.400-0.007 0,-2.381-0.011-1,-1.083-0.014 0,-1.813-0.011 0,-1.576-0.009 0,-1.311-0.008 0,1.872-0.291 0,-0.398-0.462 1,-0.254-0.552-1,-0.142-0.580 0,0.764-0.281 1,1.329-0.062 1,1.633 0.090 0,1.740 0.187 0,0.235 0.084 0,2.185 0.327 2,1.995 0.321 2,1.728 0.293-2,-7.798-0.173 2,1.167 0.649 0,-1.068 0.115-4,4.614-1.292 0,6.199-6.519 3,17.816-4.094-1,-0.327 5.525 0,3.516 0.093-1,2.888 0.186-3,1.023 0.821 1,-2.272 1.916-1,-1.802 0.658 3,3.306-1.764 2,3.205 0.110-3,2.625 1.223-3,-9.762 2.113 1,0.190 0.252 0,3.753 0.090 5,0.708 0.309-3,0.616 0.248-3,-3.090 0.203 2,-0.863 0.105 0,-1.082 0.079 1,9.642 0.114-1,-4.091 0.117 4,-4.024 0.001 0,-1.342-0.047-1,0.084-0.054-2,-0.533-0.034 3,-25.073-0.051-1,-6.260 0.000-1,6.629 0.003-4,-1.695 0.000 0,2.004 0.240 1,0.286 0.393 0,0.629 0.479 0,0.835 0.513 1,-0.430 0.397-1,-0.246 0.083 1,-0.551-0.069 4,-0.723-0.168-1,-3.770-0.070-3,-2.916-0.310 0,-3.086-0.308 0,2.740-0.382 0,0.112-0.185-1,0.664-0.161 0,1.012-0.136 1,-2.463-0.096-1,1.802-0.121 1,1.765-0.084 3,1.600-0.054-1,1.369-0.030 0,2.225-0.010 0,-6.711-0.079 0,6.230 0.032 1,1.504 0.016 4,25.215 0.081 5,3.713 0.032-14,0.377-0.003 1,2.507-0.000-1,0.176-0.000 1,2.188 0.000 0,-8.183 0.000 0,1.341 0.000 2,0.773 0.000 2,0.353 0.000-2,0.058 0.000-3,1.545 0.000 0,2.180 0.000 0,1.296 0.000 0,0.621 0.000 15,2.915 0.000-16,-2.337 0.000 1,-3.015 0.000-1,-3.190 0.000 2,-4.373 0.000 0,-1.179 0.000 2,8.361 0.000 12,-39.350 1.751-14,-3.769-0.797-1,-5.544 0.167-1,-4.401 0.134 0,-3.327 0.103-1,-2.386 0.075-1,-1.605 0.052 1,-0.990 0.033-1,-0.528 0.019 0,-0.201 0.008 1,0.017 0.001-1,0.148-0.003 0,0.218-0.006 0,0.240-0.007 1,0.235-0.006-1,0.211-0.006 0,0.179-0.005 1,0.143-0.004-1,0.109-0.003 1,0.080-0.002-1,0.055-0.001 1,0.650-0.100-1,2.448-0.206 1,2.752-0.231 0,2.689-0.225 2,5.230-0.049 34,-4.554 0.285 6,-6.116 0.385 2,-6.877 0.435-43,-18.485 1.615-1,-9.640 1.592-2,-8.228 1.663 0,-6.720 1.586-1,-6.453 0.862-2,1.853-0.460 1,4.163-0.989 0,5.263-1.237 0,-0.211 0.364 7,6.182-0.473 7,8.124-0.832-1,8.612-0.979 14,8.172-0.985 9,7.998-0.874-33,8.460-0.803 0,7.410-0.649 2,6.116-0.499 4,4.790-0.363 9,3.563-0.249-1,-6.299-0.320 3,7.629 0.045-5,-1.422-0.007 6,-0.190 0.012 4,0.590 0.022-17,1.486 0.315-1,-5.825 1.625 0,4.254 4.076 3,25.482-8.888 7,0.896-2.356-9,-1.503-2.357-2,6.411-4.576 1,-7.653 5.876 1,0.857 0.125-1,-0.288-0.612 1,-0.048-1.478 0,-0.227-1.718 0,-0.320-1.728 0,0.153-1.489 0,-0.379-0.171 0,-0.355 0.299 0,-0.309 0.557 0,-2.001 2.731 2,-0.064 0.331-1,0.020 0.244 0,0.076 0.172 0,0.884-0.668 1,0.610-0.346 0,0.682-0.447-1,0.686-0.483 1,1.754-2.017-2,-0.705 0.191 0,-1.088 0.445 0,-1.223 0.560 0,1.416-1.783 1,-1.426 1.948 1,0.161 0.057 1,0.047 0.237 2,-0.055-0.256-3,-0.756 0.187-4,-0.888 0.162 1,-0.900 0.133 0,-0.836 0.104 2,-0.205-0.032 1,0.564-0.815-1,0.858-0.981 0,0.982-1.015 0,-0.432 0.746-1,-0.545 0.612 1,-0.863 0.944-1,-1.018 1.100 1,0.464 0.760-1,4.835-6.040 5,-3.097 4.148 3,-3.816 0.989-6,-8.186 0.103 4,-6.173 16.937-4,-0.566 5.342-3,-3.310 6.741-1,6.500-7.380 1,-0.469 1.525 1,-0.386 1.414-1,-0.304 1.229 0,-0.207 0.995 0,-0.131 0.769 1,-0.071 0.565-1,-0.030 0.393 1,0.877-1.479 0,-0.045 0.270 0,-0.070 0.282 1,-0.083 0.271-1,-0.691 0.911 1,-0.285-0.258 0,-0.292-0.407-1,-0.275-0.472 1,-0.244-0.479 0,-2.062 3.186-1,-0.708 0.983 1,-0.128 0.048-1,0.243-0.538 6,0.474-1.244-2,0.579-1.583-6,0.598-1.664 0,0.561-1.581 0,-3.480 4.941 6,1.823-2.515 0,0.162-0.526 0,0.389-0.923 0,1.136-1.800-3,1.158-1.766-2,1.204-1.762 0,-5.131 5.190 1,1.979 0.589 8,-1.049 1.938 0,-0.505-1.708-10,0.853-4.715 1,0.692-4.520 3,-3.084-3.718 2,5.988-10.233-1,4.156-9.884-3,0.768 0.686 0,-0.685-1.315-1,0.709 0.221 0,0.792-1.990 0,1.812 8.599 2,0.270-0.503 0,0.232-0.462 0,-0.339-0.219-1,-0.679-0.047 1,-0.848 0.066-1,-0.893 0.134 0,-0.855 0.167 1,-3.137-4.834 0,-1.812-2.329 0,-1.104-1.331 0,-0.578-0.608 2,0.830 2.146-4,-0.026 0.529-1,0.059 0.678 0,0.108 0.725 0,-0.374 0.515 3,0.040 0.687 1,0.520 1.120-1,0.798 1.325 2,0.924 1.368 3,0.943 1.302-3,0.706 1.187-3,-4.803-6.309-2,1.063 3.092 3,0.329 1.845 2,-3.736-2.146 1,0.415 2.590 0,0.552 2.516 0,0.602 1.669-4,22.608 2.317-1,0.205 0.830 0,0.028 0.010 1,0.000 0.000 0,-0.001 0.000-1,0.000 0.000 1,-0.000 0.000 0,0.000-0.000 0,0.000 0.000-1,-0.000 0.000 1,0.000 0.000 0,0.000 0.000-1,-0.000 0.000 1,0.000 0.000 0,0.000 0.000-1,0.000 0.000 1,-0.000 0.000 0,0.000 0.000 0,0.000 0.000-1,-0.000 0.000 1,-0.000 0.000 0,0.001 0.000-1,0.000-0.000 1,-0.000-0.000 0,0.000 0.000 0,0.000 0.000-1,0.000 0.000 1,-0.000 0.000 0,0.000 0.000-1</inkml:trace>
</inkml:ink>
</file>

<file path=ppt/ink/ink5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8:21"/>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3792.364 4433.546 767,'-4.235'17.176'0,"-1.008"4.086"0,-0.314 1.273 0,0.316-1.285 0,0.667-2.703 0,0.816-3.308 0,0.831-3.370 0,-0.742 3.010-17</inkml:trace>
</inkml:ink>
</file>

<file path=ppt/ink/ink5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8:27"/>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4701.364 4743.546 767,'-11.041'0.000'0,"-1.449"0.000"0,0.228 0.000 0,0.077 0.000 0,-8.775-6.137-9,4.774 1.026 9,-2.192-0.805-1,-1.305-0.494-1,-0.652-0.262-2,-2.534-0.760 0,-0.659-0.058 1,1.135 0.572-1,2.159 0.917 5,2.775 1.024 1,1.550 0.618 0,1.267 0.496-3,0.993 0.381 0,0.745 0.279 2,0.531 0.194-1,-0.705-0.651 1,-0.769-0.368-1,-0.099 0.004 1,0.354 0.254 1,0.635 0.405 1,0.329 0.085-1,1.862 0.294-3,-4.881-2.393-1,4.440-2.002 5,22.695-2.564 5,5.212 5.336-7,2.993 0.278-4,-7.728 2.406 1,1.331 0.245 0,2.492 0.141 0,0.370 0.323 1,-0.069 0.296-1,-0.345 0.257 1,-0.497 0.213 0,-0.558 0.169 0,-0.321 0.129 0,-0.147 0.094 0,-0.025 0.064 1,0.056 0.040-1,0.104 0.022 1,0.125 0.009 0,0.477 0.204 0,1.478 0.322 0,1.713 0.375 1,1.749 0.383-2,1.651 0.363-1,1.476 0.324 0,3.651 0.558 0,2.665 0.699 0,1.734 0.735 0,1.008 0.709 4,0.464 0.644 5,3.715 0.572-13,0.412-0.443 1,0.222-0.724-1,0.086-0.840 1,-0.372-0.844 6,-0.625-0.778-1,-0.733-0.673 0,-0.740-0.554 1,0.559-0.424 0,-2.979-0.349 0,-3.856-0.241-1,-4.043-0.154 1,-3.795-0.088 18,-3.309-0.040-22,-2.719-0.007 1,-2.120 0.013 3,8.011-0.105 3,-5.700 0.121-1,-3.207 0.077-1,-0.284 0.046 4,-24.762 0.066-12,-7.204-0.015 9,5.747-0.006-1,-2.548-0.001 0,-1.996-0.000-4,0.264-0.001-1,-1.337-0.000 0,-1.189 0.000 0,-1.013-0.000-1,-0.827 0.000 2,-1.898-0.502 1,-2.472-0.796-1,-2.678-0.936 0,-2.632-0.963-1,-2.423-0.915 1,-6.004-1.822-2,1.383-1.011 1,2.560-0.794 0,3.043-0.592 0,3.063-0.417 3,2.803-0.274 0,-4.985-1.790 1,-4.433-0.942 0,-3.705-0.346 13,-2.936 0.045-6,-0.604 0.299-16,0.857 0.426 1,1.663 0.465 1,2.002 0.447-1,11.318 2.591 8,1.989 0.079 0,1.906-0.025 0,1.748-0.096 0,-3.463-1.870 2,3.325 0.686 2,3.181 0.887 0,2.819 0.934-2,2.356 0.883 0,2.930 1.287-1,1.148 0.222 0,1.336 0.073 0,-6.539-4.924 13,5.044 0.033-17,2.868 0.341 1,1.260-1.028 1,5.101-1.802 1,6.562-1.028 1,6.749 0.728-2,5.446 3.615-1,2.294 3.746 1,-1.909 2.621-1,-2.744 1.573 0,-2.079 0.878 2,0.527 0.398 0,1.557 0.067-2,1.713-0.084 0,1.358-0.124-1,13.465 0.240 0,0.695 0.450 0,6.394 0.620 0,4.024 0.632 0,-0.657 1.052-3,1.549 0.666-2,0.162 0.217 1,-0.784-0.099-1,9.804 2.080 12,0.236 0.747-4,-1.436 0.273-9,-2.359-0.043 13,-3.102 0.130 1,0.198 0.780-13,0.841 0.924 0,1.190 0.947 3,-0.906 0.101 4,-2.183-0.448-1,-2.838-0.767 0,-3.049-0.914 1,-2.959-0.941 0,-2.684-0.889 1,2.662 1.013 1,-1.080 0.238-1,-2.319-0.075 0,-2.902-0.265 14,-4.368-1.252-3,-1.101-0.249-13,-1.585-0.223-3,-1.818-0.192 5,1.276 0.325 7,-2.212-0.816-6,-1.931-0.880-4,-3.618-0.853 1,-2.334-0.379 3,4.248 1.756 2,-5.182 1.652 1,-19.149 3.953-1,-9.775-3.284-6,6.646-2.921 0,-1.412 0.160 1,-1.071 0.123-1,-0.772 0.090 1,1.907-0.735-1,-0.172-0.320 1,-0.110-0.388-1,-0.062-0.410 1,-1.064 0.076 0,-1.146 0.335 3,-1.338 0.518 0,-1.382 0.608-1,-1.326 0.631-3,-3.319 0.555 0,-1.257-0.234 0,-0.976-0.485-1,-0.722-0.611 1,-0.508-0.646 0,-0.332-0.621 0,-12.812-0.517-1,-7.600-0.512 0,-4.419-0.414 7,-2.078-0.319 2,-0.447-0.234-15,2.528-0.158 1,0.766-0.099 0,0.928-0.060 0,0.965-0.029 1,-5.013-0.020 9,1.481 0.008 1,3.322 0.018 0,6.899-0.303 5,3.907-0.498 9,3.693-0.581-23,3.287-0.591 1,5.024-0.096 7,3.448 0.014 1,3.233 0.155-1,2.877 0.237 0,0.939-0.315 3,3.293-0.231 1,-5.452-3.373 4,8.825-0.182-6,3.590-4.067 0,5.655-4.350 0,5.392 2.124-3,2.645 4.019-2,5.417-0.860 0,3.076 0.938-1,1.700 0.910 0,3.387 0.712 0,-6.609 2.803 1,2.846-0.363-1,2.725-0.367 0,2.471-0.346-1,5.898-0.798 0,1.996-0.430-1,0.380-0.380 1,-0.683-0.320 0,-1.313-0.258 10,-0.293 0.346-9,0.381 0.706-2,0.783 0.886 0,0.984 0.935 1,1.040 0.897 2,3.178 0.661 0,-1.071 0.813 0,-1.630 0.642 1,-1.821 0.481-1,-3.422 0.332 4,1.166 0.168-1,0.472 0.118 1,-0.027 0.077 2,4.990 0.082 3,0.006 0.021-13,-0.140-0.006 0,-0.219-0.021 1,-5.456-0.051 3,-0.782-0.024 1,-0.776-0.024-1,-0.728-0.022 1,-1.202-0.020 0,-1.451-0.017 2,-1.533-0.014-1,-1.497-0.012 1,-0.729-0.009-1,-1.848-0.007 2,-1.741-0.005-1,-1.555-0.003 0,-0.762-0.002 1,-1.256-0.000-1,9.029-0.007 3,-4.247 0.004-3,-3.029 0.004-1,1.038-1.855 3,-10.420-9.103 0,-20.113 6.542-4,0.176 3.500-1,-3.929 0.618-1,-0.970 0.324-1,9.368 0.037 2,-2.166 0.010 1,-2.470 0.001-1,-2.458-0.005 0,-2.252-0.008-1,-1.939-0.009-1,-1.588-0.010 1,-1.241-0.009 0,2.672-0.009 0,0.192-0.005 1,0.407-0.004-1,0.522-0.003 0,0.565-0.002 1,0.559-0.002 1,-7.105 0.205-1,4.152 0.326 1,1.063 0.382-1,1.817 0.393 14,2.185 0.373-11,2.274 0.333-4,-0.828 0.042-1,-0.817-0.086 1,-0.573-0.188 4,-0.375-0.242 5,-1.481-0.158-6,1.205-0.311-4,1.557-0.280 1,1.649-0.239-1,1.917-0.193 3,1.929-0.149 2,-6.788-0.087 1,7.309-0.668 1,14.133-11.467 4,10.438 6.971-6,0.138 0.442-4,0.946-0.669 0,3.906-1.340 0,-6.044 2.170 1,0.332-0.242 0,-0.044-0.142 0,-0.281-0.067 0,3.969-1.358 0,2.347-0.759 0,1.136-0.320 1,0.277-0.015 0,-1.227 1.245-1,0.945 0.185-1,0.331 0.204-1,-0.113 0.205 0,3.605-0.700 6,0.019 0.299-1,-0.039 0.294-6,-0.073 0.270 0,-1.847 0.479 4,-0.961 0.163-1,-1.083 0.120 1,-1.091 0.084 0,-1.947 0.250 0,-1.489 0.112 2,-1.477 0.108-1,-1.376 0.099 1,-1.224 0.086-1,7.936-2.704 2,-1.803 1.767 0,1.330 1.448 0,-3.515 1.848 0,-2.974 0.967-1,-0.214 0.498-1,0.332 0.273-1,0.592 0.172 4,-24.144-0.077-1,0.014-0.371-5</inkml:trace>
</inkml:ink>
</file>

<file path=ppt/ink/ink5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9:21"/>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5065.364 3924.546 767,'7.920'-7.919'0,"0.180"-0.180"0,4.358 5.260-4,-1.781-7.282 3,-3.466 1.479 0,3.984-1.502-1,1.041 4.483 3,1.474 4.083 0,-1.879 2.307-1,-0.831-0.429 0,1.410-0.324 0,-1.150 0.024 1,-0.218 0.000-1,0.735 0.000 0,0.740 0.000 0,-0.615-1.293 0,-1.241-4.577 0,-0.087 0.137-1,0.750 2.052 0,1.713 2.033 1,1.956 1.343 1,-2.529 0.461-2,-0.654 0.045 1,-0.767-0.067 1,4.670-0.072-1,-0.184-0.057 0,-0.888-0.010-1,-1.680 0.000 0,-0.315 0.003 2,0.350 0.002 0,-0.279 0.001-1,-0.419 0.000 0,1.326 0.000-1,-2.615 0.000 2,1.000 0.000-1,0.636 0.000 1,2.261 0.000-1,-0.896 0.000-1,-2.766 0.000-1,4.233 0.000 1,-1.765 0.000 2,-1.327 5.180 0,-2.431 3.449 0,-1.358-0.783-1,1.251-0.788-1,-0.002-2.058 1,4.472 3.081 0,-2.159 1.086-1,-1.180 0.969 2,-3.671-0.406-1,-3.435 3.586 0,-3.465 2.408 0,-0.706-1.003 0,-0.059-3.612-2,0.066 1.192 3,0.254 0.506 1,0.043 1.126 0,0.009-1.626-4,-0.003 0.699 2,-4.865-2.887 1,-7.766-10.121 0,0.060-0.170-2,-0.944 0.139 1,-3.775 0.033-2,2.517-0.650 1,-1.920-1.270-1,-1.150-1.203 1,-0.562-0.880-1,3.019-0.423 0,1.657-1.292 1,2.176-1.654 3,3.765-0.951 1,-1.697-1.758 0,-4.958 2.715-2,1.483 2.239-1,-1.345-0.856-2,0.202-0.948 1,-1.516-1.773 0,-0.477-0.517 1,-1.752 0.039 0,2.544 3.169-1,1.157 2.564 3,-0.231 1.367-2,0.915-0.536-1,-0.645-2.316 1,0.340-2.721 0,3.011-0.172 1,-1.188-0.427-1,1.723 3.802 2,-2.635 2.931-1,1.437-0.026 0,10.082-10.172 1,11.456 6.447-2,-0.432-1.335-1,4.354-3.262-1,0.253 1.453 0,-0.981 2.685 0,-1.220 2.494 1,-1.007 1.793 0,0.640 1.064 0,3.629 0.498 2,1.334 0.172 5,2.582 0.020-9,0.776-0.089 1,0.003-0.086 2,0.786-0.062 0,-8.970-0.052-1,0.394-0.010-1,0.365-0.006 1,0.317-0.004 0,-0.047 0.329 2,0.758 0.518-1,0.823 0.601 0,0.804 0.609 0,1.128 0.752-1,-0.850 0.427 0,-1.238 0.292 1,-1.369 0.185-1,-1.331 0.104 1,10.073 2.470 1,-9.970-2.921 0,0.192 0.170 1,1.742 0.858 1,-0.906 0.158-3,-1.189 0.098-2,-1.281 0.051 0,0.901-0.043 1,-0.302-0.609 3,8.346 2.062 3,-5.807-1.468-4,-3.407 1.508-2,-7.685 7.100 3,-3.572 2.049-2,-3.328-0.226 0,-3.310-5.250-1,-1.679-3.565 1,-1.426-2.146-1,-6.122-2.095 1,3.427-1.469 1,-0.943-0.362-1,1.855-0.183-1,0.795-0.073 0,-1.979-0.053 1,1.896 0.021 3,-1.086 0.041-2,-0.883 0.027 0,-1.835 0.020-2,-0.790 0.014-1,1.664 0.005 2,-0.851 0.001-1,-2.114 0.001 1,2.393-0.001 0,3.698-0.593 0,-0.001-2.385 2,2.424-3.879-2,1.933-3.157 1,-1.596-1.484 0,-0.843 1.107-1,0.533 1.670-3,-1.946-1.376 2,1.598 1.751 1,-1.374 1.081 1,-1.619 0.514-1,1.083-4.007 0,-0.854-1.671 0,1.291 2.446 0,2.562 2.263-1,0.888-0.957 0,-0.051-2.277 2,-0.507-1.143-1,0.198 0.624 1,1.937 0.875-2,0.365-3.468 2,0.342 3.166 0,-3.356-0.196-1,0.443 2.646 1,2.811-1.038-1,1.322-1.981 0,1.311-0.135 1,-0.612-0.899-3,-6.066 5.797 3,3.726-3.124 4,5.732 21.231-4,0.179 2.324-4,0.000-1.615 2,-5.443 2.298 0,-1.315-3.114 1,2.443 0.260 0,2.595 0.979 0,1.444 3.067 0,0.372-2.192-1,0.045-0.080 0,-0.016-1.036 0,-0.037-1.225 0,-0.023 2.826 0,-0.046-0.127 2,0.890-2.548 2,10.259-9.613-1,1.010-1.643-1,0.702 0.042-1,-0.245-0.006-1,-1.070-0.002 1,-0.604-6.073 0,1.941-0.744 0,4.003 2.995-2,-1.679 2.593 1,2.253 0.661 1,2.250 0.443-3,1.073 0.224 1,-9.746 0.353 1,10.503 2.220 0,-1.994 2.181 1,-0.471 2.027 2,0.015 0.586-2,-0.842-1.225-1,-1.928-1.688 1,-2.384-0.081 1,-0.548 1.566-1,-1.198 1.482 2,-2.186 0.274-1,0.243 3.649-1,-6.076-1.221 2,-3.362 0.822 0,-1.661 0.793-1,-2.961 1.107-1,-4.546-3.564-1,-3.527-1.369 1,-3.892 0.688-1,-3.437 0.022-2,8.351-4.905 1,-0.284-0.677 0,-0.167-0.673 0,-0.081-0.618 2,-2.528-0.491 0,-1.117-0.482-1,-0.561-0.369 2,-0.176-0.268 5,2.745-0.168-8,0.495-0.092 0,0.554-0.060 1,0.559-0.035-1,-9.888-0.148 1,9.299 0.117 1,0.152 0.019 1,0.063 0.023-1,0.003 0.023 0,-0.032 0.021 0,-0.052 0.018 0,-8.510-0.000-1,3.015 0.030 1,2.809 0.016 1,2.041 0.005 0,1.234 0.000-1,-0.070-4.531 1,-2.756-2.432 0,-0.759-0.934 2,0.541 0.070-2,1.302 0.688-3,1.666 1.012 0,-7.172-2.501-2,1.136 3.815 5,1.333 2.510 7,1.193 1.281-10,3.768-0.861 0,3.345-6.532 6,18.393-2.483-1,-0.027 5.474-4,5.064-0.245 1,1.871-0.525-1,-0.055 0.656-1,0.395 1.430-1,0.266 1.521 2,-0.630 1.221 1,-1.499 0.821 0,-1.535 0.469 0,6.410 1.496 2,-8.575 0.258-1,0.541 0.679-1,0.182 0.634 1,-0.063 0.562-3,-0.220 0.475 0,5.801 3.178-1,-0.342 0.898 0,1.889 1.499 3,1.459 1.211 4,1.076 0.938-6,0.755 0.697-2,0.492 0.491 0,9.646 6.466-2,5.592 3.791-1,3.035 2.043 6,1.174 0.774 12,-1.096-0.409-18,-2.469-1.135-1,-3.166-1.516 2,-3.379-1.649 0,-3.183-0.997 2,-1.089-0.107 9,-1.399-0.646 1,-1.520-0.965 3,-1.505-1.120 2,1.409 1.094-13,-1.738-1.058-3,-1.566-0.894 1,-1.334-0.721 1,-1.082-0.554 5,-1.413-0.709 0,-1.506-0.749-1,-1.445-0.715 0,-1.291-0.636 1,-1.093-0.536 0,-1.480-0.643 0,-0.837 0.060 0,-0.695 0.210 0,-0.553 0.291 0,2.107 1.157 0,0.427-0.384 0,-0.027-0.562-1,-0.299-0.618 7,-3.270-2.973-9,-0.588-0.223-1,-0.608-0.118 1,7.642 10.169-1,-7.954-8.857 3,5.110 6.961 1,-2.979-4.329-1,-0.450-1.417 0,0.092-0.698-1,0.138-0.304 0,-0.218 0.551 1,-21.813-11.718 7,3.284-5.462-8,-6.362-1.191-3,6.038 0.620 2,-2.086-2.257 1,-1.532-1.767-2,-4.810-4.394-2,-0.660-0.511 0,0.007 0.263 1,0.422 0.723-1,-0.550-0.070 1,0.291 0.579 3,0.240 0.475 0,0.189 0.370 0,2.668 1.924 0,0.291-0.080 1,0.241-0.213-1,0.192-0.287 0,0.146-0.315 0,-1.679-1.453 0,-0.707-0.238-1,-0.813-0.139 1,-0.814-0.066-1,-0.750-0.015 1,0.445 1.455-1,0.075 0.571 0,0.726 0.642 0,1.101 0.644 0,1.269 0.602 11,1.291 0.532-7,1.693 0.565-6,0.781-0.251 1,0.594-0.443 0,0.431-0.544 0,0.296-0.577 3,-0.253-0.623 0,0.161 0.278 0,0.113 0.514 0,0.074 0.634 0,0.043 0.669 0,0.551-0.293-1,0.663 0.124 1,0.768 0.460-1,0.784 0.651 4,0.743 0.750 0,-5.271-6.333-3,2.321 2.804-2,2.954 2.254 3,1.625-1.904 0,13.015 1.391 2,8.104 8.646-3,-2.241 1.604-3,0.963 0.347 1,0.282 0.096-1,-0.066-0.032 1,1.209 5.265 0,-3.274 3.466 6,-1.998 0.869-5,1.386 2.603-3,-3.915-4.416 3,0.880 0.171-1,0.817-0.069 0,0.715-0.214 0,0.594-0.289 0,0.470-0.313 0,0.403 2.586-1,1.593 2.572 1,1.780 2.078 2,1.780 1.612 2,1.658 1.197-6,1.463 0.844-1,5.324 5.915-1,1.508 1.795-1,0.483 0.431 0,-0.185-0.440 12,-0.576-0.935-3,-1.583-0.457-8,0.928 1.316-1,-0.088-0.060 0,-0.762-0.976 17,-1.165-1.528-4,-1.362-1.564-12,-1.408-1.492 1,-1.353-1.350 0,-1.231-1.171 0,-1.072-0.979 4,-1.307-1.185 2,-0.789-0.678 1,-0.647-0.542-1,-0.516-0.417 0,0.437 0.524 1,-1.486-1.370-1,-1.593-1.491 0,-1.545-1.458 0,-1.496-1.709-1,6.446 5.047 6,-1.435-3.387-3,-1.349-3.118-3,-1.449-4.417 0,-10.008-13.641 6,-10.754 4.555-5,-1.342-5.042-4,-3.043-4.838 0,5.980 6.813 0,-0.670-0.656 0,-0.558-0.479 0,-3.317-3.427 0,-0.609-0.664 0,0.234 0.118 1,0.725 0.580 2,0.956 0.807 2,1.010 0.873-6,0.953 0.834 1,0.833 0.737 0,-1.442-3.526-1,-2.271-3.552 0,-1.875-2.356 9,-1.489-1.414 1,-3.632-5.170-12,-0.165-1.082 0,0.430-0.589 0,0.750-0.238 0,1.296 1.670 4,0.218 0.580 0,0.055 0.670-1,-0.053 0.671 2,2.080 2.986 1,0.918 0.813-1,1.048 0.750 1,1.062 0.658 0,1.000 0.554-1,-0.085-1.293 2,0.741 0.533-1,0.561 0.491 0,0.403 0.425 0,1.086 2.049 0,0.749 1.463 1,0.762 1.569-1,0.714 1.521 0,0.629 1.378 0,0.593 1.052 1,-1.280-4.021 1,12.899 5.416 7,4.579 18.760-5,-2.437 1.667-5,2.596 5.321-3,-5.263-7.307 1,0.305 0.534 1,0.249 0.390-1,-0.869-0.810 2,4.007 9.125-2,-3.230-1.123 1,0.351-0.836 2,-1.579-7.020 0,1.686 1.144-1,1.753 1.660-1,1.707 1.929-1,1.584 2.014 1,1.414 1.965-1,4.122 5.587 0,1.120 1.496-2,0.670 0.862 1,-2.965-4.013 0,-0.183-0.252 1,-0.285-0.387 1,-0.344-0.458 0,3.537 3.549 1,1.274-0.187 0,1.526-0.149 0,-2.219-3.198 0,-0.653-0.970 0,-1.059-1.069 0,-1.270-1.072 0,-1.053-0.995 0,-0.843-0.883 1,-0.652-0.755 1,-0.483-0.624-1,-0.144-0.009 1,-1.399-1.192-1,-1.515-1.229 0,-1.489-1.170 0,-1.370-1.053 0,0.427 0.578 1,-0.236-0.381 1,-0.428-0.691 0,-0.519-0.838 1,6.966 6.535-2,0.645-2.802-4,-0.881-3.085 3,-2.587-3.896 0,-17.441-16.126 6,-6.343-1.780-5,3.790 3.738-5,-1.136-0.728 2,-0.464 0.129-1,-0.179 0.477 0,0.010 0.644 0,0.601 0.219-8,-1.104-1.167 19,-0.920-1.069-10,-0.742-0.939 4,-1.936-1.188-3,-1.371-0.187-3,-1.365 0.089 0,-1.271 0.264-1,-1.723-0.867 2,-1.904-1.554 1,-1.898-1.903-1,-1.768-2.006 0,-0.667-0.711-1,0.102 0.188 1,0.600 0.768-1,0.889 1.098 1,-3.546-3.003 0,0.977 0.285 4,2.088 1.205-1,2.609 1.680 4,2.722 1.839 1,2.571 1.788-6,2.269 1.612-3,1.896 1.371 0,-9.351-5.703-1,-6.069-3.791 5,-3.121-1.981 6,-1.003-0.678-1,0.177 0.383-11,0.605 0.356-1,1.925 1.046 0,2.665 1.430 1,-1.371-1.565 9,2.629 1.690 3,2.803 2.119-11,6.820 4.880 8,2.070 1.418 9,1.952 1.300-16,1.766 1.149 1,-0.543-2.396 3,2.175 0.497 5,1.721 0.780 0,-3.454-5.883-2,2.627 3.231-7,1.296 2.131 4,2.822-1.188 2,14.741 8.099 1,0.616 3.368-4,0.810 0.097-1,-0.010 3.131 0,1.224 2.376 0,7.615 3.780-1,-8.661-2.613 1,0.115 1.481-1,-0.209 1.327 0,-1.258-0.617 1,1.395 1.243-1,1.748 1.289 0,1.876 1.239 0,1.844 1.129 0,1.938 0.837 0,1.399 0.212 0,1.125-0.077-1,0.871-0.264 1,0.646-0.371 0,0.454-0.418 0,0.954 0.796 0,2.710 2.409 0,3.152 3.007-1,3.262 3.232 1,11.657 8.534-2,4.502 2.862 1,3.630 1.852-1,0.245-0.936 1,-1.858-2.575-1,-3.000-3.369 1,-12.883-8.352 1,-2.942-1.979 1,-2.860-1.715 6,-2.652-1.440-1,-2.367-1.398 0,-2.042-1.296 1,-1.708-1.155-1,-1.386-0.997 0,3.021 1.955 0,-2.354-0.823-1,-2.229-0.594 0,-3.843-2.181 0,-1.570-0.922 0,-1.343-0.929-1,-1.104-0.872 0,-0.251-0.519 0,-1.415-1.387 0,5.857 1.827 0,-4.690-0.828 3,1.124 1.637 1,-13.606-21.357-3,-9.949 0.657-6,-5.792-4.093 2,8.823 8.508 0,-1.260-0.867-2,-1.315-0.848 1,-1.285-0.789 0,-3.874-2.723-1,-1.203-0.464 1,-0.821-0.172 1,-2.293-1.927-2,-0.927-1.332 2,-0.767-1.424 1,4.241 2.988-1,-0.462-0.923 0,-0.538-0.974-1,-0.563-0.958 1,-0.310-0.655-1,-0.118-0.411 1,0.021-0.219-1,0.117-0.075 1,-1.519-1.130-1,-0.568 0.182 2,-0.688 0.270 0,-0.729 0.315 0,-1.207-0.441-1,0.799 0.917 1,1.205 1.014-1,1.391 1.010 0,0.403-0.234 2,1.461 0.421 1,1.311 0.215 0,1.118 0.067 0,0.912-0.033-2,-0.464-1.061 0,1.136 0.935 0,1.642 1.679 1,1.827 2.010-1,1.798 2.058 10,1.755 1.813-5,0.761 0.486-7,-4.698-7.396 5,2.062 0.663 3,2.023 3.148-6,2.132 2.248 1,1.414-2.785 1,15.869 12.682 2,5.468 5.107-4,-3.758-2.470-3,0.059 1.231 1,-2.884 5.202 3,-3.740 1.325 1,0.657 0.368-3,2.843 0.982-1,3.331 2.432 0,-5.177-4.454 1,0.758 1.012 0,0.656 0.729 2,0.544 0.496-1,2.207 2.378-2,1.071 1.281-1,0.529 0.784-1,0.144 0.407 6,-0.115 0.137 1,-0.689-0.870-6,0.480 0.332 0,0.619 0.391-1,0.673 0.404 1,0.664 0.388 2,0.616 0.352 0,0.994 0.605-1,-0.060-0.565 1,-0.274-0.788 0,-0.394-0.876 0,-0.443-0.873 0,-0.446-0.809 1,-0.415-0.711-1,-0.366-0.598 1,5.104 4.921 0,1.814 2.062 0,0.802 1.126 13,0.117 0.461-6,-2.349-2.363-12,-0.509-0.955 1,-1.052-1.645 0,-1.332-1.981 1,-1.425-2.064 8,-1.387-1.976 2,-0.264-0.739-10,-1.356-1.042 1,-1.153-0.600 0,-0.933-0.276 4,-1.496-0.737 1,6.370 5.568 3,-2.871-1.567-2,-2.016-3.050-2,1.501-2.667 1,-3.650-12.177 0,-18.097-3.844-1,1.426 3.252-2,-3.477-2.865-3,-5.575-5.421 0,4.555 3.355 0,-2.335-2.058 3,-2.105-1.561-1,-2.181-1.522-3,-2.032-1.364 0,-1.762-1.146-1,-1.440-0.913 2,-1.100-0.140 1,-2.064-0.733 0,-2.028-0.642-1,1.613 1.068 2,0.585-0.307 1,1.071-0.256-1,1.303-0.205 0,-0.511-0.542 1,0.328 1.127 0,0.042 1.376-1,-0.138 1.419 1,0.970 1.896 1,1.855 2.229 0,2.146 2.172-1,2.149 1.958 1,1.974 1.664 0,1.703 1.345 1,1.395 1.037-1,-1.190-4.251 1,2.281-0.871-1,-0.020-1.386 11,0.062-0.756-4,0.110-0.292-11,0.149 0.534 0,0.163 1.038 0,0.162 1.297 1,0.150 1.379-1,0.132 1.339 3,1.005 1.260 1,0.757 0.615 0,-6.827-5.832 1,3.042 0.583 1,1.257 1.104 0,0.058 1.262-1,-2.088-0.931-2,0.982 0.080 1,5.029 2.513 0,17.734 0.248 5,2.173 14.968-6,-0.405-0.033-1,-0.767-3.287 0,2.658 2.636 0,1.321 2.613-1,0.650-0.799 1,1.803-0.851 0,-0.250 1.766 0,-0.696 3.382 1,-6.594-4.488 0,1.352 1.030 0,-0.365-0.507-1,0.760 0.349 0,0.653 0.230 0,0.542 0.137 0,1.456 0.916 0,0.795 0.527 0,0.740 0.555 0,0.650 0.532 0,0.894 0.791 0,0.984 0.898 0,0.970 0.900 0,0.889 0.836-1,-1.005-1.041 1,0.572-0.081 0,0.522-0.253-1,0.456-0.352 1,0.384-0.396 0,2.554 1.191 0,-0.816-0.616 0,-1.153-0.622 0,-1.271-0.575 0,-1.245-0.500 2,-3.789-2.324 0,0.179 0.130 0,0.517 0.297 0,0.724 0.396 0,3.287 2.351 0,-0.355 0.244-1,-0.783 0.071 1,0.141 0.328 0,-1.234-0.975 0,-1.208-1.152 0,-4.215-3.381 0,-0.777-1.163 1,-0.671-1.174-1,-0.562-1.119 1,9.031 2.877 0,-3.394-1.212 1,-3.873 0.029 0,-1.062 4.437 0,-4.236-1.807 0,3.107-3.446-3,-21.689-6.392 4,-0.059-5.909-5,-1.934-0.637-1,-3.694-1.200-1,-1.106-0.617 0,1.584 0.273 0,1.854 0.363 2,1.485 0.306-1,0.150 2.146 1,-0.611 1.688 4,-1.366 0.108 5,1.894-0.813-10,0.584-1.287 2,-1.035-1.140 0,2.499 0.846 0,0.461-0.631-1,-2.956-2.569 1,-1.160-0.265 0,-0.161 1.560 0,1.505 0.462-1,0.413-0.396 2,-4.074-0.587 1,0.138 0.764-3,1.364 0.867-2,0.362 0.208 2,0.479-0.229 0,2.951 0.521 1,2.738 0.478 2,0.271-2.258 0,0.874-1.479 0,2.149 0.258 0,-0.606-0.460-4,-2.754 0.693 1,-0.230 1.783 1,-0.007 0.443 0,0.074-0.091 0,-0.038-0.455 0,0.785-0.034 0,-0.329-4.302 0,3.346 1.999 1,-2.303 1.765 1,3.195-3.013-1,1.359-2.405-2,-2.269 0.664-1,-1.613 2.685 2,-1.922 0.243 1,-0.825 0.229-1,0.276 0.749-1,0.858 3.006 0,-4.441 0.633 2,6.376-3.782 2,0.716-2.146-4,1.404-0.367 1,1.015-0.407-4,4.077 23.957 7,0.129-0.046 0,2.803-0.400-1,6.935 1.135-4,-1.834-0.026 0,0.310 0.191 0,2.654 2.089 0,2.538 1.701 1,1.247 0.400-1,-7.104-8.202 2,0.146 0.295-1,-0.261 0.057 10,-0.350 0.071-19,6.775 9.938 9,-6.273-7.522 2,0.598 1.256 0,-0.616-0.612-2,-0.223-0.030 0,-0.382-0.294 0,-0.465-0.452 0,-0.491-0.530 0,1.257 1.084 2,0.830 0.349-1,0.623 0.064 1,0.445-0.128 2,0.396 0.191-1,-0.493-0.616-4,-0.718-0.693 0,-0.810-0.691 0,-0.808-0.639 1,4.652 8.559 3,-0.148-1.317 1,2.115 0.231 1,-4.690-6.457-6,0.778 0.190 0,0.499-0.270 2,0.598 1.357 0,-0.287 0.119-1,-0.496-0.340-1,-0.505-0.785 2,-0.475-1.012 4,-0.419-1.083-4,7.361 5.381-2,-1.837 0.035 2,0.771 2.261 6,-7.194-7.747-5,6.818 7.667-5,-0.563-1.275 1,-0.418-3.490 4,-2.794-3.547 1,-0.397 2.359 2,-2.111 0.662-2,0.533-1.946-3,3.593-0.595 1,-3.141-0.060 1,-0.781 1.595-3,-0.790-0.202 1,-0.168-0.305 0,1.931 0.379 1,2.632-0.304 0,1.288-0.854 0,0.450-0.780 0,-0.151-0.702-1,-0.655-0.620 1,0.408 0.128-1,0.509 0.275 1,0.390 0.225 1,0.249 0.147-1,1.084 0.125-1,-1.662 0.469 0,-0.899 0.539 4,-2.117-2.358-2,-1.601 0.887 0,3.648 2.599 2,-22.917-2.891-1,-4.667-6.529-3,-9.972 0.040-3,7.924 0.005 2,-0.822-0.732-1,-1.909-1.163 1,-1.642-1.365-1,-1.355-1.405-1,-1.075-1.336 2,-1.077-0.969-1,-1.005-0.664 1,-0.890-0.419 0,-0.755-0.229-1,-0.614-0.091 2,1.032 0.329-1,0.735 0.195 1,1.008 0.248 0,1.124 0.267 0,1.130 0.263 0,1.061 0.243 2,2.262 0.615-1,-0.193-0.158 1,-0.526-0.263 0,-0.729-0.321-1,-3.537-1.024 2,1.278 0.717-1,1.877 0.994 0,2.123 1.098 0,0.845 0.888 0,1.837 1.118 3,1.499 0.954-1,2.264 0.770 0,-5.055 0.201 11,29.405 3.070-10,2.407-1.836-4,2.179-0.010-3,0.906 0.001 1,-0.500 0.004 0,-0.894 0.005 1,4.425 0.003-1,-8.401 0.002 4,0.276 0.000 3,1.119 0.000-7,1.114 0.000 0,1.577 0.000 0,0.092 0.000 1,-0.253 0.000 0,-3.089 0.252 0,0.349 0.415 1,0.536 0.505 0,0.638 0.541 0,7.626 3.397-1,2.251 2.401 0,0.933 1.855-1,-1.778 0.092 3,-1.612-0.269-1,-2.033-0.723-3,-2.145-0.955 0,-2.049-1.027 0,-1.830-0.995 3,-1.553-0.897 0,-1.256-0.767 0,17.695 6.607 0,-3.473-0.449 12,3.362 1.689-10,1.433 0.885-7,-3.154-1.278 1,-0.905-0.419 0,-1.320-0.663 0,-1.524-0.788 0,1.708 0.633 0,-3.177-1.299 6,-3.135-1.219 1,-2.839-1.065 0,-2.415-0.879 0,-2.109-1.564 0,9.424 1.827 4,-1.766-2.502 3,-2.390-1.837-13,-0.104-1.006 1,-1.396 0.298 3,-3.219 1.600-1,2.229 3.453 4,-2.237-1.452-2,0.578-1.975 1,-23.423-2.569-2,-2.258-5.770-7,0.407-0.650 7,-5.355-1.788-3,7.546 3.696 0,-0.853-0.125 0,-0.658-0.059 1,0.629-0.063 0,-0.805-0.882 0,-0.853-1.057 0,-0.834-1.111-1,-3.424-1.990 1,0.344 0.611 0,0.814 1.175 0,1.032 1.419 0,1.076 1.446 1,1.539 0.933 0,1.283 0.422 1,1.189 0.132-1,-7.979-4.096 1,2.688-0.868-1,1.442-0.913 0,-11.020-7.890 0,0.063 0.156-1,-3.727-3.106-1,5.606 3.807 1,0.531 0.398 0,1.130 0.905-1,1.483 1.209-3,0.903 0.684 2,2.344 1.565 0,2.355 1.503 3,2.224 1.371 4,1.625 0.872-1,1.516 0.769 3,1.158 0.517 0,-6.275-6.132-3,2.715-2.486-2,4.224 0.770 2,3.558 2.488 1,2.587 0.826-4,2.354-0.137-1,2.968 0.613 4,7.597 6.400-3,1.479 5.414 1,-1.542-0.564 1,2.173-0.178-4,-0.833-0.081 1,0.613 1.279 0,-0.622 2.476 1,-1.296 0.592 0,0.696-0.607 0,0.623-0.605 0,1.051 2.289-1,0.853 2.994 0,-0.658 1.420 0,0.698 1.633-1,0.469-1.213 2,-2.473-3.324 1,1.012-0.233 1,1.873 1.184-2,-1.267 0.463-1,2.092-0.840 2,-0.579-2.168 0,-2.076-0.523 0,0.466 1.636-3,0.291 2.558 1,-3.062-0.382 2,-2.290-0.810-1,0.958 1.896 0,6.917 0.889 2,0.875 0.669 0,-0.502 0.175-6,-0.810-2.959 2,0.056-2.872 2,0.858 0.774 0,-2.080 2.368 2,1.320 1.690-4,-0.424 0.254 5,-2.730-1.744-3,0.706-0.119-2,0.235 0.008 2,-1.461-0.336 0,-0.783 0.098 0,-0.813-1.730 0,2.360-1.801 2,-1.895-3.622 0,1.821-1.532-1,-2.362-0.868-1,-14.182-10.280 2,-6.024 4.353-1,-2.395 5.960-2,-2.002-2.385 0,1.000-1.277 1,-2.031-2.161-2,0.702-3.456 0,0.846-0.365 1,-1.122 1.939 0,-1.422 0.922 1,1.063 0.072 0,0.273-0.156 1,-1.419-0.731-1,0.842 1.166-2,2.751 2.397 1,-0.726-1.896 3,-0.051-6.374 4,-1.003 0.729-9,-2.345-0.554 1,0.200 0.062 0,1.113 0.280 3,2.273 1.353-1,1.281 0.679 0,1.007 0.618 1,0.710 0.499 0,1.076 0.992-1,-2.635-2.695 1,0.528 0.566-1,0.007 0.065 0,21.957 9.805-3,0.838 7.097 1,-0.395-0.309 1,-0.260-0.202-1,-0.063-0.050 1,0.005 0.004-1,0.012 0.009 0,0.002 0.003 1,0.002-0.001-1,0.000 0.000 1,-0.001 0.000-1,0.000-0.000 0,0.001 0.000 1,-0.001 0.000-1,0.000 0.000 1,0.001 0.000-1,-0.001-0.000 0,0.000 0.000 1,0.001 0.000-1,-0.001 0.000 0,0.000 0.000 1,0.001-0.000-1,-0.001 0.000 1,3.484 5.139 7,1.374 2.192 28,0.494-0.246-38,-1.399-1.824 1,-2.619-1.916 1,-2.624-1.491 1,1.213 3.546 5,-9.395 1.041-1,-17.127-5.051-3,-2.003-5.239-2,-2.974-1.410-1,-1.320-0.731 0,-0.353-0.280-1,0.099-0.038 1,0.234 0.060 0,0.217 0.079 0,0.151 0.063-1,0.085 0.041 1,0.036 0.020 0,0.009 0.008 0,-0.004 0.000 0,-0.006-0.001 0,-0.007-0.002 0,-0.004-0.002 0,-0.003-0.001-1,-0.002-0.000 1,0.000-0.000 0,0.000 0.000 0,0.001 0.000 0,0.001 0.000 0,0.000-0.000 0,-0.001 0.000 0,0.000-0.000-1,0.001 0.000 1,-0.001 0.000 0,0.000-0.000 0,0.001 0.000 0,-0.001-0.000 0,0.000 0.000 0,0.001 0.000-1,-0.001-0.000 1,0.000 0.000 0,0.000-0.000 0,0.001 0.000 0,0.000 0.000 0,-0.002-0.000 0,0.002 0.000 0,-0.001-0.000-1,0.001 0.000 1,-0.002 0.000 0,0.002-0.000 0,0.000 0.000 0,-0.001-0.000 0,0.000 0.000 0,0.001 0.000-1,-0.001-0.000 1,0.000 0.000 0,0.000-0.000 0,0.001 0.000 0,0.000 0.000 0,-0.002-0.000 0,0.002 0.000 0,-0.001-0.000-1,0.001 0.000 1,-0.002 0.000 0,0.002-0.000 0,3.206-1.624 0,10.679-8.059 187,14.987-0.992-184,1.446 5.081 0,5.655 1.831 0,7.129 1.465-3,-7.073 1.705 1,1.068 0.306 0,0.591 0.238 0,0.245 0.177-1,0.008 0.125 2,-0.141 0.082-1,-1.853 0.035 1,0.185 0.021 0,0.297 0.009 0,0.354-0.000 0,0.369-0.006 1,1.180 0.162 0,-0.759 0.245 1,-1.040 0.286-1,-1.145 0.291 0,-1.125 0.272 0,-1.032 0.241 0,-0.895 0.203 0,15.395 3.737 1,-7.029-0.853-1,2.222 0.693 1,1.146 0.380 0,2.448 0.681 1,0.424 0.147-6,0.091 0.042 0,-2.162-0.529 0,-0.759-0.172 5,-0.851-0.196 0,-0.846-0.197 0,-3.333-0.716-1,-1.348-0.129 1,-1.377-0.098-1,-1.314-0.071 0,0.748 0.320 1,-1.455-0.661 2,-1.244-0.750-1,-1.011-0.744 1,9.283 4.738 0,-1.964 1.982 1,-0.157 1.703-3,-8.843-5.248-3,1.123 0.203 1,-0.038-0.770 1,-0.162-0.936 0,8.812 1.500 1,-4.210-2.932-2,-4.026-1.832 2,2.245 0.484 1,-5.628 8.013 2,3.328-5.232-2,1.759-1.453-3,-3.724 3.568 0,-13.483 3.965 1,-7.905-9.784 0,-0.226-0.696 0,-4.221-0.007-1,-0.563 0.033-1,5.525 0.017 1,-2.262 0.002-1,-2.103 0.002 1,-0.995 0.001-1,-0.508 0.001 0,-0.063 0.000 0,0.218 0.000 0,0.377 0.000 1,1.819 0.000 1,1.545 0.000 0,1.680 0.000-1,-7.224 0.000 1,-0.791 0.000 10,8.077-0.000-11,-2.555-0.461 0,-1.259-0.741 0,-0.982-0.882-1,-0.735-0.921 1,-0.525-0.890-1,-0.431-0.611 1,0.110-0.272 0,0.289-0.067-1,0.388 0.074 1,0.429 0.163 0,0.429 0.211 1,-3.646-0.435-1,-1.644 0.263 1,-1.908 0.244 0,-1.907 0.211-2,-1.742 0.173 1,1.258 0.682 0,-1.844 0.044-1,-1.045 0.006 1,-0.445-0.021 1,-0.018-0.037 11,-1.725-0.530-15,-1.114-0.641-1,-1.280-0.742 0,-1.306-0.758 0,-1.663-0.050 4,-1.814-0.156 0,-0.552-0.008 1,0.336 0.094-1,-2.030-0.163 9,0.113 0.229-7,0.088 0.250-8,0.066 0.247 1,2.052 0.220 5,1.106-0.089 0,1.266-0.174 1,1.294-0.220 0,1.232-0.237 0,-3.904-0.567 1,0.669 0.708-1,0.484 0.915 1,0.330 0.970 0,7.523 1.363 0,0.507 0.560 0,0.403 0.498 1,0.313 0.428-1,-5.759 0.280 0,1.302 0.407 1,1.560 0.289 0,1.593 0.191 0,-1.397 0.103-1,-2.689 0.056 0,-2.438 0.021 2,-0.283-0.003 8,1.118-0.018-16,1.933-0.027 0,2.311-0.030 0,6.011-0.043 1,1.101-0.021 5,0.786-0.019 0,0.525-0.016 1,-4.701-0.010-1,1.226-0.017 1,1.341-0.012 0,4.410-0.007-1,0.259-0.004 1,-0.029-0.003 0,-0.224-0.001 0,-0.876-0.000-2,-0.193 0.000-1,0.281 0.000 1,0.584 0.000-1,0.501 0.001 7,0.415 0.000-5,0.332 0.001-4,0.256 0.001 1,-1.152 0.000 1,1.312 0.000 1,1.492 0.000 1,1.498 0.000-1,-0.363 0.000 1,-0.306 0.000 2,0.250 0.000-1,0.600 0.000 0,-1.621 0.000 1,-0.017 0.000-5,-0.157-0.000-1,3.009 0.269 3,0.548 0.434 0,0.620 0.520 0,0.632 0.547 0,-0.933 0.854 1,0.186 0.559-1,0.041 0.455 1,-0.057 0.355-1,-0.326 0.190 0,0.909-0.397 0,1.071-0.562 0,-7.876 1.392 0,2.175-1.403 1,-5.668 2.814-1,8.113-1.439 0,0.976-0.343-1,-0.388-0.114 0,-0.090-0.333 0,0.114-0.459 0,0.243-0.516 0,-0.228-0.187 1,0.428-0.123 0,0.446 0.007 0,0.427 0.091 0,0.386 0.140 1,-1.552 2.200-1,-0.538 1.254 1,-0.688 0.755 2,-0.193-0.118 2,0.128-0.646-8,0.316-0.917 1,1.465-0.884 0,0.637-0.347 2,0.640-0.189 1,0.595-0.074-1,0.566-0.579 1,-9.603 2.005-1,2.958-1.725 3,5.386-0.581-1,-0.589 0.387-4,0.353-0.060 3,0.891-0.324-1,0.249-0.013 0,-0.673 0.306-1,-0.976 0.423 0,2.026-0.597 1,-9.175 2.321-1,2.061-0.995 1,0.796 0.470 2,1.110 0.545-2,0.544-0.767 0,-2.225-0.376-1,-0.130 0.892 1,3.519 0.389 1,1.260-1.080-1,-0.959-1.168 1,-1.355-1.173-1,-2.791-0.896 0,-0.132-0.768-1,3.996-0.437 1,3.067-0.131 1,-2.361-0.086 1,0.527 0.064 0,-0.678 0.078-2,28.775 1.529-6,7.132-0.455 3,-9.794-0.449 1,0.547 0.017 0,0.332 0.010 0,0.172 0.005 0,0.060 0.002 0,-0.012-0.000 0,-0.055-0.002 0,-0.076-0.002 0,-0.081-0.003 0,-0.077-0.002 0,-0.068-0.002 0,-0.056-0.001 0,-0.044-0.001 1,-0.033-0.001-1,-0.023-0.001 0,-0.015-0.000 0,-0.009 0.000 0,-0.004 0.000 0,-0.001-0.000 0,0.001 0.000 0,0.001 0.000 0,0.002 0.000 0,0.002 0.000 0,0.002 0.000 0,0.002 0.000 0,0.002 0.000 0,0.001 0.000 0,0.001 0.000 0,0.001 0.000 0,0.000 0.000 1,0.000 0.000-1,0.000 0.000 0,0.000-0.000 0,0.000 0.000 0,0.000 0.000 0,0.000 0.000 0,0.000-0.000 0,0.000 0.000 0,0.000 0.000 0,-0.000 0.000 0,0.000-0.000 0,0.000 0.000 0,0.000 0.000 0,-0.001 0.000 0,0.000 0.000 0,0.001 0.000 0,0.000 0.000 1,0.000-0.000-1,-0.001 0.000 0,0.001 0.000 0,-0.001 0.000 0,0.001-0.000 0,0.000 0.000 0,-0.001 0.000 0,0.001 0.000 0,-0.001-0.000 0,0.001 0.000 0,0.000 0.000 0,-0.001 0.000 0,0.001-0.000 0,0.000 0.000 0,-0.001 0.000 0,0.001 0.000 1,0.000-0.000-1,-0.001 0.000 0,0.001 0.000 0,-0.001 0.000 0,0.001-0.000 0,0.000 0.000 0,-0.001 0.000 0,0.001 0.000 0,0.000-0.000 0,-0.001 0.000 0,0.001 0.000 0,0.000 0.000 0,-0.001-0.000 0,0.001 0.000 0,-0.001 0.000 0,0.001 0.000 0,0.000-0.000 1,-0.001 0.000-1,0.001 0.000 0,-0.001 0.000 0,0.001-0.000 0,0.000 0.000 0,0.000 0.000 0,0.000 0.000 0,-0.001-0.000 0,0.000 0.000 0,0.000 0.000 0,11.571 0.016-1,1.644-0.168 30,0.531-0.076 107,-1.719-0.074-117,-2.970-0.066-21,-3.497-0.056 1,-3.537-0.045 1,-3.268-0.035 0,3.936-0.021 0,-4.726-0.062 0,6.432-0.029 11,0.015 0.059 7,3.524 0.001-19,1.470 0.001 0,0.046 0.001-1,-0.869 0.001 1,-1.390 0.000-1,-1.507 0.224 2,-3.206 0.343-1,-3.274 0.390 1,3.632 2.081 5,-8.357 5.637 7,-20.976-3.418-6,-1.652-3.938-6,-0.503-0.942 0,0.425-0.217 0,0.417 0.048 0,0.211 0.081-1,0.061 0.049 1,-0.002 0.018 0,-0.015 0.002 0,-0.009-0.002 0,-0.004-0.002 0,-0.003-0.001 0,0.003 0.000 0,0.000 0.000 0,-0.001 0.000-1,0.000 0.000 1,0.001-0.000 0,0.000 0.000 0,-0.002-0.000 0,0.002 0.000 0,0.000-0.000 0,-0.002 0.000 0,0.002-0.000-1,0.000 0.000 1,-0.001-0.000 0,0.000 0.000 0,0.001-0.000 0,0.000 0.000 0,-0.002 0.000 0,0.002-0.000 0,0.000 0.000-1,-0.001-0.000 1,0.000 0.000 0,0.001-0.000 0,0.000 0.000 0,-0.002-0.000 0,0.002 0.000 0,0.000-0.000 0,-0.002 0.000 0,0.002-0.000-1,0.000 0.000 1,-0.001-0.000 0,0.000 0.000 0,0.001 0.000 0,0.000-0.000 0,-0.002 0.000 0,0.002-0.000 0,0.000 0.000-1,-0.002-0.000 1,0.002 0.000 0,0.000-0.000 0,-0.001 0.000 0,0.000-0.000 0,0.001 0.000 0,0.000 0.000 0,-0.002 0.000-1,0.002-0.000 1,0.000 0.000 0,-0.002 0.000 0,0.002-0.000 0,0.000 0.000 0,0.000-0.000 0,-0.002 0.000 0,0.002-0.000 0,0.000 0.000-1,-0.002-0.000 1,0.002 0.000 0,0.000-0.000 0,-0.002 0.000 0,0.002-0.000 0,0.000 0.000 0,0.000-0.000 0,-0.002 0.000-1,0.001 0.000 1,-0.001-0.000 0,0.001 0.000 0,0.000-0.000 0,-0.001 0.000 0,0.000-0.000 0,0.000 0.000 0,0.000-0.000-1,0.000 0.000 1,-0.000-0.000 0,0.000 0.000 0,0.000-0.000 0,-0.000 0.000 0,0.001-0.000 0,-0.001 0.000 0,0.000-0.000 0,0.000 0.000-1,0.000-0.000 1,0.000 0.000 0,-0.000 0.000 0,0.001-0.000 0,-0.001 0.000 0,0.000-0.000 0,-0.000 0.000 0,0.001-0.000-1,-0.001 0.000 1,0.000-0.000 0,0.000 0.000 0,-3.367-0.040-1,4.308-0.184 127,1.712-0.060-27,-2.143-0.037-99,1.798-0.035 0,0.747-0.003 3,-0.619-0.220 3,-1.241-2.687-6,6.411-7.965 3,13.257-0.163 0,7.577 0.976-1,-0.226 3.260-1,1.035-0.429 0,-0.325-1.467-1,-1.391 1.563 2,-1.244 2.325 0,5.874-0.758-2,4.600 0.337 3,-7.259 2.218 0,0.710-0.119-3,0.302-0.177 0,0.019-0.201-1,-1.762 0.457 2,-0.152 0.254 0,-0.146 0.338 1,-0.134 0.376-1,4.479 0.235 1,1.862 0.436 1,1.042 0.383-1,0.440 0.321 2,-1.354 0.280-1,1.232 0.167-4,1.436 0.129-1,1.487 0.095 0,7.201 0.090 3,0.648 0.056-1,-0.069 0.024 0,-0.497 0.003 0,-7.424-0.036 2,0.261-0.009-1,0.557-0.011 0,0.732-0.012 1,0.097-0.011-1,-0.349-0.011 1,-0.641-0.010 0,-0.809-0.008 1,0.977-0.007-1,-0.187-0.006 1,0.004-0.005 0,0.133-0.004 1,-0.877-0.002-2,-1.508-0.002-1,-1.843-0.001 1,-1.961-0.000 0,1.777-0.001 0,-2.107 0.000 3,-1.713 0.000 2,-1.322 0.000-2,-2.856 0.001-2,-0.411 0.000 0,-0.181 0.000 0,-0.016 0.000 0,0.916 0.000-1,-1.275 0.000 1,7.370 0.000 0,-5.810 0.000 1,-0.324 0.000 2,-1.025-0.000 0,-24.981 0.000 1,-3.982 0.000-8,4.236 0.000 1,0.685 0.000-1,-4.063 0.000 2,1.727 0.000-1,-3.350-0.174 0,-0.639-0.271 4,-2.572-0.311 1,-0.712-0.312-6,0.518-0.288-1,1.252-0.251 1,1.619-0.208 0,1.726-0.166 1,-1.678-0.688-1,-0.796-0.762 0,-0.729-0.807 12,-0.626-0.765-1,-0.510-0.674-11,0.129-0.867 0,-0.445-1.203-1,-0.407-1.215 1,-0.350-1.125 1,0.080-0.247 1,0.340 0.320 1,0.475 0.646 0,0.520 0.797 0,2.427 1.228 1,0.674 0.319-1,0.631 0.183 1,0.560 0.082 0,0.476 0.009-1,-4.230-0.808 0,-1.575-0.227 1,-0.713-0.240 0,-0.119-0.229 5,0.260 0.162-6,0.475 0.392-4,0.570 0.503 1,0.583 0.532 0,1.817 0.757 4,0.919 0.367-1,0.901 0.292 1,0.822 0.224-1,1.043 0.181 2,1.107 0.141-1,1.067 0.105 0,0.963 0.074 0,-0.129 0.131 1,0.375 0.634 0,0.169 0.705-1,-8.214-2.931 1,0.770-2.593 0,0.461-2.084-3,0.179-0.544 0,8.555 5.454 1,-7.569-3.388 0,3.358 3.296 1,0.902 0.836 2,-0.731-0.938-3,2.269-1.991-1,4.164-0.852 2,9.177-2.755 3,11.930 10.099-2,-2.406 1.541-3,1.299 0.176-1,-0.808-0.009 1,3.920-0.001 1,1.152-0.148 1,-2.494-0.093-2,5.921-0.022 0,0.911-0.008-1,-9.587 0.001 1,0.565-0.000 0,1.787 0.283-1,1.235 0.458 2,1.278 0.549-1,1.231 0.578 0,1.946 0.816-1,2.313 0.929 0,2.423 0.949 0,2.353 0.907 0,3.012 1.179-1,0.007 0.571 1,-0.789 0.373-1,-1.255 0.217 1,-1.476 0.101-1,-0.126-0.782 3,2.794 0.199 0,2.576 0.240 0,2.287 0.257 7,9.858 1.842-2,-0.169-0.417-12,-1.431-0.645 0,-2.101-0.734 1,0.536-0.427 3,-2.418-0.746 3,-2.835-0.646 1,-2.834-0.528 21,-2.732-0.624-24,-1.716-0.265-2,-1.863-0.175-1,-1.804-0.105 22,-6.199-0.863-17,-1.567 0.029-3,-1.493 0.073 1,-1.362 0.099 0,-0.520 0.074 1,-1.137-0.321 4,-0.939-0.422 0,9.702 1.795 2,-3.621-1.834-3,-4.330-1.571 0,-24.738-1.981-4,-10.921-0.331-1,9.306 0.433 1,-0.843 0.005 0,-0.538 0.011 0,-0.305 0.015 0,-0.139 0.014 0,-0.025 0.014-1,0.045 0.012 1,0.084 0.009 0,0.098 0.007 0,0.099 0.005-1,0.091 0.003 1,0.076 0.002 0,0.062 0.001 0,0.047 0.001 0,0.034 0.000 0,0.022-0.000 0,0.015 0.000-1,0.008-0.000 1,0.003-0.000 0,0.000-0.000 0,-0.001-0.000 0,-0.003 0.000 0,-0.003-0.000 0,-0.003 0.000-1,-0.002 0.000 1,-0.002 0.000 0,-0.002 0.000 0,-0.002 0.000 0,-0.001 0.000 0,0.000 0.000 0,-0.001 0.000 0,0.000 0.000-1,0.000 0.000 1,0.000 0.000 0,0.000 0.000 0,0.000 0.000 0,0.000 0.000 0,0.000-0.000 0,0.001 0.000-1,0.000 0.000 1,0.000 0.000 0,0.000 0.000 0,-0.001 0.000 0,0.001 0.000 0,-0.001 0.000 0,0.001 0.000-1,-0.000 0.000 1,0.000 0.000 0,0.000 0.000 0,0.000-0.000 0,0.000 0.000 0,0.000 0.000 0,0.000 0.000 0,0.000 0.000-1,0.000 0.000 1,0.000 0.000 0,0.000 0.000 0,0.000 0.000 0,0.000 0.000 0,0.000 0.000 0,0.000 0.000-1,0.000-0.000 1,0.000 0.000 0,-0.000 0.000 0,0.000 0.000 0,0.000 0.000 0,0.000 0.000 0,0.000 0.000-1,0.000 0.000 1,0.000 0.000 0,0.000 0.000 0,0.000 0.000 0,0.000 0.000 0,0.000-0.000 0,-0.000 0.000 0,0.000 0.000-1,0.000 0.000 1,0.000 0.000 0,0.000 0.000 0,0.000 0.000 0,0.000 0.000 0,0.000 0.000 0,0.000 0.000-1,0.000 0.000 1,-0.000 0.000 0,0.000-0.000 0,0.000 0.000 0,0.000 0.000 0,0.000 0.000 0,0.000 0.000-1,-4.223-4.796 1,-1.597-2.873-1,0.587-1.436 86,1.891-0.427-5,2.544 0.233-39,2.738 0.623-41,2.634 0.813 0,-3.355-5.683-1,6.389 2.902 1,2.593-2.094 0,2.950 0.735 1,1.870 0.329 16,-3.098-0.082-8,-2.840-0.520-9,0.702 2.527 0,-0.072-0.081 1,0.056 0.044-1,0.056 0.049 1,0.028 0.025-1,0.009 0.009 0,0.000 0.000 1,-0.002-0.001-1,-0.001-0.001 1,-0.000-0.001-1,0.000 0.000 0,0.000 0.000 1,0.000-0.001-1,0.000 0.001 1,-0.000-0.000-1,0.000 0.000 0,0.000 0.000 1,0.000 0.000-1,-0.000 0.000 1,0.000-0.000-1,0.000 0.000 0,-0.000 0.000 1,0.000 0.000-1,0.000 0.000 1,0.000 0.000-1,-0.000-0.000 0,0.000 0.000 1,-0.950-2.547-1,2.761 0.723 17,2.774 0.879 13,0.435-0.116-24,0.132 22.260 0,4.650 2.488-6,0.350-3.798 0,3.682 2.956 0,-0.115-2.570 2,-1.839 1.066 0,-3.842 0.629 2,3.803 0.170-2,-0.981-0.525 0,0.900 1.077-1,-1.082 0.545-1,-1.703 0.614 0,-1.717-0.990 2,-1.191-1.343 0,-0.210 3.460-18,5.572-5.117 41,4.389-10.407-22,2.873 0.063-1,-0.677-0.122 0,-1.439-3.809-1,-0.094-3.088 0,-0.637 2.401 2,-1.984-5.078 0,-1.142-0.851-2,0.742 0.464 0,-0.546-1.946 0,-2.072-2.890 0,-2.224 0.181 0,-1.659 0.167 1,-1.326-0.044 0,-0.794 0.560-1,-0.257-0.788 1,-0.064-2.710 2,0.007-2.292-2,0.059-0.078-3,0.105 8.824 2,0.019 0.308 1,-0.005-10.224 0,0.039 5.833 0,0.015 2.236 1,0.007 1.598 0,0.002-0.679 2,0.000-3.160-4,-0.001-3.441 1,-0.003 8.015-1,-0.000-0.042 0,0.000-10.307-1,-0.001 2.662 1,-0.001 3.270 1,0.000 1.870 0,0.000-0.092 3,0.000 0.180-2,0.000 1.188-1,0.000-0.691-1,0.000-0.582 2,0.000-0.708 4,-7.979 26.291-2,3.413-0.569-6,1.441 6.111 1,2.098-5.573 0,0.281 1.487 0,0.235 1.032 3,0.188 0.665-2,0.143 1.337-2,0.108 0.989 0,0.073 0.929 1,0.045 0.814-1,0.024 0.676 2,0.009 0.533 0,-0.001 2.714-1,-0.007 1.181 1,-0.010 0.022-1,-0.011-0.698 8,-0.011-1.087-1,-0.009-1.238-9,-0.008-1.229 1,1.488 5.105-1,1.179 4.853 0,0.896 3.032 10,0.650 1.632 1,0.192-2.114-11,0.300-1.331-1,0.204-1.952 0,0.127-2.255 1,-0.234-1.882 0,0.015-1.108 4,-0.007-1.551 4,-0.022-1.776-1,0.473 1.740 6,-0.629-1.536-5,-0.746-1.191-7,-1.010-2.663 2,-0.591-0.397 3,-0.538-0.168 0,-0.469-0.004-1,-0.320 2.129-1,-0.414-1.149 0,-0.303-1.395 0,-0.210-1.435-1,-0.203 6.583 3,-0.146-2.143 1,-0.095 2.089-1,0.490-4.360 0,2.455-3.180 1,2.363 0.360-2,-0.203-2.404-1,6.574-0.531 2,-0.539-7.994-3,1.555-7.542 1,-5.921-7.476 0,-2.681 0.637 1,0.884-2.727-2,-0.410-2.112-1,-1.022-1.647 1,-1.161 0.237 0,-0.964-1.247 1,-0.683-2.229 1,-0.321 2.179-2,-0.114-2.262 0,0.023 9.053 0,-0.003-0.516 1,0.002-0.413-1,0.006-0.318 1,-0.504-2.667-1,-0.759 0.229 0,-0.858 0.463 1,-0.301 0.670-1,-0.007 0.366 2,0.198 0.297 0,0.310 0.229-1,0.083 0.793 0,-0.198 0.034 0,-0.304-0.034-1,-0.349-0.074 1,-0.525-0.760 0,-0.341-0.056 0,-0.284-0.021 0,-0.225 0.002 0,0.028 1.654 0,-0.423 0.646 0,-0.459 0.724 0,-0.451 0.726 0,-0.415 0.678 0,-0.760-0.215 0,-5.762-7.312 1,1.871 2.566 0,1.581-0.979 0,4.354 5.444 0,-0.329-0.194-1,-0.390 0.404 1,-6.157-7.405-1,0.396 3.622-2,1.125 3.030 1,-0.417 3.345 3,1.490 15.954 7,0.881 7.048-10,2.434 1.323-1,-0.958 0.063 0,0.407 2.654-1,2.147 0.093 6,1.557 0.302-4,1.221-2.388-2,0.718-2.526 1,0.402-1.610 4,0.180 0.310 2,0.049 0.971-5,0.007 6.785-1,-0.065-0.919 3,-0.067-5.405 1,-0.033-1.104-4,-0.022 0.176 2,-0.013 2.700 0,-0.006 3.415-1,-0.001 0.681 0,0.001-1.566 0,0.002-1.206 0,0.002-3.561 1,0.001-1.983 5,0.001-0.012-4,0.000 1.456-2,0.000 0.154 0,0.000 0.907 1,0.000 1.369 1,0.000 0.163-2,0.000 0.177 1,0.000 0.961-1,0.000 0.590 1,0.000-1.708 0,0.000-2.961 0,0.000-2.161 0,0.000-0.214 2,-0.224 1.664-2,-1.374 0.102 0,-1.758-1.472 0,-1.516-0.957 0,-0.889-0.301 0,-0.442 0.128 0,0.193 0.680 0,1.666-0.623 0,1.638 1.119 2,1.423 1.883-1,0.387-1.089-2,-1.516-0.145 0,-6.684-6.295 3,-2.254-7.579-1,-1.552 0.644 0,1.510 0.268-1,5.569-9.320 0,6.078-2.669 1,-0.262-0.121-1,0.003 0.389-1,0.003-0.353 0,0.001 0.037 1,0.000-3.557-2,0.000 3.135 0,0.000 0.820 1,0.000-0.160 4,0.000 1.030-1,0.000-2.832-2,0.000 0.809 0,0.000 1.782 0,0.000-2.313 1,0.000-1.601-1,0.000 2.080-2,0.000 0.652 2,8.067-1.862 1,2.639-0.721 0,0.045-2.052-6,1.069-0.234 3,-0.149 0.282 1,-2.799-1.579 0,-2.849-0.152 5,1.552 1.551-6,3.722-2.084 6,-3.227 6.474-5,-0.406 0.366-1,-0.893 0.767 0,-1.117 0.949 0,2.239-7.858 0,-2.938 8.023 3,1.549-1.720 0,1.414-1.565 4,-0.985 2.462-4,0.556-0.118-3,0.480 0.052 0,0.401 0.167 0,2.984-3.347-1,0.105 0.065 3,-0.156 0.113-1,-0.299 0.132 1,-0.923 1.208-1,-0.705 1.073 1,-0.717 1.168-1,-1.598 2.262 1,6.428-6.970 5,-0.199 1.326-3,0.746 1.755-2,0.165 3.763 0,0.467 3.438 1,-0.500 2.783 0,-1.363 1.815 0,-1.166 0.897-1,3.143 0.970-1,0.600 1.235 4,-1.408 1.020-1,-1.822 0.675-4,8.220 5.987 0,-8.443-3.257 6,0.892 0.967-6,0.522 0.721 0,0.248 0.511 0,1.565 3.300-1,-0.001 1.555 0,-0.126 0.906-1,-0.190 0.434 14,-1.513 0.067-13,1.080 2.360-1,0.944 1.901 1,0.796 1.477 5,0.739 1.481 0,-0.910-0.690-6,-1.345-1.305 0,-1.542-1.623 0,-0.059-0.239 1,-0.098-0.821 3,0.325-0.498 5,0.572-0.253-4,0.688-0.079-2,1.128 2.358 1,0.076 0.850-1,-0.133 0.371 0,-0.252 0.042 13,0.417-0.023-13,-0.368-1.639-3,-0.368-1.876 1,-0.335-1.852 0,-2.287-3.075 4,-0.381-0.822 1,-0.332-0.560-1,-0.277-0.350 1,-0.223-0.189-2,0.086-0.817 1,0.283-1.173-1,0.392-1.326 1,0.437-1.336-1,0.437-1.252 1,2.189-0.174-1,2.483-0.182 1,1.993-0.359-1,1.542-0.458 3,3.059-0.379-2,1.771-0.548-5,1.573-0.508 0,1.339-0.448 0,3.842-0.316 1,-1.622-0.380 1,-2.416-0.281 0,-2.693-0.196 1,-2.632-0.127 0,-3.664-0.045 3,1.688-0.030-1,2.587-0.013 1,3.039-0.001-3,1.808-0.262 0,0.866-0.422 0,0.180-0.505 0,-0.296-0.531 0,1.318-0.437 0,-1.540-0.029 1,-1.772 0.142 0,-1.800 0.243 0,-1.692 0.292 0,-1.505 0.304-1,-1.279 0.290 1,0.834-0.250 0,2.466-0.696 0,2.369-0.903-1,2.162-0.990 19,0.819-0.706-17,-0.137-0.472-6,-0.774-0.285 1,-1.161-0.143-1,2.401-0.600 1,-2.736 0.690 4,-2.833 0.867 1,-2.663 0.908 1,-5.697 1.253 0,-1.187 0.517 1,-0.894 0.457-1,-0.641 0.392 1,0.734-0.011-1,-0.911-0.161 0,-0.889-0.327 0,-0.813-0.414-1,0.483-0.498 1,7.677-1.954-1,-6.249 1.429 11,-31.424 0.313-12,-2.638 2.759-2,7.871-0.080 0,-1.414-0.010 0,-1.210-0.010 0,1.813-0.011 0,-0.348-0.005 1,-0.238-0.005-1,-0.149-0.004 0,-5.513-0.002 0,-1.479-0.004 3,-1.435-0.002-1,-1.278-0.001-1,1.247 0.000-1,-2.842 0.000 0,-3.200 0.000 0,-3.223 0.000 0,-2.108 0.000-1,-1.237 0.000 0,-0.580 0.000 0,-0.110 0.000 0,2.884 0.000 1,1.554 0.000 2,1.841 0.000-1,1.927 0.000 0,-1.568 0.265 1,0.993 0.415 4,0.586 0.481 0,0.281 0.487-2,0.066 0.456-3,-2.836 0.633 0,-3.167 0.918 1,-2.274 0.976-1,-1.536 0.949 8,-0.647 0.254-4,-0.021-0.221-9,0.393-0.519 1,0.639-0.680-1,-2.945 0.111 3,2.267-0.142 4,2.500 0.048-1,4.152-0.401 0,4.018-0.533 5,3.947-0.616-2,3.584-0.617 0,1.159-0.568 2,1.100-0.491 1,0.972-0.403 2,0.814-0.316-2,0.789-0.236-8,1.805-0.179 0,-7.375-0.222-1,7.309-0.093 7,-0.350-0.083 1,22.246-11.289 2,1.077 5.700-9,3.003-0.979-1,1.881-0.609 1,0.621-0.132 0,3.477-0.500 0,-7.700 3.959 2,1.325-0.071-1,2.791-0.502 0,1.145-0.025 0,0.822 0.010 0,0.556 0.029 0,-1.321 0.973 0,1.751 0.466 0,2.027 0.525 0,2.075 0.530-1,0.854 0.564 1,2.159 0.402-1,2.104 0.348 0,1.940 0.290 0,8.388 0.212 0,3.098 0.233-1,2.639 0.160 0,2.140 0.102-1,-5.907 0.032 1,0.488 0.022 0,0.340 0.008 0,0.219-0.003 0,-0.396-0.010 2,-0.791-0.014 1,-1.008-0.016 0,-1.097-0.016 1,11.873-0.007 0,1.875-0.019 1,-0.125-0.016 0,-4.841-0.013 6,-2.240-0.008-5,-2.469-0.006-10,-0.477-0.005 1,-3.449-0.003 8,-3.270-0.002 1,-1.880-0.000 1,-0.865 0.000 0,-0.170 0.000 0,-7.489 0.001-3,-1.275 0.000-1,-1.380 0.000 0,-1.379 0.000 0,0.977 0.000 0,-1.817 0.000 2,-1.697 0.000 0,-1.502 0.000 0,-1.272 0.000-1,-1.034 0.000 0,-0.904 0.000-1,-0.390 0.000 1,-0.184 0.000-1,-0.036 0.000 1,-0.021 0.000 1,-1.081-0.000-1,7.521 0.000 2,-4.887 0.000 10,-27.813 0.000-12,-2.919 0.000-3,-4.680 0.000-1,1.813 0.000 1,0.438 0.000 0,-1.304 0.000 0,7.395 0.053 1,-4.622 1.722 0,-2.658 0.738-1,-1.014 0.222 3,0.069-0.109 1,3.951-0.640-3,0.495-0.264-1,0.485-0.284-1,0.449-0.279 1,0.396-0.259 1,-0.702-0.215 1,-0.560-0.207 1,-0.763-0.167-1,-0.846-0.130 0,-0.545-0.098 0,-0.312-0.070 0,-0.136-0.047-1,-0.012-0.028 1,-1.959 0.341 0,0.308 0.559 0,0.422 0.645-1,0.457 0.646 1,2.286-0.015 0,0.217-0.017 1,0.105-0.150-1,0.025-0.228 0,-0.606-0.203 0,0.548-0.299 1,0.654-0.281-1,0.675-0.249 0,-0.133-0.197 1,0.643-0.184 0,0.564-0.139 0,0.471-0.100-1,2.047 0.132 1,0.315 0.272-1,0.234 0.343 1,0.166 0.368-1,0.109 0.361 0,0.064 0.333 0,-1.245 0.314-1,-0.021-0.093 1,-0.007-0.222 0,0.003-0.286 0,0.008-0.304-1,0.011-0.291 1,0.013-0.261-1,-4.528 0.174 1,2.477 0.101-1,0.483 0.334 1,0.777 0.364 8,0.887 0.351-6,0.873 0.311-4,-1.225 1.581 0,-0.779 0.603 0,-0.440-0.042 3,-0.196-0.427 4,0.986-0.608-5,0.077-0.287-2,0.100-0.228 0,0.106-0.174 0,0.103-0.126 1,0.092-0.086 1,0.079-0.054-1,-0.710-0.128 0,-0.074-0.360 0,-0.083-0.395 1,-0.080-0.382 0,-0.073-0.341 0,2.411-0.146 1,0.681 0.129-1,-8.793 1.604 2,2.907 1.102-1,0.604 1.745 1,0.370 1.492 0,-0.316 1.121 0,-0.521 0.705-1,-1.352-0.286-2,0.875-2.598 1,0.723-2.513 0,-0.112-1.843 0,0.195-1.081 0,2.675-0.490 1,-1.207-0.275 0,0.305 0.130 6,26.413-7.560-7,-0.819 1.880-1,3.711 0.252-2,-1.738 0.308 2,0.195-1.043 1,-1.133-0.600-1,-0.614 1.243 0,3.153 1.263 0,5.517 0.991 1,-2.072 1.722-1,-2.984-0.013 1,-0.595-2.312 2,-1.580-0.169-1,-1.189 0.681-1,0.228 1.141-2,0.513 1.164 3,0.744 0.794-1,0.647 0.450 0,0.450 0.198 0,1.706 0.049 0,2.274-0.015-1,-0.051-0.040 0,-1.131-0.036-1,-1.568-0.028 2,5.319-0.019 2,-9.580-0.011-1,0.038-0.002 2,10.550-0.003-5,0.152 0.001-2,-8.806 0.002 2,1.240 0.000 8,2.645 0.000-6,0.513 0.000-3,0.122 0.000 0,-0.136 0.000 0,-0.292 0.000 2,-1.691 0.225 0,-0.279 0.360 0,-0.231 0.429 0,-0.185 0.448 1,-0.143 0.433 0,0.777 0.513 0,0.288 0.363 1,0.364 0.293-1,0.389 0.229 0,0.378 0.170 0,0.347-0.124-1,0.301-0.308 1,0.252-0.407-1,0.201-0.444 1,0.156-0.439-1,3.984-0.278 1,1.689-0.452 0,1.739-0.363-1,1.615-0.277 0,-4.056-0.201 0,0.185-0.104 0,0.052-0.074 0,-0.042-0.049 0,-0.101-0.029 0,-0.833-0.014 1,-1.270-0.003-1,-1.483 0.004 1,-1.533 0.009 0,-1.472 0.012 0,4.904 0.005 3,0.597 0.017 1,-0.684 0.015-1,-1.423 0.012 0,1.675 0.011-1,0.900 0.008-4,0.224 0.005 0,-0.216 0.004 7,-0.476 0.002-5,-2.697 0.001-3,-0.892 0.000 0,-0.895 0.000 0,-0.839 0.000 0,0.114-0.266 4,-0.649-0.416 2,-0.527-0.481-1,-0.411-0.488 0,-0.307-0.456-2,0.869-0.172 0,1.306-0.310 0,0.721-0.271 0,0.283-0.228 2,-0.026-0.185 2,1.754-0.323-6,-1.090 0.350-1,-1.312 0.477 0,-1.345 0.519 1,-1.260 0.503 2,-2.558 0.332 1,-0.646-0.049 0,-0.468-0.166 0,10.270-2.359 1,-9.733 1.141-1,-0.227-0.485 0,-0.231-0.458 0,-0.216-0.405 0,-0.189-0.340-2,-0.158-0.273 1,-0.127-0.209-1,1.730-0.052 1,1.542 0.630-1,1.730 0.776 0,1.691 0.795 1,-2.916 0.745 0,-0.157 0.009 0,-0.397-0.136 0,-0.535-0.226 0,-0.428-0.416-1,-1.721-0.212 2,5.439-3.582 1,-4.405-1.025 2,0.301-1.048 3,-1.762 0.043-7,-2.640-1.927-2,-11.147-1.290 3,-7.948 4.896 1,-1.643 4.281-1,0.886 0.034-2,-4.498-0.717 0,-4.045-0.480-2,-3.473-0.293-1,-12.759-2.891-2,-0.022-0.534 1,-3.866-1.184-2,-2.738-0.923 7,-1.813-0.689 0,-9.373-1.986-9,-2.093 0.023 0,-1.481 0.316 0,-0.980 0.465 3,8.094 2.235 5,0.865 0.888 0,0.990 0.913 0,1.007 0.867 0,0.948 0.778 1,-1.528 0.620 0,-3.656-0.066 1,-2.886-0.276-1,-2.193-0.401 12,-9.500-0.887 0,2.892 0.640-22,4.415 0.909 1,5.006 1.003 0,-4.634 0.980 7,-1.404 0.886 8,0.718 0.756 2,1.980 0.613 4,7.711 0.496-9,2.992 0.304-10,2.949 0.223 0,2.721 0.155 1,2.387 0.099 5,-3.021 0.093 4,2.530 0.025 0,2.209-0.006 0,1.817-0.025 0,6.547-0.054 0,1.549-0.027 0,1.354-0.027 0,1.133-0.024 0,2.392-0.023 0,0.988-0.017-1,0.871-0.013 1,0.739-0.011-1,1.144-0.008 0,1.349-0.006-1,1.407-0.004 0,1.362-0.002 0,-0.993-0.003 1,2.389-0.001 0,2.234 0.000 1,-7.530-0.005 2,3.988 0.006 0,1.965-0.295-2,0.083-3.725-5,16.345-10.029 5,6.424 6.175-3,3.040-0.094-1,1.548 0.292 0,1.729 0.313-1,1.961 0.101 0,-6.733 3.011 1,0.020 0.157 0,-0.212 0.193 0,-0.334 0.198 0,-0.378 0.183 1,9.542-2.459 0,0.898 1.883-1,-0.318 1.588 8,1.658 1.148-11,-9.848 0.972 2,2.218 0.137 1,0.662 0.133 0,0.413 0.097 0,0.222 0.066 0,0.080 0.042 0,-0.019 0.023 0,6.282 0.348 0,5.297 0.517-1,5.021 0.591 5,4.475 0.595 0,3.474 0.718-9,-0.833 0.512-1,-2.283 0.409 2,-3.000 0.312-1,3.873 0.424 2,2.360 0.345 8,1.570 0.307 4,-6.327-0.715 2,0.218 0.066-16,0.138 0.042 1,0.075 0.024-1,-0.504-0.167 3,-2.223-0.456 2,-2.688-0.553 0,-2.833-0.583 0,-2.752-0.566 1,0.776 0.809 2,0.669 0.680 3,0.180 0.519 0,-0.160 0.378 2,2.786 0.696 0,-2.395-0.445-11,-2.810-0.669 0,-2.846-0.756 1,-2.642-0.751 1,-2.867-0.475 4,-1.754-0.138 1,-1.385 0.021-1,-1.045 0.121 0,-0.752 0.176 0,7.414 2.690 2,-4.518 0.436-2,-3.760 0.283 1,-0.579 4.189 1,-6.522 0.518-1,-3.013 3.020-1,-2.337 2.377-3,-6.268-4.648-1,-3.438-3.593 2,2.406-1.468 1,-1.022 0.032-1,-0.505-0.540-1,-0.147-0.837 1,0.082-0.941-3,-1.078 0.803 1,-0.206 0.272 1,0.409-0.100 0,0.747-0.316 4,-8.293 3.327-1,3.246-1.670-5,-12.403 1.239-2,2.809-2.240 4,-2.514 0.511 0,-0.238 0.216-1,4.621-0.999 1,2.098-0.556 0,2.403-0.672-2,2.434-0.700 0,2.283-0.669 1,2.025-0.603 3,-7.663 0.341 2,5.036 0.003 0,-3.021 0.519 6,-1.833 0.077-1,-0.954-0.198-11,2.761-0.403 0,0.890-0.066 1,1.157-0.031-1,1.249-0.005 1,1.222 0.011 0,1.118 0.022 2,0.973 0.027 0,-10.025 2.237 0,9.824-1.953 0,-1.299 0.195 0,-1.457 0.197 0,-1.462 0.185 0,-0.605-0.109 0,-0.303-0.241 0,0.025-0.332-1,0.240-0.370 1,-0.139 0.022 0,1.043 0.139 2,1.162 0.268-1,1.152 0.331 0,0.712 0.365 0,0.377 0.360 0,0.136 0.331 1,-0.028 0.287-1,-1.381 0.266-1,-0.111-0.462 0,-0.072-0.619 0,-0.041-0.659 0,-7.681 1.167 0,10.425-1.652 0,-0.301 0.251 0,-0.696 0.250 0,0.688-0.119 0,-8.429 1.681 0,1.918-0.816 0,-2.095 0.783 5,0.944 1.106-3,3.055 0.739-5,2.797 0.682 1,-0.868 0.670 3,-0.441-2.195 1,0.725-2.239-1,1.844-1.563 0,-1.101-0.942 3,24.349-2.262 0,1.645-3.512-6,-1.860 0.162-1,1.008-0.687 1,0.368-0.281 1,-1.367 1.111 0,3.677 0.125 1,-0.696-0.857 2,-3.230-1.505-2,5.866-3.400-1,-0.248 0.293 0,-2.859 1.291 2,-1.987 2.742-3,2.031 2.196 1,2.084 1.898 1,0.542 1.288 0,0.002 0.767 0,3.356 0.465 0,0.894 0.162-1,2.088-0.033 0,-9.322-0.187 1,0.786-0.023 0,0.440-0.022 3,0.210 0.346-5,0.049 0.546 0,-0.054 0.627 0,-0.114 0.626 0,-2.414-0.032 2,-0.152 0.407 1,-0.508 0.397-1,-0.729 0.370 0,2.594 1.481 3,0.309 0.482 0,0.576 0.354-5,-0.752-0.140 1,-0.022 0.172 0,-0.128 0.132 1,-1.654-0.864 0,-0.361-0.486 0,-0.371-0.596 0,-0.356-0.636 0,0.465-0.624 0,-0.080-0.579 1,9.489 0.588 0,-1.117-1.441 3,-1.285-0.962-7,0.354 0.688 4,-0.228 2.177-1,-1.384 1.940 0,-3.650 0.772 0,-3.451 0.139 1,-0.183 2.516 0,-4.753 2.704 1,-5.351 0.438 0,-2.157 0.958-1,-9.849-6.896-1,-0.500-4.386 0,-2.434-0.814-2,1.349-0.488 0,1.911-0.175 1,-1.646-0.012 0,-6.177 0.051 4,0.767 0.061-3,1.662 0.045-3,1.049 0.027 1,0.691 0.014 1,-3.483 0.005 0,8.280-0.002 1,-0.250 0.000 2,0.076 0.000-1,-1.079 0.000 1,0.647-0.000-4,-9.365 0.001-1,3.713-0.002 3,3.517-0.001 1,2.191-0.000 1,-0.103 0.000 0,-2.593 0.000-1,-2.704 0.000-2,-0.942 0.000 0,0.120 0.000 0,1.391 0.000-1,1.416 0.000 2,0.794 0.000 0,0.675 0.000 1,0.789 0.000 2,-1.251 0.000-1,-0.272 0.000-3,1.134 0.000 1,1.470 0.000 0,-1.266 0.000 1,0.101 0.000-2,0.411 0.000 1,-0.064 0.872 0,-1.007 1.862 1,-4.037 1.901-2,-1.003-0.432 0,-2.698-1.169 0,8.912-1.979 0,-0.528-0.272 1,-0.073-0.231-1,0.225-0.188 0,0.398-0.148 1,-0.827-0.110-1,-0.225-0.078 1,0.177-0.052 0,0.421-0.031 2,1.720-0.007 1,-9.819-0.073-6,1.309 0.017 1,0.814 0.031 3,0.937 0.033 0,0.639 0.025-1,-1.766 0.017-1,0.444 0.013 1,3.344 1.331 1,0.879 3.155 3,0.402-0.088-3,0.097-1.070-3,-3.207-0.700 1,-0.841-1.012 0,2.700-0.975 1,-1.430-0.461 2,-2.424 0.001 0,-0.226 1.210-5,2.011 1.584 1,2.512 0.970 1,1.343-0.430 1,0.020-0.837 0,-3.141-0.886 2,-0.362-0.812-1,0.108-0.560 2,0.937-0.355-5,0.698-0.148 1,-2.001-0.031 1,-2.256 0.191 2,0.880 1.193-4,3.392 1.519 0,2.046 1.532 2,-0.436-0.055 1,-0.339-1.418 0,-0.814-1.243 0,-1.605-0.839-1,-1.229-0.492-1,1.256-0.259 2,1.392-0.133-1,2.935-0.030-2,-1.774-0.021 5,1.534 0.082-1,0.654 0.057-1,0.317 0.028-2,-0.870 0.010 1,-1.238 0.001 1,-0.965-0.002-2,1.978-0.003 1,1.204-0.001 1,-2.675-0.000-1,1.653 0.000 0,-2.792 0.000 0,1.079 0.000-1,1.970 1.654 1,2.841 7.326 1,-3.790-3.105 0,-0.289-3.939-2,1.612-2.083 0,-0.559-0.105 4,23.479 0.211-1,1.159-4.489-2,0.177-1.563-3,1.543 1.258 1,-1.921 0.471 2,1.319-2.838 0,-0.021 0.665 0,-1.344-1.767 0,-2.343 2.587 0,3.660 0.601-1,0.021 3.295 2,-2.724 1.560-1,4.971 0.427-1,-3.159 0.141 1,4.448-0.083 1,-0.894-0.140 1,-0.136-0.042-5,0.534-0.025 0,-1.751-0.013 5,0.111-0.007-3,0.346-0.001 0,-0.727 0.002 2,0.974 0.001-1,0.598 0.001 0,-1.807 0.001 0,-2.787 0.001 0,0.911 0.000 1,1.421 0.000-1,1.375 0.000 0,1.109 0.000-1,0.784 0.000 0,2.467 0.000 0,-2.593 0.000 1,1.341 0.000 1,-1.372 0.000 2,-2.642 0.000-3,-2.454 0.000-2,5.765 0.000 0,-5.299 0.000 7,2.229 0.000-5,1.940 0.000-3,-0.522 0.000 1,-0.059 0.000-1,-0.488 0.000 1,-0.743 0.000-1,-0.864 0.000 1,-0.889 0.000 2,0.306 0.000 0,-0.074 0.000 0,-0.323 0.000 0,-0.467 0.000 4,-0.533 0.000 4,-0.542 0.000-10,-0.332 0.000 0,-0.171 0.000 0,-0.052 0.000 1,0.028 0.000-1,0.081 0.000 2,0.110 0.000 0,3.134 0.000 1,2.110 0.000-1,1.813 0.000 0,1.490 0.000 7,-1.580 0.000-10,-0.011 0.000 0,-0.286 0.000 1,-0.456 0.000-1,0.680 0.000 0,-0.183 0.000 4,-0.099 0.000 0,-0.037 0.000-1,-0.311 0.000 0,-0.470 0.000 0,-0.543 0.000 0,-0.555 0.000 0,0.604 0.000 1,-0.022 0.000 0,0.113 0.000-1,0.193 0.000 1,-0.102 0.000-1,-0.283 0.000-1,-0.378 0.000 1,-0.411 0.000 0,0.653 0.000 1,-1.199 0.000-1,-1.268 0.000 0,-1.195 0.000 1,-1.046 0.000 0,0.328 0.000 1,0.152 0.000-1,0.027 0.000 3,-0.056 0.000-3,0.235-0.299-2,0.618-0.476-1,0.746-0.561-1,0.781-0.580 2,0.769-0.254 0,0.710-0.023 1,0.623 0.131-1,0.525 0.223 1,-0.366 0.310-1,-0.015 0.264 1,-0.138 0.255-1,-0.213 0.233 0,-0.248 0.205 1,-1.248 0.190 0,0.165 0.123-1,0.288 0.099 1,0.359 0.077 0,4.574-0.433 0,0.179-0.713 0,-0.089-0.839 1,-2.899-0.101-1,-1.549-0.035 0,-1.741 0.131 1,-1.745 0.229-1,7.670-1.000 1,-3.834 0.787 0,3.809-1.068 1,-7.369 0.877-3,3.258-0.436 1,1.391 0.094 0,0.943 0.269-1,0.589 0.355 1,-2.720 0.560-1,-0.162 0.273 0,-0.240 0.252 1,-0.277 0.223-1,1.340 0.162 1,-0.479 0.187 0,-0.510 0.142 1,-0.494 0.103 0,-0.459 0.075-1,-1.598 0.048 1,-1.701 0.025-1,7.451-0.182 2,1.217-1.690 4,-9.110 0.074-4,0.594-0.274-3,0.525-0.066-1,0.448 0.078 0,0.370 0.170 0,-0.235 0.060 1,0.617-0.174 1,0.674-0.258 0,0.677-0.303-1,-0.063-0.078 1,-0.571 0.082-1,-0.894 0.189 1,-1.071 0.252-1,0.230-0.070 0,0.009-0.109 1,0.341-0.210 4,0.545-0.266-3,-0.622 0.132-1,-0.101 0.125-1,-0.245 0.216 1,-0.333 0.268-1,0.091 0.050 1,0.378-0.103 0,0.560-0.205 1,0.654-0.264 0,3.889-0.752-2,-0.751 0.226 0,-1.265 0.396 0,-1.471 0.465 1,-1.471 0.468-1,-0.301 0.622 2,1.729 0.240 0,1.187 0.210 1,0.746 0.177 1,5.052 0.122-2,0.357 0.166-5,-0.061 0.113 1,-4.988-0.190 0,-0.836-0.363 3,-0.911-0.460 0,-0.914-0.504 0,0.503-0.516 0,-1.066-0.084 1,-0.973 0.087 1,-0.846 0.193-1,2.401-0.100 0,0.682-0.137 1,-0.090-0.213-1,-0.576-0.247 0,-0.846-0.250 0,1.846-0.285-3,0.781-0.286 0,0.044-0.266 1,-0.433-0.233 3,-0.809 0.316 0,0.212 0.317-4,0.375 0.424 0,0.455 0.466 0,0.197 0.463 2,0.013 0.430 0,-0.107 0.380-1,-0.182 0.322 1,-0.233 0.262 0,-0.253 0.205 0,-0.249 0.154 0,-0.229 0.110 1,0.910-0.277-1,-0.849-0.512 0,-0.938-0.617 1,-0.920-0.633-1,-1.262-0.296 1,-0.484-0.268 0,9.843-3.054 0,-0.484-0.157-2,0.883 0.412 0,-8.905 3.196 1,0.827 0.350-1,0.585 0.355 5,0.598 0.291-2,-0.652 0.329-4,-0.950 0.277 0,-1.072 0.224 0,8.256 0.067 2,-1.521 0.367 2,1.473 0.143-1,-8.227-0.065 0,0.268-0.006-1,0.109-0.013 1,0.003-0.015-1,-0.063-0.016-1,8.248 0.011 0,-0.769-0.033 0,-0.042-1.315 3,-3.357-2.492 0,-4.558-0.407-1,2.138-0.951 1,0.580 2.772 0,3.629 1.118-1,-0.571 0.760-3,0.809 0.362-1,0.469 0.185 2,0.988 0.080 0,-1.241-0.002 0,-1.359-0.035 1,-1.087-0.039 2,-0.720-0.033-2,0.872-0.022 0,0.779-0.013 0,-0.065-0.004 1,0.641-0.001 0,-2.117 0.001-1,0.694 0.001-1,2.938 0.001 1,-2.052 0.001 0,-3.010 0.001 1,-2.319 0.000 0,2.507 0.000-1,-0.257 0.000 2,-1.422 0.000-1,0.719 0.000-1,0.327 0.000 0,0.719 0.000 0,0.346 0.000 0,-2.715 0.000-1,-0.164 0.130 2,-0.345 4.866 0,-10.701 6.066-1,-0.559 3.011-1,-3.093-3.155 0,-6.219-0.356 0,-6.546-1.627 0,4.962-5.519 0,-1.581-0.647 0,-1.144-0.618 2,-0.778-0.554-2,-1.019-0.472-2,-1.097-0.385 1,-1.065-0.301-1,-0.968-0.225 1,-0.833-0.159 1,-2.082-0.438-1,-1.402-0.583 1,-0.863-0.633 0,-0.456-0.619 6,1.786-0.235-2,-0.988-0.431-7,-1.146-0.388 0,-1.186-0.335 0,-5.999-1.047 2,0.399-0.108 1,1.091 0.034 0,1.421 0.117 0,1.499 0.159 0,-0.489-0.604 0,-3.350-0.730 1,-2.819-0.412 1,-2.283-0.174 9,2.175 0.679-10,-1.753 0.069-6,-1.714 0.108 0,-1.594 0.129 0,-4.426-0.267 1,0.694 0.344 3,1.479 0.377 0,1.905 0.375 1,2.066 0.349-1,2.041 0.309 2,-1.841-0.021-1,-0.256 0.189 0,-0.855 0.131 1,-1.175 0.084 0,-1.294 0.048 0,-1.481-0.045 0,-1.491-0.101 0,-1.388-0.130 1,-1.221-0.138-1,-4.690-0.699 0,1.331-0.328-1,2.028-0.310 1,2.270-0.271 0,2.212-0.224-1,1.980-0.175-1,5.697 1.033 1,-3.042 0.125 0,-4.146 0.154 0,-4.625 0.165-1,-4.657 0.161 1,-6.056 0.449-1,-4.361 0.468-1,-2.187 0.516 1,-0.585 0.517 0,5.325 0.563 12,2.924 0.395-2,3.627 0.345-16,3.924 0.293 0,-1.256 0.218 1,4.305 0.231 7,3.825 0.169 9,3.257 0.117-1,-0.381 0.099-3,4.578 0.049-1,4.251 0.015-1,8.695-0.042 0,1.878-0.010 4,1.441-0.015-1,1.063-0.017 1,-2.415-0.001-6,2.061-0.024 1,2.027-0.021-1,1.844-0.018 0,1.730-0.016 1,0.942-0.009 0,-8.285-0.005 3,3.632-0.015 0,3.052-0.005-7,2.336-0.007 7,21.961-8.617-2,-0.821 1.174-4,2.375 0.344 1,3.584 1.301-3,0.508 0.404 1,4.030-1.356-1,-8.753 3.333 3,-0.244 0.526-1,-0.368 0.577 1,-0.069 0.721-1,1.108 0.387 1,0.878 0.336 1,0.669 0.280 3,0.485 0.225-4,1.231 0.172-3,0.616 0.136 1,0.555 0.092-1,0.475 0.058 1,0.388 0.032 1,3.623 0.333 0,2.988 0.469 0,3.196 0.518 0,3.049 0.503-2,2.696 0.451 0,3.195 0.690 0,3.225 0.776-1,2.967 0.762 0,2.554 0.688 1,2.082 0.584-1,-5.969-0.815 1,2.601 0.078 0,2.943 0.015-1,2.997-0.030 1,1.488 0.010 1,-1.566-0.153 1,-2.775-0.176 0,-3.409-0.181 0,-3.622-0.173 0,3.291 0.848 2,-0.874 0.436 3,0.097 0.536 1,0.691 0.554-4,5.620 0.496 0,1.468-0.149 0,0.063-0.329 0,-0.792-0.408 20,-5.813-0.601-27,-1.366 0.223-1,-1.286 0.359 1,-1.140 0.419 0,-5.297-0.592 8,-1.324-0.027 0,-1.240-0.106-1,-1.109-0.153 1,2.698 0.734 0,-3.118-0.340 1,-3.301-0.362-1,-3.146-0.347 0,-3.618-1.217 1,-0.571-0.623 1,-0.473-0.654 0,-0.375-0.634 9,-0.288-0.581-11,-0.447-0.510-5,-0.527-0.430 0,-0.547-0.350 0,-0.526-0.274 1,-0.479-0.207 1,2.060-0.180 2,-1.433-0.128 0,-1.527-0.065 0,-1.449-0.021 0,-1.271 0.007 0,-1.052 0.024 0,10.814-0.079 1,-10.883 0.177-1,-0.131 0.024 6,10.374-0.012-6,-1.492 1.347-5,-3.794 2.510 2,-4.839 0.476 5,1.344 0.929 1,-1.196-0.108-2,-7.398 5.932 0,-4.170 2.955-2,-0.332-2.003-1,-0.327 1.694-1,-3.688-3.301 3,-7.114-3.276 0,-0.926-4.472-2,-5.628-1.281-1,5.777-1.006 1,-0.565-0.164 0,1.623-0.105 1,-0.347-0.060-1,-0.354-0.041 0,-0.342-0.025 0,-3.721-0.046-1,0.563-0.001 2,0.915 0.011-1,1.046 0.018 1,0.513 0.031 0,-0.999 0.014 1,-0.469 0.013 0,-0.087 0.012 0,0.175 0.010 0,0.103 0.008-1,0.047 0.006-3,0.007 0.005 1,-0.020 0.004 0,-0.036 0.002 1,-0.813 0.002 1,-0.064 0.001 0,-0.044 0.000 0,-0.027 0.000 0,-0.015 0.000 0,-0.006-0.000-1,-2.776-0.000 1,-0.830-0.000-1,-0.850-0.000 0,-0.787-0.000 1,1.141-0.000 0,-1.184-0.000 0,-0.422 0.000 0,0.112-0.000 1,0.464 0.000 3,0.669 0.000-4,0.765 0.000-3,0.781 0.000 0,0.743 0.000 0,0.673 0.000 3,-3.678-0.000 1,-0.420 0.000 0,-0.022 0.000 0,3.041 0.000 9,1.069 0.000-10,1.201 0.000-3,1.209 0.000 1,-1.123 0.000 1,0.862 0.000 3,0.619 0.000-1,0.415 0.000 0,1.344 0.000-1,-7.911 0.000 1,5.498 0.000 0,3.117 0.000 6,24.665-2.924 0,-2.164-3.626-11,3.126 1.672 2,-3.388 2.372 1,0.564-1.044 1,1.859-1.688 0,3.934 0.146-1,-1.150 0.712 2,0.698-0.938-3,1.787-0.743 1,-1.192 1.522 0,1.183 1.775 4,0.224 1.403-4,-1.163 0.892-1,0.971 0.462 5,-2.912 0.130-4,0.812 0.032 0,2.931 0.009 0,-2.238-0.049 1,-1.303-0.044 1,1.936-0.031 0,4.956-0.022-3,-10.934-0.014 3,0.089-0.002 0,-0.106-0.001-3,-0.231-0.001 0,-0.019-0.001 1,0.127 0.000 1,0.216 0.000 0,0.265 0.000 0,0.444 0.000 0,-0.225 0.000 0,-0.357 0.000-1,-0.423 0.000 1,-0.438 0.000 0,10.221-0.000-1,-0.337 0.001 1,-0.036 0.000 0,-0.519 0.000 0,1.634 0.000 0,-0.435 0.000 1,-0.203 0.000-1,0.218 0.000 1,-10.411 0.000-1,0.316 0.000 0,3.946 0.000 0,0.194 0.000 0,-0.049 0.000-1,-0.191 0.000 1,-2.097 0.000-1,-0.895 0.000 1,-0.955 0.000 0,8.754 0.000 0,1.054 0.000 2,-9.416 0.000 0,0.628 0.000 2,-0.003 0.000-4,-0.795 0.000-2,8.182 0.000-1,-4.895 0.000 1,-1.336 0.000 5,1.812 0.000 2,3.924 0.000-5,-0.555 0.000-3,-2.413 0.000 2,-1.454 0.000 1,0.705 0.000 0,-0.450 0.000 0,0.218 0.000 0,1.207 0.000 2,-1.296 0.000-3,-0.893 0.000 1,2.131 0.000 0,1.294 0.000-1,-0.722 0.000 1,-0.556 0.000 0,1.223 0.000-1,1.232 0.000 1,-1.876 0.000 0,-3.393 0.000 0,3.451 0.000 2,2.205 0.000 3,-3.988 0.000-7,0.546 0.000-1,4.027 0.000 3,-3.133 0.000 0,-0.904 0.000 1,-0.645 0.000 1,-0.620 0.000-1,-1.965 0.000-1,-0.114 0.000 0,0.729 0.527 0,-3.780 4.948 2,-8.471 5.741-2,-2.815 1.497 0,-4.892-0.802-1,-4.938-3.437 0,-3.567-4.270 0,-0.438-2.810 0,2.556-1.272 1,-2.646-0.317 0,-3.953-0.090-1,6.848 0.148 0,-2.023 0.018 0,-1.905 0.021-1,0.347 0.029 0,-1.490 0.014 1,-1.033 0.013-1,-0.660 0.011-1,-4.471 0.007 10,0.856 0.011-11,1.377 0.007 1,1.567 0.005 0,4.423 0.002 3,0.359 0.001 0,0.074 0.000 1,-0.123 0.000 0,0.876 0.000-1,0.056-0.000 1,0.081-0.000-1,0.093 0.000 1,-3.209-0.000-1,0.435-0.000 1,0.565-0.000-1,0.602-0.000 0,-5.297-0.000 1,1.698 0.000-1,-1.090-0.000 3,-0.846 0.000 0,2.768 0.000-6,-0.076 0.000 0,-0.013 0.000 0,0.029 0.000 0,-3.294 0.000 3,-0.257 0.000 0,-0.190 0.000 1,-0.135 0.000-1,3.371 0.000-1,0.636 0.000 1,0.692 0.000-1,0.682 0.000 1,0.629 0.000 0,0.976 0.000 1,0.032 0.000-1,-0.138 0.000 1,-0.243 0.000-1,-0.297 0.000 0,-6.058 0.000 0,-1.297 0.000 0,-0.014 0.000 0,0.773 0.000 4,1.188 0.000-2,2.496 0.000-5,0.646 0.000 0,0.444 0.000 0,0.283 0.000 1,0.159 0.000 3,0.068 0.000-1,-2.913 0.000 0,-1.957 0.000 0,-1.200 0.000 0,-0.627 0.000 8,-0.215 0.000-6,-0.336 0.000-6,-0.389 0.000 0,-0.395 0.000 0,-0.369 0.000 1,-1.295 0.000 3,0.377 0.000 0,0.576 0.000 1,0.652 0.000-1,2.554 0.000 0,0.063 0.000 1,-0.127 0.000-1,-0.244 0.000 0,-0.303 0.000 0,-3.844 0.000-1,-0.608 0.000 0,0.067 0.000 1,0.482 0.000 9,2.745 0.000-6,1.867 0.000-7,2.010 0.000 1,1.954 0.000 0,1.774 0.000 2,1.528 0.000 2,-2.126 0.000 1,-2.524 0.000 0,-1.575 0.000 3,-0.839 0.000 3,-0.771 0.000-11,0.787 0.000 0,1.209 0.000-1,1.410 0.000 1,1.455 0.000 0,1.390 0.000 3,-0.326 0.000 0,2.050 0.000 1,1.925 0.000-1,1.688 0.000 0,-8.139 0.000 4,1.168 0.000 0,-0.790 0.000 2,5.513 0.000 1,22.617-7.722-6,5.727-1.992 1,-1.034 2.392-4,4.220-0.110-1,1.373-0.059 4,0.842 1.266-4,-0.436 1.596 0,-1.200 1.745 8,1.646 1.216-7,-7.597 1.159 1,0.563 0.215 1,0.443 0.161-1,0.334 0.115 1,1.825 0.095-1,-0.100 0.053 0,-0.277 0.022 1,-1.349-0.008-1,-0.461-0.010 2,-0.444-0.016-1,-0.401-0.019 1,-0.345-0.019-1,1.237-0.015-1,0.645-0.019 1,0.795-0.015 0,0.819-0.012-1,0.764-0.009 0,0.115-0.006 0,2.995-0.003 0,3.433-0.002 0,3.491-0.001-1,2.429-0.000 0,2.427 0.000-1,1.967 0.000 0,5.679 0.502 0,-0.565 0.771 1,-1.482 0.871 1,-4.697 0.180-1,-2.823 0.030 2,-2.872-0.154 1,-2.692-0.260 0,-2.379-0.310 1,5.714 0.202 0,2.242 0.284 1,1.209 0.406 2,0.477 0.444 2,-6.473-0.671-11,0.019-0.120 0,-0.300-0.199 0,-0.503-0.243 1,-0.619-0.261 9,-0.666-0.259-1,-0.663-0.245-8,-0.625-0.221-1,2.415-0.135 2,-1.617-0.216 3,-1.738-0.167 0,-3.854-0.123 0,-0.492-0.068 0,-0.192-0.048 3,0.025-0.033-1,3.649-0.044-3,-0.733-0.012-1,-0.971 0.001 1,-1.883 0.010 0,-1.883 0.013 1,-1.899 0.014 0,7.282-0.023 2,-0.637 0.044 1,1.754 0.028-5,0.414 0.015 1,-1.769 0.005-1,-2.196 0.001 1,-0.837-0.001 0,1.298-0.001 1,-1.604-0.001-1,-1.383-0.001 1,-1.557-0.001 0,1.658 0.000 0,-3.033 2.106 2,-7.160 9.363 0,-4.697 2.119-4,-4.113-2.309 0,-4.420-4.627 0,-4.391-1.845 2,-3.624-1.857-2,5.076-2.044-1,-3.084-0.294 0,-3.112-0.234 0,-1.728-0.179-1,-0.702-0.131 0,0.021-0.091 1,0.494-0.058-1,0.698-0.025 1,-0.971-0.014 2,-1.312-0.002 0,-1.464 0.006 0,-7.040-0.009-1,-0.797 0.021-1,-0.113 0.022 0,0.308 0.021 1,0.136 0.018 0,0.019 0.015 0,-0.054 0.011 0,-0.093 0.009 0,4.170 0.005 1,-0.368 0.003 0,-0.534 0.002 0,-0.606 0.001 0,-1.994 0.001 0,-0.220 0.000 0,-0.029 0.000-1,0.096-0.000 1,0.169-0.000-1,-2.448-0.000 0,-1.292-0.000 0,-0.457-0.000-1,0.111-0.000 12,0.468-0.000-5,0.141 0.000-10,-0.078-0.000 0,-0.213 0.000-1,-0.283 0.000 3,2.942 0.000 3,0.270 0.000 1,0.313 0.000 0,0.322 0.000 0,0.309 0.000-1,-4.767 0.000 0,-2.573 0.000-1,-1.612 0.000 1,-0.873 0.000 7,2.643 0.000 0,1.239 0.000-12,1.647 0.000-1,1.825 0.000 1,-2.869 0.287 0,2.224 0.443 9,2.037 0.506-1,1.757 0.504 0,1.441 0.464-3,3.023 0.060 0,-0.168 0.293 1,-0.112 0.261-1,-0.068 0.224 11,-0.033 0.184-2,-5.012 0.940-14,-1.049 0.444 0,-1.036 0.417 0,0.567-0.164 3,1.507-0.509 3,1.960-0.678-1,1.069-0.223 1,0.431 0.076 2,0.002 0.253 0,2.357-0.046-2,0.905 0.178-1,0.997 0.157 0,0.982 0.132 0,-0.128 0.318 0,2.091-0.195 0,2.114-0.271 1,1.946-0.294-1,1.674-0.282 0,1.363-0.251 1,1.056-0.210 0,-3.997-0.464-1,-2.925-0.434 1,-1.778-0.442 6,-0.922-0.411-2,0.072-0.359-8,0.684-0.296-1,1.009-0.234 1,1.129-0.177 0,0.315 0.272 3,1.124 0.518 2,0.979 0.625-1,0.803 0.635 0,1.371 0.343 0,1.590 0.136-1,1.582-0.000 1,-6.699 2.438 0,3.928-0.542-1,2.200-0.483 1,-0.993-0.324-1,-4.989-0.234 5,-1.735-0.154-1,-0.084-0.076-7,0.535-0.027 0,0.609-0.001 0,0.464 0.008 0,0.281 0.009 1,0.136 0.007-1,0.045 0.004 0,0.000 0.002 1,-0.017 0.001-1,-0.018 0.000 0,-0.013-0.000 1,-0.008-0.000-1,-0.004 0.000 0,-0.001 0.000 0,0.000 0.000 1,0.001 0.000-1,0.000 0.000 0,0.001 0.000 1,0.000 0.000-1,0.000-0.000 0,0.000 0.000 0,0.000 0.000 1,0.000 0.000-1,0.000-0.000 0,0.000 0.000 1,0.000 0.000-1,0.000 0.000 0,0.000-0.000 0,0.000 0.000 1,0.000 0.000-1,0.000 0.000 0,0.000-0.000 1,0.000 0.000-1,0.000 0.000 0,0.000 0.000 0,0.000-0.000 1,0.000 0.000-1,0.000 0.000 0,0.000 0.000 1,0.000-0.000-1,0.000 0.000 0,2.977-1.040 1,1.834-2.180 0,9.569-11.616 99,13.648 8.485-74,6.386 2.026-24,5.423-0.046-2,-10.281 0.452 1,0.346-0.041 0,0.163-0.037 0,0.038-0.032 0,-0.041-0.025 0,-0.084-0.020 0,-0.102-0.015 0,-0.104-0.010 0,-0.096-0.006 0,-0.083-0.003 0,-0.067-0.001 0,-0.051-0.000 0,-0.037 0.000 0,-0.025 0.001 0,-0.017 0.001 1,-0.009 0.001-1,-0.004 0.001 0,-0.000 0.001 0,0.001 0.001 0,0.003 0.000 0,0.003 0.000 0,0.003 0.000 0,0.003 0.000 0,0.002 0.000 0,0.002 0.000 1,0.001 0.000-1,0.001 0.000 0,0.000 0.000 0,0.000 0.000 0,0.000 0.000 0,0.000-0.000 0,0.000 0.000 0,0.000 0.000 0,-0.000 0.000 0,0.000-0.000 1,0.000 0.000-1,0.000 0.000 0,0.000 0.000 0,0.000 0.000 0,-0.000 0.000 0,0.000 0.000 0,-0.000-0.000 0,0.000 0.000 0,0.000 0.000 0,0.000 0.000 0,0.000 0.000 1,-0.000 0.000-1,0.000 0.000 0,0.000-0.000 0,-0.000 0.000 0,0.000 0.000 0,-0.000 0.000 0,0.000 0.000 0,0.000-0.000 0,0.000 0.000 0,0.000 0.000 1,-0.000 0.000-1,0.000 0.000 0,0.000 0.000 0,0.000-0.000 0,-0.000 0.000 0,0.000 0.000 0,0.000 0.000 0,0.000 0.000 0,-0.000-0.000 0,0.000 0.000 1,0.000 0.000-1,0.000 0.000 0,0.000 0.000 0,-0.000 0.000 0,0.000-0.000 0,0.000 0.000 0,0.000 0.000 0,0.000 0.000 0,0.000 0.000 0,-0.000 0.000 0,0.000 0.000 1,0.000-0.000-1,0.000 0.000 0,0.000 0.000 0,-0.000 0.000 0,0.000 0.000 0,0.000 0.000 0,0.000-0.000 0,0.000 0.000 0,0.000 0.000 0,0.000 0.000 1,0.000 0.000-1,0.001 0.000 0,-0.001 0.000 0,0.000-0.000 0,0.001 0.000 0,-0.001 0.000 0,1.754 0.097 0,0.711 0.091 0,-0.363 0.102 13,-0.998 0.101 124,-1.312 0.092-102,7.913-0.043-36,-4.719 0.199 1,-3.219 0.104 0,4.652 0.033 0,-4.167-0.011 12,2.802 0.000-7,3.978 0.001-6,-0.251-0.003 0,-1.386-0.003 0,-1.986-0.003 1,-2.203-0.003 0,-2.334-0.002 0,3.302 0.000 12,-30.821-0.010-1,-1.537 0.003-12,-4.480 0.000 0,2.973 0.000 0,-0.154 0.000 0,0.188 0.000 3,1.292 0.000 2,-1.751 0.000-2,6.739 0.000 0,-1.229 0.000 0,-0.769 0.000 1,1.021 0.000-1,-0.617 0.000-2,-0.616 0.000-1,-0.582 0.000 1,-4.167 0.000 0,0.273 0.000 2,0.682 0.000-1,0.881 0.000 1,0.445 0.000 0,1.300 0.000 0,1.842 0.000 0,2.032 0.000 1,-7.666 0.000 7,0.941 0.000-8,0.217 0.000 4,-0.447 0.000-7,8.559 0.000 1,-1.063 0.000 0,-1.109 0.000 1,-1.704 0.000 0,0.107 0.000 1,0.510 0.000 0,0.722 0.000-1,0.799 0.000 1,0.784 0.000 0,0.192 0.000 0,0.100 0.000 0,-0.085 0.000 0,-0.193 0.000 1,0.899 0.000 0,0.046 0.000 0,-10.792 0.000 0,0.329 0.000-2,-0.256 0.000 0,10.351 0.000 1,-0.335 0.000-1,-0.345 0.000 1,-0.984 0.000 0,-0.293 0.000 0,-0.216 0.000 1,-0.149 0.000-1,-1.558 0.000 0,-0.846 0.000 0,-0.334 0.000 0,0.011 0.000 4,2.796 0.000-3,0.580 0.000-3,0.634 0.000 0,0.633 0.000 0,-1.098 0.000 1,1.247 0.000 2,-6.742 0.000 2,1.866 0.000 1,-3.764 0.000-4,8.456 0.000-1,-0.348 0.000-1,-7.558 0.000 1,2.325 0.000 1,1.691 0.000 1,0.321 0.000 2,-1.101 0.000-3,1.884 0.000 0,2.565 0.000 1,-1.888 0.000 0,-2.082 0.000 1,-0.036 0.000-1,-2.317 0.000-3,0.312 0.000-1,0.420 0.000 2,-0.101 0.000 1,2.069 0.000 0,1.493 0.000 0,-2.419 0.000 0,-2.241 0.000 0,-0.046 0.000 0,3.394 0.000-1,0.826 0.000 1,2.657 0.000 2,-3.107 0.000 0,-5.335 0.000 0,2.498 0.000-4,3.939 0.000 0,2.716 0.000 1,-3.016 0.000 3,-0.243 0.000 1,-2.106 0.000-2,5.423-0.273-2,-1.461-1.806-1,10.911-9.137 5,12.533 5.521-1,-2.233-3.441-2,4.071-1.386-2,-1.363 3.788 0,0.757 1.445 1,0.944 0.311 1,0.612-0.339-1,2.438-0.906 0,2.016-2.249 2,0.169-1.768-1,-0.690 0.999-2,-0.935 2.333-1,2.181 1.543 3,1.783-0.084 3,-9.031 2.442 0,-0.343 0.282-4,9.526-1.545-2,-1.357 1.646 2,1.684 1.250 1,-0.175 0.808 4,-0.941 0.450-7,1.579 0.245 1,-10.057-0.013 2,10.214 0.114 1,-3.167-0.069-1,-0.619-0.058 0,0.631-1.341 2,-0.194-2.515-1,-3.434-0.094-1,0.614 0.377 0,4.603 0.351 0,-0.016 1.264 0,-3.224 1.007-1,-0.866 0.504 1,1.456 0.011 0,-6.258-0.375 0,0.839-0.528 1,0.391-0.566-2,0.782-0.658 1,-0.577-0.379-1,-0.827-0.258-1,-0.933-0.162 1,8.040-3.467 0,-7.100 3.333 1,2.526-0.038 1,2.166-0.036 1,1.781-0.033 1,1.410-0.028-5,3.498-0.162-2,0.217 0.488 1,-0.308 0.573-1,-0.603 0.576 1,-0.730 0.528 2,2.064 0.170 1,2.276-0.195-1,1.215-0.342 2,0.446-0.411 4,2.050-0.583-3,0.597-0.423-7,0.506-0.359 0,0.409-0.292 2,1.391-0.225 2,1.888-0.166 0,2.044-0.116 0,1.977-0.074-1,3.523-1.583 0,0.042-0.669 0,-1.729-0.095 0,-2.677 0.268 4,-3.034 0.468 10,-3.001 0.552-17,-3.182 0.734 0,-4.540 1.048 2,-4.313 1.031-1,-3.791 0.928 2,-3.137 0.783 1,5.957 0.653-1,-5.266 1.387 1,-2.112 0.592 0,-0.377 0.137 0,0.359-0.066 0,0.527-0.122 0,0.441-0.107 0,0.287-0.073 0,0.151-0.040-1,0.059-0.016 1,0.010-0.004 0,-0.011 0.002 0,-0.018 0.004 0,-0.012 0.003 0,-0.009 0.002 0,-0.004 0.001-1,-0.002 0.000 1,-0.001 0.000 0,0.002 0.000 0,0.000 0.000 0,0.000 0.000 0,0.000 0.000 0,0.000 0.000 0,0.000 0.000-1,0.000-0.000 1,0.001 0.000 0,-0.001-0.000 0,0.001 0.000 0,-0.001 0.000 0,0.000 0.000 0,0.001-0.000-1,-0.001 0.000 1,0.001-0.000 0,-0.001 0.000 0,0.001 0.000 0,-0.001-0.000 0,0.000 0.000 0,0.001-0.001 0,-0.001 0.001-1,0.001 0.000 1,-41.966 12.248 92,0.667-5.123-95,-1.442-0.255-1,1.047-0.863 1,2.474-1.158-1,3.126-1.238 1,5.038-1.592 2,0.767-0.771-1,0.250-0.673 1,-0.110-0.566 1,-0.345-0.458 3,0.430-0.134 0,0.922 0.091-1,1.192 0.236 1,1.299 0.319-1,1.290 0.354 0,-0.745 0.231 2,0.236-0.038-1,0.441-0.155 1,0.544-0.220 2,0.574-0.248-1,0.555-0.249-6,0.000-0.089 0,-7.684 0.722 0,4.145 0.038 0,3.008 0.191 2,-2.730 1.303 0,1.280 0.280 0,0.012 0.114 0,20.249-19.007 6,11.289 4.848-9,-7.937 4.913 1,0.521-0.132 0,0.320-0.069 0,0.172-0.024 0,0.065 0.004 0,-0.003 0.021 0,-0.045 0.029 0,-0.065 0.032 1,-0.072 0.030-1,-0.069 0.026 0,-0.063 0.022 0,-0.051 0.017 0,-0.041 0.013 0,-0.030 0.009 0,-0.021 0.006 1,-0.014 0.003-1,-0.009 0.001 0,-0.005 0.001 0,-0.001-0.000 0,0.000-0.000 0,0.002-0.001 1,0.002-0.001-1,0.002-0.001 0,0.002-0.000 0,0.002-0.000 0,0.001-0.001 0,0.001 0.000 1,0.001-0.000-1,0.001 0.000 0,0.000 0.000 0,0.001 0.000 0,0.000 0.000 0,0.000 0.000 1,0.000 0.000-1,0.000-0.000 0,0.000 0.000 0,-0.001 0.000 0,0.000 0.000 0,0.000 0.000 1,0.000 0.000-1,0.000 0.000 0,0.001 0.000 0,0.000 0.000 0,-0.001 0.000 0,0.000 0.000 1,0.000 0.000-1,0.000 0.000 0,0.001 0.000 0,0.000 0.000 0,-0.001 0.000 0,0.000 0.000 1,0.000 0.000-1,0.000 0.000 0,0.001 0.000 0,0.000 0.000 0,-0.001 0.000 0,0.000 0.000 0,0.000 0.000 1,0.000 0.000-1,0.001 0.000 0,0.000 0.000 0,-0.001 0.000 0,0.000 0.000 0,0.000 0.000 1,0.000 0.000-1,0.001 0.000 0,0.000 0.000 0,-0.001 0.000 0,0.000 0.000 0,0.000 0.000 1,0.000 0.000-1,0.001 0.000 0,0.000 0.000 0,-0.001 0.000 0,0.000 0.000 0,0.000 0.000 1,0.000 0.000-1,0.001 0.000 0,0.000 0.000 0,-0.001 0.000 0,0.000 0.000 0,0.000 0.000 1,0.000 0.000-1,0.001 0.000 0,0.000 0.000 0,-0.001 0.000 0,0.000 0.000 0,5.868-2.838 0,3.636-1.678-2,1.699-0.690 106,0.363-0.024-37,-0.490 0.387-68,-0.975 0.609-1,-1.191 0.695 1,-1.226 0.688-1,-1.144 0.628 1,4.522-0.794 0,1.603-0.095-1,-0.331 0.344 13,-1.494 0.585 5,-2.085 0.685-17,-2.275 0.689 0,-2.201 0.633 1,-1.972 0.546 0,-1.664 0.447 0,1.228-0.221-1,0.831-0.091 1,-0.207 0.297 5,-0.868 0.530 1,-1.241 0.645 0,6.937-1.586 3,-4.652 2.256-8,-2.835 1.505 14,-23.979 2.160-12,-1.151-0.429-3,2.341-0.136 0,-4.283-0.018-1,-3.709-0.015 2,-3.067-0.011 0,-2.433-0.008-3,-5.891-0.537-1,-4.532-0.817 0,-4.354-0.921-2,-4.590-0.473 3,-2.093 0.002 1,-1.155 0.245 0,-0.484 0.370 0,6.500 0.585 0,0.353 0.310 1,0.334 0.286-1,0.298 0.251 1,0.256 0.211 1,-2.546 0.166 1,-1.392 0.142-1,-1.635 0.104 1,6.943 0.062 0,0.408 0.036 1,0.661 0.024 1,0.801 0.013-1,-11.079 1.618 1,0.564 0.845-2,1.819 0.309 1,9.927-0.209 5,3.180 0.271 5,3.296 0.278-16,3.179 0.267 1,-1.681 0.603 1,2.339-0.361 9,1.595-0.531-1,6.348-1.017-2,1.446-0.375-1,1.388-0.354 0,1.272-0.321-1,0.310-0.239 1,1.358-0.272 0,-8.651-0.027 2,2.995-0.650-2,5.850-1.007 0,13.718-11.039 4,13.947 6.666-2,1.526 0.333-6,-1.381-0.438 0,-2.643-1.068-1,1.007-3.278 3,-0.107-0.338 2,5.476 1.092-3,-6.834 4.641 2,1.623 0.023 0,0.174 0.239-3,0.534-0.006-1,0.261-0.019 1,0.064-0.025-1,3.367-0.278 2,1.245-0.043 0,0.315-0.036 1,-0.304-0.028 1,3.646-0.238 1,1.201 0.034-6,0.207 0.055 1,-0.428 0.063 6,-0.443-0.303-2,-0.417-0.505-4,-0.367-0.590-1,-0.306-0.595 2,-2.411 0.662 2,-0.791 0.526 0,-0.809 0.731 0,-0.764 0.813 0,-0.682 0.811 0,-0.581 0.752 0,-0.475 0.663-1,11.134 0.269 1,-0.324 0.829 0,1.100 0.357 4,-0.307 0.254 3,-1.170 0.169-10,-1.620 0.103-1,-1.779 0.052 1,1.422 0.022-1,-0.363-0.008 0,-1.137-0.022 0,-1.527-0.030 30,-2.310-0.033-29,-2.298-0.031 0,-2.238-0.027 1,-2.023-0.023 0,-1.728-0.019 3,8.649-0.005 4,-2.611-0.028 2,-3.556-0.012-3,-2.718-0.003-6,0.272 0.000 3,2.590 0.003 1,-1.203 0.004-1,-2.147-3.157-3,0.497-1.456 3,2.011-0.263-1,2.591-1.163-2,1.650-1.150 1,3.127-1.047-1,-9.118 3.824 2,-0.494 0.304-1,0.556-0.091 0,0.516-0.080 0,0.454-0.067 0,1.024-0.277 1,0.243-0.027 0,0.127-0.004 0,0.044 0.010-1,1.076 0.200 1,0.533 0.651 0,0.561 0.731-1,0.525 0.715 1,-3.767 0.917 0,0.047 0.342-1,0.062 0.295 1,0.068 0.248 0,0.595 0.193-1,-0.382 0.173 2,-0.499 0.128-1,-0.549 0.090 1,2.731 0.089-1,-0.467 0.041 1,-1.000 0.011 0,-0.211-0.511 2,0.291-0.789-1,0.577-0.895-4,-3.165 0.167 1,9.211-1.937 1,-2.169 0.382-1,-2.084 0.832 3,-3.521 1.067 0,4.453 0.402 0,-5.874 0.945-1,2.201 0.331 2,-26.013 0.240 1,0.658-0.411-7,-3.568 0.000 1,1.609 0.000 1,-4.476 0.000-1,-1.238 0.332-1,-1.421 0.519 0,-0.689 0.601 0,-0.172 0.609 0,0.273 0.102 0,-2.159 0.410 2,-1.433 0.387 0,-0.854 0.351 1,-5.089 0.791 2,-3.144 0.431-4,-3.360 0.380-4,0.447 0.050 1,0.531 0.140 3,1.470 0.074-1,2.018 0.024 1,4.116-0.311 0,2.396-0.037 1,2.361-0.044 3,2.211-0.047-1,-5.114 1.050 2,1.214-0.150 3,1.786-0.188 0,1.998-0.196 1,0.767-0.484-5,0.468-0.751-5,0.024-0.802 0,3.118-0.961 3,1.114-0.551 1,1.243-0.477 0,1.246-0.397 0,1.509-0.344 0,0.201-0.204 1,0.338-0.158-1,0.415-0.117 1,-1.162-0.120 4,-5.885-0.263-4,31.532-0.634 3,3.527 0.992-6,-0.162-0.871-1,-3.079-1.766 0,-1.301-1.734 1,6.000 0.012 5,8.003-0.266-7,-7.669 1.281 0,1.861-0.019 1,1.041 0.261 1,-0.601 0.523-1,0.092 0.430-1,-0.105 0.433 0,-0.223 0.403 0,1.128 0.298 3,-1.309 0.350 1,-1.462 0.270-1,-1.426 0.198 1,-1.275 0.137-1,-1.071 0.087 0,0.792 0.302 0,1.691 0.401 1,2.140 0.425-2,2.216 0.401-2,2.061 0.351 1,1.783 0.289-1,1.453 0.225 0,1.125 0.167 0,0.825 0.116 0,0.570 0.076-1,0.366 0.044 1,0.209 0.021 0,0.098 0.006-1,-6.239-0.703 2,-0.756-0.242-1,-0.784-0.277 1,-0.755-0.285-1,-0.974-0.004 6,-1.063 0.186 7,-1.061 0.303 0,-0.996 0.364-1,0.494 0.386-3,-1.525-0.099-4,-1.484-0.246-1,-1.348-0.322 0,-0.888-0.299 1,-1.305-0.363 0,7.936 0.319 1,-1.621-0.902-1,0.525-0.526 0,-3.003-0.230 2,-3.446-0.056-6,1.682-0.055 2,-26.037 0.026 5,0.173 0.180-4,-0.591-0.003-2,-3.589-0.001-1,-1.392-1.123 1,-3.145-2.826-2,1.186-0.458 2,9.295 1.812 1,-0.077-0.231-1,-0.271-0.280-1,-0.372-0.287 2,-7.207-2.659 0,0.119-0.849 0,-0.067-0.428 0,2.994 1.535 1,3.153 0.764 0,2.205-1.273 3,1.082-0.068-3,-0.339-5.491-1,5.456 0.025 1,5.325 0.788-1,-13.637-0.582 2,-5.963 7.185-2,-1.459-0.166-3,1.390 0.532-1,2.986 0.905 2,3.683 1.050 0,-0.865 0.909-9,23.867 9.574 10,0.631-3.161 0,0.713 0.155 0,-0.155-0.061 0,-0.427-0.122 0,-0.407-0.110 0,-0.288-0.076 0,-0.163-0.042 0,-0.073-0.018 0,-0.019-0.003 0,0.005 0.001 0,0.013 0.003 0,0.012 0.003 0,0.009 0.002 0,0.005 0.001 0,0.003 0.000 0,0.000 0.000 0,0.000 0.000 0,-0.002-0.001 1,0.000 0.000-1,0.000 0.000 0,0.000 0.000 0,0.000 0.000 0,0.001 0.000 0,0.000-0.000 0,-0.001 0.000 0,0.000 0.000 0,0.000 0.000 0,0.000 0.000 0,0.000 0.000 0,0.001-0.000 0,0.000 0.000 0,-0.001 0.000 0,0.000 0.000 0,0.000 0.000 0,0.000-0.000 0,0.000 0.000 0,0.002 0.000 1,-0.002-0.001-1,0.000 0.000 0,0.000 0.001 0,0.000-0.001 0,0.000 0.000 0,0.000 0.000 0,0.002 0.000 0,-0.002 0.000 0,1.750-1.021 0,-0.348-1.228 23,1.800-0.714 22,-3.116-1.513-45,-25.214-0.980 7,2.847 0.493-8,-1.843-1.167-1,0.864-2.946 1,-1.445-0.493 2,-1.624 0.796-1,-1.332 1.025 0,0.565-0.066 0,1.843-0.581 0,1.676-0.660 1,-6.496-4.438-1,8.026 3.188 3,-0.153-0.232 1,0.227-0.002-4,-6.459-3.904-2,2.526 0.217 0,2.009 0.646 4,-0.427 0.007 2,-1.731-1.056-3,1.195 0.110 0,1.682-0.578-39,1.889-1.138 79,1.172-1.150-41,0.850 1.955 1,-4.340-0.333 2,1.339 2.158-1,1.083 0.685-1,-1.120-1.369-1,0.670-0.287-2,-0.492-0.161 2,1.636 1.665 0,-1.127-0.852 0,-0.640-0.479-1,-0.287-0.211 1,-0.077-0.054-1,0.022 0.021 1,0.055 0.043 0,-0.146 1.848-1,-1.804 2.381 3,-0.560 0.700 5,4.141-0.702-2,-0.396-1.925 2,-1.791 3.081-4,-0.377 2.939-2,2.526-4.880-1,-0.454-5.833 0,0.712 4.969 0,-0.147 1.969 1,-3.100 1.009 0,-1.035 2.867-1,2.790 1.855 4,23.137-0.184 1,1.749-0.429-4,0.837 0.005-3,-2.170 0.001 2,2.804 1.182-1,-0.774 2.330 1,-2.146 1.903 0,-1.313 1.651 2,0.899 1.588-1,0.334-0.806 0,0.562-1.198-1,0.496-1.025 0,-1.389-1.211 0,-1.373-0.791 0,-2.938 4.565 1,-1.443 1.030 0,-0.001 0.000 0,0.002 0.001-1,-0.001-0.001 1,0.000 0.000 0,19.132 29.749 0,18.129 19.164 0,8.544 8.635-36,2.246 0.887 31,-1.886-4.048-9,-4.331-6.829 10,-5.528-8.039-5,-5.844-8.167 2,-5.583-7.604 1,-4.979-6.654 0,-4.210-5.533 2,-3.396-4.395 0,3.624-0.322 0,-3.456-4.890 1,-0.485-1.599 108,-0.843-1.348-108,-1.017-1.091 0,-1.059-0.848 1,-1.013-0.631 0,-1.091-0.625-1,-1.065-0.577 1,-0.977-0.506 1,8.541 2.756 1,-2.277-1.069 3,-6.954-1.218 0,-0.187 0.556-1,7.570 4.757 4,-4.215-1.701-2,-3.602-1.972-6,0.815 0.360 0,-0.226-0.152 0,-0.123 0.040 6,1.545 0.883 0,0.597 0.266-5,-0.043-0.140-2,-1.573-1.134 1,-0.896-0.793 1,6.868 2.733-2,-4.076-3.349 3,1.888-1.773 6,-2.463-0.597-3,0.559 2.907-2,-0.288-0.374 0,2.086-0.546-2,-3.888-1.301 0,0.656 0.306 0,0.443 0.273 0,3.152 0.491 0,-0.962-1.690 2,0.586-1.491 2,-0.725-0.813-3,1.274-0.321-1,-2.952-0.023 2,1.256 0.065 0,-1.400 0.086 0,-0.520 0.025-1,1.480 0.009-1,-1.426-0.002 1,-0.037-0.004 0,0.059-0.001 0,0.596 0.000 1,-0.513 0.000-1,-25.883 0.000 3,-0.184 0.000-6,-0.220 0.000 1,0.509-0.269 0,-1.745-1.656 1,-6.569-3.820-1,6.158-0.563 1,-3.009-2.417-1,-2.270-2.293 0,-1.625-2.026-1,-1.090-1.691 0,3.634 2.397 0,-1.990-0.475 2,-2.354-0.366-1,-2.482-0.271 1,-7.892-3.436-2,-2.006-1.228-1,-1.202-1.244 1,-2.222-1.390-1,0.561 0.305 3,1.043 0.733-1,1.259 0.940 1,-2.749-1.930 1,-0.634-0.637-1,0.733 0.220 0,1.523 0.735 12,4.383 3.590-6,-2.224-0.027-12,-1.519 0.157 1,-0.947 0.278 5,-0.981 0.333 11,-0.950 0.354-11,-0.880 0.349-6,-0.784 0.327 0,-6.835-1.893 1,2.501 1.068 5,3.432 1.188 0,3.774 1.177 0,-2.015-1.263 2,3.764 0.942 4,4.492 1.376 0,4.533 1.515 9,7.088 2.298-5,2.595 0.507-12,2.104 0.274 0,1.640 0.103 3,-1.273-0.216 4,1.363 1.117-1,1.667 1.260 0,2.749 1.321 16,-3.389-1.166-24,25.695 3.251 9,1.201 2.683 0,1.673-0.173-7,-0.243-0.149 0,0.009-0.097 1,0.286-0.063 1,-1.092-0.039 1,2.835-0.024 1,-2.577 0.010 1,5.842 0.004-4,-7.151 0.007 1,0.843 0.001 0,0.601 0.000 0,-0.210 0.731 0,0.311 1.126 0,0.239 1.281 0,0.176 1.272 0,-0.913 0.550 1,0.605 0.923 0,0.711 0.832 0,0.733 0.715 0,0.137 0.394-1,1.086 0.869 0,1.140 0.875 0,1.107 0.826-1,1.285 0.522 1,0.128-0.406 0,-0.200-0.741-1,-0.405-0.915 1,-0.516-0.972-1,-0.556-0.948 2,7.078 5.114-1,-2.747-0.263 0,0.376 0.216 6,-0.101-0.480 3,-0.399-0.890-10,-3.191-1.338-2,-1.238 0.080 1,-1.343 0.315 0,-1.332 0.456 1,1.156 1.651 2,-1.060-0.616 3,-0.792-0.925 0,-0.561-1.042 0,-1.914-1.708-2,-0.928-0.947 0,-0.933-0.861-1,7.490 3.577 2,-1.819-1.610 0,-0.070-0.322 0,-0.940-0.226-1,-3.624-0.379 0,-1.335 3.135 1,-3.541 4.028 1,-2.177-2.603-1,-15.477-5.893-2,-6.094-4.191-1,5.665-1.010 1,-1.778-0.164-1,-1.470-0.104-2,-1.157-0.059 1,1.140-0.235 0,0.741-0.350 0,1.083-0.393 0,1.222-0.391 0,1.222-0.361 1,-11.190-4.495 4,7.722 0.625-1,-1.593-1.136 0,-1.180-0.790 0,-0.828-0.510-4,-0.542-0.293-1,-0.319-0.133 0,-1.836 0.216-1,-2.672 0.423 1,-3.010 0.525-2,-3.004 0.551 3,1.086 0.803 2,1.029 0.390-1,1.890 0.319 0,2.331 0.250 1,0.342-1.036-1,2.223-0.038 4,2.488 0.431 1,1.113 0.413 2,1.831 0.938 1,1.382 0.947-7,2.020 0.856 1,-4.379-0.441 9,29.335 3.278-7,0.688-0.216-3,4.632 3.779-3,-7.270-1.195 3,9.832 2.302-2,-9.349-1.992 1,0.649 0.317-1,3.347 1.199-1,-0.307 0.279 2,-0.723 0.156 0,-0.922 0.067 0,-0.404 0.499 1,0.591 0.234-18,0.421-0.231 37,0.281-0.520-17,0.170-0.674-22,1.804-0.109 40,0.369-0.285-23,0.319-0.125 1,0.263-0.015 0,-2.275-0.236 0,-0.119 0.394 4,-0.139 0.484 0,-0.141 0.514 1,-0.135 0.501-8,-0.246 0.271 5,-0.659-0.041-1,-0.748-0.193 1,-0.759-0.283 0,-0.719-0.324 0,-0.645-0.330 1,2.589-0.041-1,0.592-0.335 1,-0.223-0.295 0,-0.726-0.247 2,-0.995-0.199 0,-1.094-0.153-2,7.159 3.604-4,-7.218 0.539 2,-4.698 2.546 8,-5.016 2.280-4,-2.391 0.503-2,-9.576-2.129-2,-6.162-6.584-1,2.390-2.722 1,-3.866-0.444 0,-3.151-0.339 0,-2.438-0.245 1,1.333-0.346-4,-0.225-0.389 1,0.172-0.399-1,0.414-0.376 1,0.537-0.334 1,0.577-0.283 0,0.561-0.229 1,-3.815-1.977 0,-3.684-1.624-1,-3.329-1.278 5,-2.855-0.964 9,-0.981-1.041-17,0.291-1.014-1,1.084-0.921 1,1.512-0.795-1,-1.206-1.145 4,2.150 0.768 2,2.047 1.145 1,1.803 1.270 0,4.582 1.969 1,2.207 1.000 0,2.112 0.873 0,1.897 0.727-1,1.619 0.580 2,-0.103 0.408 0,1.231 0.556-1,1.552 0.476 1,-7.405-2.057 9,5.426 0.909-13,3.686 0.426-1,2.356-4.019 2,14.212-2.688 5,7.335 1.040-1,3.341 2.429-7,5.016 2.160 1,-6.286 3.310 1,2.300 0.476-1,1.029 0.390 1,0.172 0.303 2,0.417 0.224-2,0.528 0.156-2,0.549 0.101-1,0.513 0.059 3,-2.198 0.010 0,1.016 0.008 1,1.180-0.002-1,1.210-0.007 0,2.183 0.434 0,0.622 0.678 0,0.325 0.787 0,-4.265-0.041 0,-0.712 0.075 1,-0.845-0.056 1,-0.893-0.143-1,-0.891-0.197 0,-0.843-0.223 1,-0.765-0.229 0,-0.669-0.222 0,4.481 0.361 0,-1.411 0.354 0,-2.100 0.488 1,-2.330 0.526 0,-1.970 0.315 3,-0.715 0.394-6,-0.273 0.334 0,0.022 0.271 1,1.800 0.405 1,0.947 0.344-1,0.453 0.317 0,-1.703-0.736 4,-0.330-0.407-4,-0.438-0.528-2,-0.479-0.573 0,0.092-0.477 1,-0.489-0.573 2,9.736 0.364-1,-1.758-0.531 1,-5.048 0.678 0,-0.571 3.032 1,0.207-1.536 0,0.627-1.066-1,-3.216-1.143 0,0.658-0.647-2,-25.252-5.661 6,-6.628-1.399-8,9.283 2.349 1,-0.122-0.332 1,-0.399-0.368-1,-1.424-0.712 1,-1.636-0.753-1,-1.651-0.725 1,-1.199-1.224-1,-0.296-0.507 0,0.574 0.102 1,1.098 0.491-1,1.361 0.708 4,1.437 0.800 0,1.386 0.803-3,1.255 0.750-1,-1.175 0.185 0,-0.082 0.248 1,0.167 0.070 3,0.309-0.048 9,0.373-0.117-10,0.384-0.151-3,0.359-0.161 1,0.316-0.154-1,-9.190-5.275-1,7.701 4.554 1,-0.640-0.154 0,-0.115-0.129 2,0.214-0.103 10,0.393-0.077-9,0.465-0.055-3,-3.595-3.154 0,4.001 0.178 0,3.945-0.231 4,10.796-2.361 6,7.462 10.358-5,3.283 1.566-5,-1.943 0.143 1,3.326-0.055-1,2.124-0.108 1,-0.248-0.095 0,-0.888-0.064 0,-2.732-0.038 0,-0.283-0.016 1,0.776 0.357 1,-0.496 2.130 0,-1.942 2.326 0,-0.993 1.235-1,-0.226 0.489 0,-0.016 0.031 0,0.441 0.202-1,-0.934-4.373 1,0.268-2.396-1,0.001 0.000 1,0.000 0.000-1,-0.001 0.000 1,-193.148 15.097-28,-73.039 5.603-10,-21.440 1.738-2,12.281-0.997 0,31.398-2.547 6,40.013-3.246 5,41.546-3.370 7,38.687-3.138 5,33.456-2.714 6,46.429-3.766 6,17.945-1.456 3</inkml:trace>
</inkml:ink>
</file>

<file path=ppt/ink/ink5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9:46"/>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3847.364 2888.546 767,'11.145'0.000'0,"1.860"0.000"-3,-1.430 0.000 2,-0.542 0.000-1,2.267 0.000 1,-0.557 0.000 2,-0.021 0.000-2,-1.549 0.000 1,1.467 0.000 1,0.427 0.000 0,-0.353 0.000-1,0.488 0.000-1,-1.778 0.000 1,1.965 0.000 0,2.403 0.000 0,-4.464 0.000-1,3.466 0.000-1,-3.722 0.000 3,4.648 0.000 0,0.056 0.000 1,-3.863 0.000-4,0.678 0.000 3,-0.523 0.000-1,2.892 0.000-2,-1.429 0.000 3,-2.517 0.000-1,3.102 0.000 1,-28.677 0.000 1,0.634 0.000-3,-2.726 0.000-1,-0.793 0.000 0,-0.509 0.000 3,-0.364 0.000-4,-5.641 0.000 0,10.134 0.000 2,0.402 0.000 1,0.614 0.000-1,-7.804 0.000 1,1.477 0.000 0,1.169 0.000 2,2.995 0.000 0,1.833 0.000 0,1.125 0.000-1,0.363 0.000-1,-1.144-1.558 0,4.560-8.705 3,12.965 0.212-2,4.809-1.056-2,2.375-0.097 1,-2.359 3.764-1,-0.517-0.388 1,1.558 1.338-1,1.387 2.053 0,-0.475 0.460 1,-0.790-0.539 0,4.711-1.189 0,5.176-1.170 2,-6.802 2.410-3,0.740-0.200-2,0.376-0.106 1,0.123-0.040 0,-1.888 0.663 1,0.115 0.056 0,0.166 0.057 0,0.188 0.053 1,0.188 0.047-1,1.783-0.378 1,0.498-0.021-1,0.465-0.027 1,0.406-0.028-1,-2.430 0.607 1,-0.051-0.056 0,-0.078-0.077 0,-0.092-0.087 0,-1.134 0.383 0,-0.457 0.304 0,-0.516 0.387 1,-0.528 0.425-1,0.755 0.240 0,-0.619 0.502 2,-0.578 0.448-1,10.146-0.262 1,-3.813 1.062-1,-4.766 0.580 0,-1.038 0.731 0,-16.757 9.880 4,-3.521-3.013-1,-1.673 0.691-6,-3.871-1.800 1,0.153-2.334 0,-5.504 1.508 0,6.616-2.779-1,-1.420-0.372 0,1.432-0.618 0,0.630-0.369 1,0.992-0.349 1,-7.636 0.347-2,-3.366-0.880 6,10.072-0.574-3,-0.124-0.096 0,0.129-0.065 0,0.284-0.041-2,-1.083-0.035-1,0.345-0.008 0,0.343 0.005 0,0.312 0.012 1,0.266 0.015 2,-10.643-0.021-1,10.753 0.066 1,0.061 0.009 2,0.198 0.008 1,-11.537 0.000-8,10.729 0.015 3,-0.343 0.003-1,-0.381 0.001 0,-0.379 0.001 2,1.125-0.203-1,0.552-0.325 1,-9.262-1.696-1,3.051-1.521 2,1.941-0.779 1,2.796 0.833 0,1.565 1.135 3,-2.504 0.641-2,2.756-3.956-2,16.674-3.648 0,8.823 7.360 0,-2.475 1.701-3,-0.094 0.374 1,1.901 0.145-1,1.768 0.047 1,1.967-0.002 0,0.862-0.028 0,-1.081-0.031 1,-2.807-0.025 0,-3.239-0.017 1,1.635-0.009 1,2.654-0.007 0,-3.918 0.002-1,1.703 0.000-1,0.008 0.002-3,-0.146 0.001 6,-0.246 0.000-3,-1.604 0.000 0,1.801 4.694-1,-4.555 2.706 3,2.577-3.070-1,1.207-1.468-2,1.060 3.682 0,-1.143 2.289 0,-3.282-0.795 0,0.641 0.456 0,2.313-3.752 3,-3.665 5.960 0,-3.059-0.213-2,2.473-1.476-1,-2.380 2.229 1,-5.162 0.423 2,-0.235-0.507-3,0.169 0.468 1,-0.009 0.067 1,-0.444 1.599-2,-8.409-5.362 1,-4.507-8.485 1,2.569 6.199-1,2.325 3.832 0,-1.945-1.781-1,-1.374-1.389-1,-0.082-2.098 1,0.602-1.953 1,-2.954-1.246 0,2.959-1.136 1,-0.707 2.590 0,1.361 6.892 1,-2.530-5.232-3,-0.324 0.840 0,1.930 1.742-1,-3.081-1.456 1,2.146-2.089 1,0.585 0.842 0,1.036 0.955 0,-3.916 1.053 1,2.582-3.171 0,0.653-1.860 1,23.117-1.526-1,1.617 0.558 0,-2.111-0.013-2,3.538-0.001-1,-0.646 0.000 0,-0.887-1.823 3,-2.438-1.534-1,2.554-1.360-1,-0.595 0.812 0,-1.147 0.250 2,1.829-3.001-1,-3.473-0.488 1,0.795 2.021-1,1.768 4.045 1,0.052 1.011 0,3.129 0.247-3,-2.026 0.067 2,0.561-0.135 0,1.471-0.104 2,-1.755-0.012-4,-1.529-0.003 1,-1.303 2.305 1,-11.421 8.901 3,-9.313-4.476-1,-1.156-2.049-3,-1.093-0.221-1,-2.230-1.128 0,-5.459-0.781 0,-1.421-0.981 0,3.705-0.893 0,2.388-0.500 3,-1.721-0.196 3,-0.222-0.090-3,1.304-0.022-3,0.885 0.941 0,1.783 3.974 5,22.114 1.519-2,4.014-11.139-2,-0.340-0.857-1,-0.513 0.166 0,-0.185 0.188 0,-0.016 0.063 0,0.020 0.003 1,0.008-0.007-1,0.002-0.004 0,0.000-0.000 0,0.000 0.000 0,0.000 0.000 1,0.000 0.000-1,0.000-0.000 0,0.000 0.000 0,0.000 0.000 1,0.000-0.000-1,0.000 0.000 0,0.000 0.000 0,0.000-0.000 1,0.000 0.000-1,0.000 0.000 0,0.000-0.000 0,-5.728-3.706 12,-17.514 10.150 25,-0.486-0.450-36,0.915-4.589-1,0.018 0.270 0,0.004 0.047 1,-0.001-0.008-1,0.001 0.000 0,-0.001-0.001 0,0.000 0.001 0,0.000-0.000 1,0.001 0.000-1,-0.001 0.000 0,0.001-0.000 0,-0.001 0.000 1,0.000-0.000-1,0.000 0.000 0,-6.052 10.914 16,6.229-1.593-6,-0.319 0.175-9,0.344-0.276-1,0.718-0.526 1,-7.070 3.206-2,3.335-2.348 0,2.409-1.679 2,-6.852 2.282-1,7.137-3.077 5,-0.340-0.296 0,0.059-0.447 0,0.301-0.504-3,-9.529 0.840-3,3.320-1.583 0,3.714-1.023 4,-0.760-0.601 4,1.914-0.276-3,0.882 0.175 0,0.575 4.113-2,-2.992 3.730 0,3.631-2.803 0,15.133-16.627-5,4.164 5.243 4,-0.021 0.035-1,-0.186 0.093 1,2.839-2.057-1,-0.067 0.029 0,0.000-0.001 0,0.009-0.004 1,0.003-0.002-1,0.002 0.000 0,-0.001 0.000 0,0.000 0.000 0,0.000 0.000 1,0.000 0.000-1,0.000-0.000 0,0.000 0.000 0,0.001 0.000 0,-0.001 0.000 1,0.000 0.000-1,0.000 0.000 0,-0.553 0.292 0,-22.701 3.653 45,-3.413 8.582-44,-3.877 2.602-3,8.455-2.545 3,-10.292 5.308-3,9.405-3.703 3,-0.544 0.656-1,-2.170 1.367 1,0.978-0.610 1,1.393-0.986-1,1.525-1.131 1,-6.282 1.877 2,2.852-1.743 1,0.313 2.527 2,3.258-2.015-5,23.470-3.291 6,-0.360-2.452-8,-0.164-0.187 0,-1.678-1.352 0,3.999-4.273 1,-4.556-0.212 1,0.934-0.879-1,0.465 0.758 1,0.843 1.584-1,-0.307 0.593 1,-1.112-2.820-26,0.909-2.799 24,0.826 0.113 0,-0.623 2.969 0,-0.747 2.882 34,3.644 1.703-33,-2.301 1.995 2,-1.135 0.487-1,0.350-0.102 1,0.191-0.197 2,2.910-0.138-2,-4.746-0.055-1,4.071-0.008-1,-0.934 0.003-1,-1.593-0.079 4,-21.263-6.799-3,-1.740 2.256 0,-0.009-0.001-1,0.000 0.000 1,0.000-0.000-1,0.000 0.000 1,0.000 0.000-1,0.001-0.000 1,-0.001 0.000-1,0.000-0.000 1,0.000 0.000-1,0.000-0.000 1,-0.001 0.000-1,0.001-0.000 1,0.000 0.000-1,0.000-0.000 0,0.000 0.000 1,0.000-0.000-1,0.000 0.000 1,0.000 0.000-1,-0.001 0.000 1,0.001 0.000-1,0.001-0.000 1,-0.001 0.000-1,0.000 0.000 1,0.000-0.000-1,0.000 0.000 1,0.000 0.000-1,0.000-0.000 1,0.000 0.000-1,21.021 0.928 52,0.523 3.751-52,0.863-0.038 2,1.447-0.007 0,-1.670-0.002-2,-0.675 0.001 2,2.275 0.000 2,-1.962 0.000-3,0.483 0.000 1,0.480 0.000-1,0.247 0.000 2,1.837 0.000-2,-0.953 0.000-1,-1.870 0.000 0,-0.063 1.508 0,1.882 3.414 4,-1.372-0.003 1,1.412 1.457-5,-7.281 2.728 2,-4.659 2.919 1,-1.800 2.191-1,-0.290-0.787 2,0.264 0.520-2,0.240-2.699 0,1.993 0.498-13,10.234-5.830 27,-0.043-4.987-14,-1.209 1.423-1,2.461 4.253 0,-1.418-1.519 1,0.027-2.666 1,-0.212 1.663-2,-4.015 4.169 3,2.907-3.525-1,1.166-3.282-2,2.630-1.122 0,-3.418-0.418 1,0.522-0.066-1,0.240 0.012-1,2.787 0.007 1,-1.829 0.083 2,0.793 0.326 2,-1.731 3.128-2,0.133 3.230-2,-1.368-2.669 0,3.960-0.280 2,-0.915-2.114-3,-1.783-1.641 2,-2.032 8.786 3,-8.684 2.384-2,-0.990 1.186-2,-0.427 0.475-1,0.058 0.320 2,0.177 1.310 3,0.054-2.222-4,0.008 0.733 0,-0.003 0.069 1,-0.002-1.121-1,-0.003 0.462 2,0.000-0.307 0,0.000 0.410 0,0.000-23.845 2,-11.296 9.096-4,-2.159-2.438-1,4.374-2.969 1,0.770-1.341 0,2.107-1.123-1,0.709-1.608 2,-0.463 0.386 1,-3.585-2.219-2,0.169 0.581 1,2.569 2.510 0,1.776-0.195-1,2.876-1.313 1,-7.599 0.389 4,-1.261 2.177-5,2.876-1.331 0,0.253 1.488 1,-2.968 3.240 0,-1.915 3.654 1,1.101 2.138-1,-1.271 1.688 0,1.945 5.217-1,1.032 1.208 1,-1.196-3.057 1,4.290 4.820 0,5.060 5.809-1,1.584-1.980-1,0.576-1.067-1,-0.085-0.610 3,-0.178 3.576 0,-0.085-2.301-1,-0.016 2.208-1,0.003-3.792 1,0.000 2.483 0,0.004-1.730-1,0.002-0.897 2,-0.056 1.901 1,-1.063-2.174-3,-10.243-9.136 2,-1.871-2.190-1,2.018-4.359 1,1.776-3.054-3,0.887-4.631 1,-4.682 5.206 2,0.183 1.647-2,4.239-1.476 1,-3.371-1.488 2,2.571 1.811-3,-0.683 0.870-1,-3.266 1.032 2,0.212 2.909 1,0.307 1.575-1,1.928 0.594 0,0.046 0.030 0,-3.247-0.103 1,2.580-0.165-1,-0.124 0.188 0,1.547 5.556 0,6.182 5.913 1,3.926 1.942-2,0.695-0.284 1,-0.229-0.560 0,-0.144-1.653 0,-0.108 0.700-1,3.234-1.308 1,8.059-10.752 3,-0.142 7.934-3,-2.302-0.303 0,-7.453-18.859 1,-1.392 0.046-1,-0.013-0.415-1,-0.001-1.154 0,0.000-1.077-1,0.000 0.966 2,0.000 0.859 0,0.000-0.205 1,0.000-1.423 0,-3.174 2.858-2,-8.694 10.718 3,-1.558 0.432-3,1.804-0.172 0,-1.444 2.845 1,2.957 4.334 0,3.563 2.308 0,-1.462 1.935 0,-2.055-6.903 1,-1.302-1.247-1,3.168 4.565 0,-0.044 1.857-1,1.058-0.818 0,-1.415 1.555-1,-1.713 1.115 2,2.199-1.264 0,1.279 0.662 1,0.856 1.133 0,9.234-22.994 4,5.051-1.841-12,-3.871-1.465 10,1.084 1.638-5,2.447-0.942 2,3.370-0.167 1,1.697-0.087-3,-3.329 1.770 0,-3.032 1.081 4,-0.297-1.791-2,-0.150 1.458 0,0.848 2.355 0,0.986 0.368 1,-0.373-3.146 1,-15.465 3.328 0,-3.892 12.508-2,2.440 4.520-1,0.169 0.455 0,-1.213 1.374 0,0.705 0.310-1,2.710-0.892 0,0.864 2.139 4,-0.967-0.542 0,-3.629-2.248-2,-1.107 1.932 0,5.225 0.853 0,-3.284 1.766 0,-0.527-2.735-1,2.197-2.456-1,0.945 1.838 3,-1.163-0.021 0,-1.014-3.217-1,-0.573-0.106 0,0.177 0.109 0,0.867-0.668-1,-1.611-2.616 2,12.041-15.564 3,6.963 0.795-5,1.780-0.343 0,-2.662 2.106 0,0.563-2.595-1,-0.043-0.721 2,0.325 0.089-1,-0.228-0.474 1,-2.190 0.341 0,-2.289 0.238 0,-0.023 0.757 0,2.426 1.131 0,3.045 0.807 0,0.690 1.346 1,2.447-1.167-1,-3.334 2.094-1,2.292-3.380 1,0.515-1.378 0,-3.175 2.394-1,-3.146-0.286 2,-16.578 10.754 3,0.973 6.947-4,-1.992 3.713 0,0.806-0.440-2,0.595-0.662 2,2.799-0.513 0,2.462 0.543 1,-2.159-2.459-4,-4.010 0.490 3,0.791 2.679 3,4.519-0.596-3,-4.249-1.937 2,0.432-2.018-3,0.234 3.706 0,5.052 0.031 5,13.021-19.406-3,-0.723-1.439-2,-5.902-3.299 0,-1.244-1.327-1,-0.485-0.340 1,-0.065 1.416 0,0.068 1.814 2,0.068 0.466 0,0.038-0.184-1,0.015 0.144 0,0.002-0.692 0,-0.002 1.155 0,-0.002-2.813 0,-0.002 1.721 0,0.000 1.286 0,0.000 22.339 3,2.086 2.280-3,2.055-2.683-1,3.035 1.156-1,-3.087-0.717 2,2.387-1.368 1,4.915-8.967 0,0.104-1.445-1,0.106 0.524-1,-0.424-0.173 2,-7.563-12.077-1,-3.771-0.063-1,0.055 0.690 0,0.105-0.393 2,-0.171-0.675-1,-4.854 1.828-1,-6.784 9.050 2,-0.823 2.480-1,-1.289-0.552 0,2.859-0.125 1,-0.454-0.005-3,0.436 0.014 2,-1.536-2.625 2,1.622-4.404-3,0.074 0.827 0,-2.128 1.514 2,1.819-3.372-2,3.857-2.687 1,3.979-1.725 0,4.017 0.950 0,6.155 2.711 1,6.250 5.963 0,-4.074-4.270-2,0.516 1.506 0,3.354 2.256 1,-1.676 2.927 0,1.286 0.756 0,-0.707-0.089 0,0.942-0.245 1,-1.668 0.010 0,0.658 0.000-3,-4.908-10.077 3,3.399 3.559 0,2.115 4.587-2,-1.027 0.056 0,-6.031-8.184 3,7.828 5.292-3,-0.600 3.606 0,-1.117 1.128 1,0.933 0.442 0,1.081-0.375 0,-1.927-0.040 0,2.395-0.002 0,-0.092 0.005 1,-2.466 0.002-1,2.639 0.001-1,1.075 0.000-1,-2.104-0.000 1,0.009 0.000 2,-0.170 0.000 1,-1.458 0.000-3,2.679 0.000 1,-2.179 0.000-1,0.666 0.000 2,1.559 0.000 0,-0.556 0.000-1,-1.602 0.000 0,2.786 0.000 1,-1.286 0.000-2,-0.989 0.000 1,-1.245 4.034 0,0.518 3.682 1,-1.353-2.960-2,2.613-2.715 0,-1.318-2.278 1,-0.273-0.002 1,0.456 0.159 0,1.271 0.076-1,-0.938 0.013-1,0.168 2.406 2,-4.521 6.034-1,3.810-1.952 0,0.311-5.305 0,2.271-1.324-1,-2.932-0.078 2,2.809 0.041-1,-1.556 0.121-1,-0.721 1.097 1,-7.757 9.948 1,-4.561 0.687 0,0.631-0.054-1,0.000 0.596-1,0.000-0.330 1,0.000-0.602 1,0.000 1.802-2,0.000 2.037 0,0.000-1.520 0,0.000-2.607 0,0.000 0.096 1,0.000 1.048 3,0.000 1.269-4,0.000 2.256 0,0.000-3.125 0,0.000-0.642 1,0.000 2.016 1,0.000-2.769-1,0.000 0.636 1,0.000 0.749 0,0.000-23.647-2,11.535 5.833 3,-3.676-5.654-2,-1.481 1.662-1,-1.209-0.444 0,-1.036-3.345 0,-2.670 1.433 1,-1.302-0.927 1,0.701-1.526-1,2.267 2.519 0,1.592-0.789-1,-0.495 1.884-1,-0.192-0.720 2,-2.170-1.034 0,-2.348 1.028 2,0.426-0.799 0,0.069 0.400-2,-0.011 0.014 1,0.000-0.170-1,0.000 0.742 0,-0.780 22.472 2,-7.999-1.817-4,2.659 1.288 0,1.085 1.012 2,-1.602-1.172 0,2.267 0.325 0,1.310 2.008 1,1.011 2.589-3,1.358-1.490 2,0.646-0.479 0,0.241-0.316 0,0.012-0.658 0,-0.081-0.921 0,-0.078-0.107 1,-0.746 0.380-1,-6.431-2.847 1,-1.896 0.466 0,7.504 1.529-1,1.566 0.289-1,0.267-22.964 4,-0.014-0.888-3,6.128-1.543-3,0.093 0.874 1,-2.825 1.342 1,-2.132 0.064 2,1.720-3.187 0,1.410 4.074-1,-0.383-0.918 0,-1.306 0.797-2,-1.247-0.449 2,-0.967-1.220 1,-0.611-1.183 0,-0.628 1.792-3,0.374 0.374 2,-0.341 0.085 3,-10.287 8.376-2,-1.152 8.204-1,1.405 5.034-1,2.269-1.664 0,1.755 0.580 0,1.606 2.814 1,2.964 0.865 0,1.662 1.773 0,-2.275-2.900 0,-3.841-0.067 1,1.009 0.833-1,2.695-1.269-1,1.336 3.381 1,-2.327-2.659 1,-3.135 0.421-2,1.985 0.083 1,2.424 0.316 1,2.165-1.152-2,0.582 0.517 2,3.625 2.361-1,1.300-3.749 0,1.586 0.677-1,3.086-3.391 1,1.299-4.366 1,0.771-4.344-1,-23.246 0.436 3,-0.172 0.573-3,-1.521 5.897-1,-0.118 0.356-1,1.326 0.107 1,1.680 2.327 2,-0.146-4.377-1,-5.766-1.202-1,0.835-2.330 1,-0.393-1.038 0,4.011 0.540 0,1.344 3.926-1,1.885 4.284 1,-6.165-5.067-2,-0.810-2.734 0,3.714-0.473 1,-0.389-0.043-1,-0.081-0.009 0,0.053 0.006 1,0.089 0.010-1,0.074 0.009 0,0.050 0.005 1,0.027 0.003-1,0.010 0.001 1,0.003 0.000-1,-0.003-0.000 0,-0.002-0.000 1,-0.002-0.000-1,-0.002-0.000 1,-0.001 0.000-1,0.000 0.000 0,0.000 0.000 1,0.000 0.000-1,0.000 0.000 1,0.000 0.000-1,0.000 0.000 0,0.000 0.000 1,0.000 0.000-1,0.001 0.000 1,-0.001 0.000-1,0.001 0.000 0,-0.001 0.000 1,0.000 0.000-1,0.000 0.000 0,0.001-0.000 1,-0.001 0.000-1,0.000 0.000 1,0.001 0.000-1,0.168-0.025 0,0.411-0.123 1,-4.950-0.077 21,1.532-0.188 4,2.484-0.082-9,0.671-0.138-13,21.651-5.604-4,2.359 0.427 1,0.440-0.135-1,-0.271 0.081 0,-0.179 0.054 0,-0.046 0.013 0,0.005-0.001 0,0.008-0.002 1,0.002-0.001-1,0.000 0.000 0,0.000 0.000 0,0.000 0.000 0,0.002 0.000 0,-0.002-0.000 1,0.000 0.000-1,0.000 0.000 0,0.000-0.000 0,0.001 0.000 0,0.000 0.000 1,-0.001-0.000-1,0.000 0.000 0,0.000-0.000 0,0.002 0.000 0,-0.002 0.000 0,0.000-0.000 1,0.000 0.000-1,-0.802 0.365 0,-0.130 0.173 3,-1.425 0.651 0,-0.083 0.038 1,0.094-0.043-1,0.030-0.014 0,-0.002 0.000 1,-0.001 0.001-1,0.000 0.000 0,-0.002 0.000 1,0.002-0.000-1,-0.002 0.000 0,0.002 0.000 1,-0.001-0.000-1,0.000 0.000 0,0.001-0.000 0,-0.002 0.000 1,0.002-0.000-1,0.590 2.129 3,4.842-0.660 7,1.789-0.226 1,-0.295 0.070-15,-1.607 0.253 0,-2.329 0.352 1,5.479-1.065-1,-7.897 0.860 2,-22.341 2.024 8</inkml:trace>
</inkml:ink>
</file>

<file path=ppt/ink/ink5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9:50"/>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4574.364 2870.546 767,'0.000'-11.275'0,"0.000"-0.306"-3,0.000-0.716 2,0.000-0.282 0,0.000 0.990 1,0.000 0.118-1,0.000 0.427 1,0.000-0.719 1,0.000 0.552-1,0.000-2.903 1,0.000 0.538-2,0.000 0.505-1,0.000 1.545 3,0.000-1.124 0,0.000 1.374 0,0.000-0.075-2,-8.303 3.644 2,-1.414 12.989 0,6.781 7.910-2,-3.764-3.754 0,0.245 2.440 0,4.202-0.619 1,2.105 0.382 0,0.261-0.555 1,0.088 4.555-2,-0.071-4.009-1,-0.062 2.500 2,-0.062-1.712 2,-0.015-0.692-3,0.000-0.601 1,0.003 2.910 1,0.004-2.453 0,0.000-0.561-1,0.000 1.348-1,0.000-0.405 2,0.000-0.427-1,0.000 0.040 1,0.000 0.717-2,0.000-23.888 4,0.000 0.547-5,0.000-2.596 1,0.000 2.572 0,0.000-1.439 2,0.000 1.280-1,0.000-3.437-1,0.000 1.789 0,0.000 1.479 1,0.000-2.201-1,0.000 2.422 2,0.000 22.500 4,0.000 0.232-5,0.000 2.149-2,0.000-0.196 1,0.000-2.335 1,0.000 1.018-1,0.231-1.045 1,5.804-1.139 0,2.344-2.023 0,-4.919 2.498 1,1.622 0.896 0,3.137-3.220-1,-4.015 4.084-2,-2.160-0.581 2,8.456-8.072 1,-4.551 7.977 0,-5.981 0.041-1,-0.040-0.159-2,0.072 0.266 3,0.000 1.119 0,-3.927-1.719-1,-6.941-7.405 0,-2.799-0.270-1,1.264 0.131-1,-1.156 0.243 0,1.064-0.837 0,1.489-1.076 3,-0.552-0.862 1,-2.525-0.567-3,-0.596-0.395 1,1.780-0.180 0,1.067-0.036 0,0.285 0.022 0,-0.871 0.040-1,-2.123 0.034 1,0.716 0.022 2,1.621 0.013-2,-3.316 0.009-1,2.778 0.003 3,0.540-0.001-2,0.174-0.002 0,0.379-0.002 1,-0.528-0.339-2,4.995-8.080 2,7.183-3.931 1,-0.001-1.569-2,0.000 2.179-1,0.000-1.707 0</inkml:trace>
</inkml:ink>
</file>

<file path=ppt/ink/ink5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0:18"/>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1756.364 2324.546 767,'0.000'11.019'0,"0.000"0.175"-3,0.000 1.519 2,0.000-0.072 0,0.000 0.591 0,0.000-1.633 1,0.000 1.622-1,0.000-24.466 1,0.000-1.179 1,0.000-3.210 0,0.239 2.149-1,1.504-0.505-2,1.772 0.642 0,0.396 1.081 1,-0.264 1.100 1,0.656 0.914 0,1.229 0.124 1,-0.176 0.064-1,0.729-3.675 1,0.105 1.950-1,0.078 1.732 0,-1.594-0.985 5,-1.674-0.234-7,-3.490 22.398 4,0.499 0.393-2,-0.010 1.864-1,-0.000-0.872-1,0.000 0.251 1,-0.299 4.637 0,-1.812-3.753 0,-2.362 0.102 1,-0.359-1.413-1,0.131 1.563 1,1.616-0.188 2,-2.970-1.449 1,-0.796-0.436-3,3.973 1.925 0,1.840 1.188-2,0.966-0.440 2,0.230-1.532 1,-0.018-0.302 2,-0.046-23.868-2,-0.094-1.747-3,0.000 0.105 1,0.000-3.109-1,0.000-2.820 0,0.749-0.664 0,1.428 3.821 0,1.319 4.188 2,3.507-0.162 2,0.904 3.514 0,-0.197-0.544-1,-4.010-1.865 1,-1.136-1.166-2,0.642 0.669-1,3.881-3.394 0,-1.072 1.031 1,-3.032 0.695 0,-2.075 1.023 1,-0.899 0.020 0,1.743 0.090-1,3.988 0.097 3,-14.107 19.873-6,2.549 1.577 6,-1.540 3.733-6,1.535-2.333 1,-0.664 0.992 1,-0.767-1.979 0,-0.995-1.907 1,1.213 1.414 1,2.828 1.052 0,1.383 3.515-2,0.604-1.484 2,-3.667-2.399 1,-1.683 2.502-3,-0.843 2.685-1,-0.666-0.020-1,0.741-3.270 2,0.570-2.552 2,-0.909-0.355 0,-1.515-0.281 0,5.718-19.551 4,15.098 5.919-4,2.826-3.062-2,-5.469-1.044 0,1.225-4.118-5,0.864 0.412 8,-0.809 3.594-2,-0.262-1.998 2,-0.586 0.928 0,0.873-1.236-1,2.097 1.464-2,-4.026-2.951 1,-4.918 0.529 0,0.054-0.932-1,4.325-0.620 0,0.975 1.688 3,-4.419 0.789-3,2.391-0.594 2,1.576 1.393-1,-3.308-2.827 1,-3.653-0.509-1,-0.741 1.142-1,3.481 0.599 1,7.205 7.321 2,-5.154-6.325-2,7.175 3.333 0,0.132-0.206-2,-3.938-0.838 1,-6.166-2.771 2,6.613 3.564 3,-20.130 10.203-4,-0.362 6.105-2,-1.653-2.041 0,3.270 1.300 2,-1.907 4.330-1,3.471-0.775 2,1.991-0.852-2,1.370-0.334-1,-2.708 1.536 2,-2.588-5.047 2,-1.413-3.454-1,-1.168 2.138-1,2.224 4.225-1,4.846 2.549 1,4.051 1.181 0,0.072-2.596 1,-7.191 0.458-1,-1.983-5.566 0,1.947 1.172 0,3.565 3.129 1,5.950-21.429 2,-0.641-0.879-3,0.000 0.607-2,0.000-3.012 0,0.000 0.043 0,0.000 2.446 2,0.000-1.735 2,0.000-1.042-1,0.000 1.301-1,0.000 1.112-2,0.000 25.746 7,0.000 0.736-7,0.000-0.495-1,0.000-0.804 3,0.000 1.133 0,0.000-1.870 1,0.000 0.233-2,-0.309 0.886 1,-5.917-3.625 1,-2.084-1.351 0,4.813 3.768 0,3.780-0.104-2,-9.790-5.541 2,-0.406-11.184 0,10.710-6.730-2,8.050 0.793 0,-2.957-0.808 0,-2.575-1.166 0,-1.955 1.735 1,2.455 0.787 0,7.128-0.339 0,0.870 2.280 1,-5.347-0.635 0,-3.769-1.776-1,-2.077-2.073-1,1.448 0.554 1,8.751 4.679 1,1.646 7.284-1,-0.421 1.128 0,-0.979-0.718 0,-6.083-11.009 1,4.803 3.422-2,1.998 6.785 1,-0.433 0.122-1,-6.667-10.889 3,4.691 5.709-2,-1.390-2.292 0,1.057 0.654 0,1.177 0.686-1,-0.898-0.851 0,-2.970-1.881 0,-1.841-2.042 3,7.069 8.971-1,-0.222 1.859-2,-0.932-4.385 1,-6.267-5.793 1,5.875 5.321-1,-3.503-5.161 0,3.898 6.708 0,0.900 3.915-1,-0.792-7.297 1,-9.449-4.925 1,0.062-0.376-3,9.604 8.777 3,-4.646-5.567 0,4.396 2.303 0,-21.990 6.747 0,-2.064 0.456-3,0.942 1.985 1,2.533 8.561 1,1.909 1.310-1,1.730 2.367 0,1.366-3.149 1,-2.156-0.981-1,-3.416-1.537 0,-0.493-1.031 3,1.563-1.176-3,-2.951 2.940-2,3.736-1.857 4,0.402 0.234 0,-0.004 0.835 0,1.738 0.852-1,0.258 4.545 1,-1.280-0.858-1,-0.812-2.052 0,-0.738-0.317-1,2.399 1.423 0,4.108-0.296 3,1.323-0.306-1,-5.998-2.069 0,-2.285-2.265 0,8.718 5.076-1,-0.994 0.335 0,-8.149-6.822 0,4.579 5.876 0,4.869 0.621-1,-4.114 1.501 0,-1.416-2.932 0,1.000 1.657 1,3.571 1.205 1,0.009-0.837 0,-4.027-2.484-1,-1.513-1.340-1,4.669 1.899 2,1.324 1.866-1,-4.254-1.791-1,-2.584 0.328 1,4.038 3.749 0,1.272-4.304-1,-2.076 4.168 0,-0.504-1.741-1,1.579-0.852 1,1.964-0.181 4,1.178 1.218-1,0.594-1.268-2,0.170-1.091 1,-0.106-22.176 2,-0.122-0.481-3,0.000 0.215-2,0.000-0.214 0,0.000-2.517 2,0.000 2.643 0,0.000-1.290-1,0.000 1.343 0,0.000-0.730 0,0.000 0.704 2,0.000-0.070 0,0.000 0.422 1,0.000-0.154-3,0.000-2.978-1,0.000 2.756 1,0.000 0.370 2,-9.514 5.451 2,0.576 12.736-1,8.373 5.377-3,0.498-1.411 0,0.135 4.632 1,-0.054-4.604 1,-0.005 3.245-4,-0.007-2.794 2,-0.003 1.557 1,0.002 0.359 4,0.000-0.736-5,0.000 0.606 1,0.000-1.920-1,0.000-0.236 2,1.634 2.330 0,2.967-1.045-2,1.495-2.510 0,-0.810 1.934 0,-3.548 2.972 2,-1.644-3.027 0,0.070 0.452-1,4.034 4.490-1,0.999-3.417-1,1.246 1.050 0,0.727 0.817 2,-1.122-1.026-1,-2.082-2.292 1,-1.347 1.007 1,-1.931-1.866 1,-0.649 4.523 0,3.500-2.205-3,2.438-2.228 1,-0.980 0.242-1,2.270-2.163 3,0.877-1.037-2,-3.616 5.022 2,-1.206-0.569-3,3.929 1.412 0,-0.600-4.910 0,3.323 3.143 0,-2.847 0.198 1,-1.333-0.812 1,5.602-9.003 0,-22.760-2.949 2,-2.609 0.355-4,1.774-1.402 0,0.592-5.768 0,1.841 1.190 1,2.424-5.909 0,4.526-0.654 2,2.234-0.193-4,1.001-0.938 2,-0.169 2.657 0,-0.178-1.426 0,-0.079-1.227 0,-0.002 1.618 0,0.006-0.461 0,0.004 0.367 1,0.000-0.947-1,0.000-0.197-1,0.000 1.909 0,0.000-0.161 2,0.000 0.122-1,0.000-0.343 1,0.000 0.617-1,0.000-3.558 1,0.000 1.415-3,0.000 0.234 1,0.000 1.398 0,0.000-0.298 4,0.000-3.206-4,0.000 1.296 0,0.000-1.301 0,0.000 0.709 2,0.000 1.377-3,0.000-2.407 2,0.000-1.063 2,0.000 0.836-2,0.000 3.583 0,0.000-3.401 0,0.000 0.643 1,0.000 1.743-2,0.000 2.035-1,0.000-1.618 4,0.000-0.157 2,0.000 24.672-3,0.000 1.229-3,0.000 0.038 1,0.000-0.343 0,0.000 4.752 0,0.000 1.727-2,0.000-1.725 1,0.000-2.950 1,0.000-2.468 1,0.000-1.046 0,0.000 4.947 1,0.000-1.759 0,0.000 0.036 2,0.000-2.747-3,0.000 2.166 0,0.000-0.587-1,0.000 0.519 2,0.000-2.077 0,0.000 0.117 0,0.000 1.183-1,0.000-0.042 1,0.000-1.583-2,0.000 1.004 2,0.000 0.321-1,0.000 1.679 1,0.000 0.482-4,0.000-1.083 1,0.000-2.244 1,0.000 2.932 3,1.960-2.511-1,6.092-3.538 1,-2.070 1.674-2,1.117 4.372-1,-1.004 0.525-2,-1.987-1.817 1,0.354 0.977 3,1.382-3.122 0,0.935-0.025 1,-2.835-0.324-1,-0.229 1.098-1,1.389 1.349-1,1.156-0.134-1,1.960-0.908 2,2.178-0.090 1,0.988-0.190 0,-0.015-0.394-1,-4.169-2.222-1,-2.111 1.749 0,-1.483 1.509 1,1.449-1.941 0,6.136 1.751 2,-2.542-3.282-2,-2.099 0.215 0,2.141 1.404 0,0.810-0.806 2,-2.812 0.830-2,1.331 0.869-1,2.353 1.066 0,-1.899-3.114 0,0.513 0.126 0,-1.405-0.469 2,-1.689 0.882-1,3.308 2.061 2,-0.821 1.854-2,-3.250 0.149-1,5.015-4.731 1,0.646-4.887 0,-0.239-0.067-1,2.698 4.462 1,-6.061 1.445 0,-0.735 0.480 1,-0.518-1.116-2,2.365 1.966-1,-0.223-2.333 3,-0.500 1.165 0,-3.725 0.260 1,5.135-3.775-1,2.137-5.982-1,0.220-1.262-1,1.157 0.467 1,-0.714 0.085 1,-0.106-0.016-1,1.148 0.000 1,-4.103-6.830 0,-8.753-4.983-1,-0.337-2.214-2,-4.336-1.625 2,-0.652 4.666-2,-2.733-1.791 0,1.127 4.221 2,-3.176 0.206 1,0.495 0.491 0,-0.127 1.084 0,-1.906-0.936-2,1.970-1.327 3,-3.530 4.369-2,-1.290 0.495-2,2.585-2.021 2,2.408 0.671 0,-3.156 1.776 1,1.574 2.938 0,0.416-1.793-2,7.350-9.927 3,3.520 1.224-3,0.121-1.544 1,-4.328 2.258 0,-3.689 1.649 1,2.322-2.220-3,4.168-0.221 2,13.611 9.755-1,-3.088 7.928-1,-0.041 0.191 1,2.096 1.218-1,-0.080-0.191 0,0.001-0.012 0,0.006 0.013 0,0.001 0.004 0,-0.000 0.000 0,0.000-0.000 1,0.000 0.000-1,0.000 0.000 0,0.000 0.000 0,0.000 0.000 0,0.000 0.000 0,0.000-0.000 0,0.000 0.000 1,0.000 0.000-1,0.000 0.000 0,-0.000-0.000 0,0.000 0.000 0,0.000 0.000 0,0.000-0.000 0,0.000 0.000 1,0.000 0.000-1,0.000-0.000 0,0.000 0.000 0,0.000 0.000 0,0.751-0.042 0,1.339-0.321 17,-1.707-1.122 1,-1.585-1.051-2,-17.165-13.420-7</inkml:trace>
</inkml:ink>
</file>

<file path=ppt/ink/ink5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0:21"/>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2374.364 3197.546 767,'-11.240'0.000'0,"-1.954"0.000"-3,-2.218 0.000 2,-0.640 0.000-1,1.393 0.000 0,1.388 0.000 2,1.835 0.000 0,0.408 0.000 1,-2.116 0.000-2,2.094 0.000 1,-1.487 0.000 1,0.610 0.000 0,-2.021 0.000-1,25.683 0.000-3,-0.267 0.000 2,0.028 0.000 0,-0.000 0.000 0,0.000 0.000 0,0.000 0.000 0,-0.000 0.000-1,0.000 0.000 1,0.000 0.000 0,0.000 0.000 0,0.000 0.000 0,-7.342 11.992 12,-2.904 5.493-7,-0.555-1.209-6,-0.394-3.492 0,-1.491 0.797 0,-2.686-1.572 2,-2.120 0.316 1,-1.998-0.444 0,-1.141-1.615-1,-0.139-3.921 0,-0.354-12.121-1,0.610-2.224 0,-0.219 0.319 0,0.013-0.020 0,-0.001 0.000-1,0.000 0.000 1,0.000-0.000 0,0.000 0.000 0,0.000 0.000-1,-0.000 0.000 1,0.000 0.000 0,4.293-3.317 5,10.002 0.263 10,8.216 7.955-15,1.118 3.065 0,-2.845-0.025 0,1.113-0.080 1,-0.504-0.129 1</inkml:trace>
</inkml:ink>
</file>

<file path=ppt/ink/ink5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0:24"/>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2265.364 3215.546 767,'11.234'0.000'0,"0.498"0.000"-3,0.080 0.000 2,1.777 0.000 0,1.491 0.000-1,-1.328 0.000 0,-2.133 0.000 1,3.220 0.000-2,-2.058 0.000 5,-0.940 0.000 3,-0.760 0.000-6,4.517 0.000 3,0.303 0.000-2,0.051 0.000-2,-0.240 0.000 2,-2.740 0.000-1,-1.410 0.000 1,0.901 0.000 1,-0.421 0.000 1,2.006 0.000-2,2.009 0.000-1,-0.478 0.000-1,-3.175 0.000 1,1.077 0.000 2,-0.358 0.000 1,1.759 0.000-2,-1.968 0.000-1,1.247 0.000 1,-1.726 1.182 0,-2.834 7.385 2,1.080-0.805-2,-3.781 1.716 0,-6.239 3.190 0,-0.985 0.198 0,0.149-0.669 0,0.168-1.187 0,0.015 1.525 1,-0.003-1.312-2,-0.004 1.258 1,-0.001-0.024 0,-0.876-0.787 0,-6.051-2.941 0,-5.012-1.381 0,0.964-0.693-1,-1.153-1.977 0,2.299 1.780 3,1.690 2.900-1,-4.163-6.578-1,0.137-2.356-1,0.403-0.675 1,-1.318-0.029-1,0.891 0.252 2,0.451 0.037-1,23.354-4.885 3,-3.127-3.195-5,2.888-2.973 0,0.309 3.007 1,0.843 2.512 1,-4.437-6.146 2,-0.873 2.722-2,1.177 1.133-1,3.412 0.510-2,1.338 3.583 1,-1.619 2.475 1,-0.348 0.157-1,0.059-0.259 0,0.072-0.138 1,0.025-0.027-1,0.001 0.005 0,-0.002 0.007 1,-0.001 0.001-1,-0.001 0.000 0,0.001 0.000 1,-0.001 0.000-1,0.000 0.000 0,0.001 0.000 0,-0.001 0.000 1,0.000 0.000-1,0.001 0.000 0,-0.001 0.000 1,0.000 0.000-1,0.001 0.000 0,-0.001 0.000 1,0.000 0.000-1,2.116 0.631 43,-2.131 0.417-41,-22.336 0.484 0,-0.064-0.031 0,0.000 0.000 1,0.000 0.000-1</inkml:trace>
</inkml:ink>
</file>

<file path=ppt/ink/ink5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0:27"/>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2574.364 3361.546 767,'11.231'0.000'0,"1.028"0.000"-3,-1.232 0.000 2,2.098 0.000 0,0.475 0.000 0,-1.885 0.000 1,-0.191 0.274-1,-5.019 8.871 2,0.428-0.566 1,5.479-8.580-1,-1.163 0.000-2,0.284 0.000-1,6.126 0.000 1,3.519 0.000 2,-0.745 0.000-4,-5.874 0.000 0,-2.325 0.000 2</inkml:trace>
</inkml:ink>
</file>

<file path=ppt/ink/ink5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0:34"/>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2574.364 3288.546 767,'0.000'11.259'0,"0.000"1.633"-3,0.000-1.511 2,-1.293 0.489 0,-4.871 0.622 0,-1.919-3.850 1,-2.613-3.791-1,1.233 2.764 3,8.536 3.487 0,1.144 0.412-3,-10.912-6.619 1,3.599-13.415 0,7.309-3.141 0,3.094-0.645 0,2.674 2.864-2,3.059-1.702 1,1.333 1.507-1,-0.533 3.392 1,0.318 0.432 2,-4.073-4.584 2,-3.979-2.339-2,7.993 4.069-1,0.613 6.002 0,-0.444-2.968 0,-8.229 17.887 3,-2.037-1.005-5,0.000 3.037 0,0.000 0.549 2,0.000-1.553 0,0.000-0.898-1,0.000-1.062 2,7.911-3.608 1,3.127-7.712-1,-0.025-0.002-2,0.919 0.000 0,0.146 0.000 0,-0.424 0.000 2,0.611 0.000-1,-1.102 0.759 1,-9.047 10.177-1,-2.303 0.662 0,0.195 0.923 0,-0.009-0.333-1,-0.201-0.977 1,-3.958-0.316-1,-6.465-7.163 2,-0.428-4.333-1,11.842-11.030 1,7.801 2.733-1,-1.180 0.251-1,-1.093-3.744 0,0.220-0.603 1,2.368 2.340-2,5.172 2.652 3,-1.438 1.371-1,-3.136-0.783-2,-1.410-6.470 4,-2.726 4.202-1,4.336-1.852-4,1.390 5.189 5,0.234-0.160-1,-0.418 0.407-2,-0.450 2.249 1,-0.988-3.663 1,-1.689-0.935 0,3.177 4.912-2,0.739 3.359 4,-22.738 0.757-1,-0.772-0.581-4,-3.286 0.000 0,1.323 0.000 1,0.711 0.000 0,1.076 0.000-1,-4.169 0.000 2,0.998 0.000 2,0.390 0.000-2,-0.384 0.000 0,0.949 0.000-1,2.462 0.000 2,-2.764-0.041 0,25.348-6.031-4,0.137 3.351 2,-0.281 0.018-1,0.007-0.001 1,0.013 0.000 0,0.001-0.001 0,-0.001 0.000 0,0.000 0.000-1,0.000 0.000 1,-0.000 0.000 0,0.000 0.001 0,-0.000-0.001 0,0.000 0.000-1,0.000 0.000 1,0.000 0.000 0,-0.000 0.000 0,0.000 0.001 0,0.000-0.001-1,5.782 0.763 8,-4.286 1.935 12,-0.902 0.906-18,-20.041 7.212-4,-1.521-2.233 2,0.080 0.004 1,-0.011 0.001 0,0.000 0.000-1,0.000 0.000 1,0.000 0.000-1,0.000 0.000 1,0.000-0.000 0,-0.001 0.000-1,0.001 0.000 1,0.000 0.000-1,0.000 0.000 1,0.000 0.000 0,-0.001 0.000-1,0.001 0.000 1,0.000 0.000-1,-0.000 0.000 1,0.000 0.000 0,-0.000 0.000-1,0.001 0.000 1,-0.001 0.000-1,0.000 0.000 1,-0.000 0.000 0,0.000 0.000-1,-0.000-0.000 1,0.000 0.000-1,-0.000 0.000 1,0.000 0.000-1,0.000 0.000 1,0.000 0.000 0,-0.000 0.000-1,0.000 0.000 1,-1.717-3.949 26,-0.164-2.038 1,0.083 0.013-26,8.648-10.632 0,3.436-1.489 0,3.015-0.911 0,4.329 4.404-1,5.167 2.445 0</inkml:trace>
</inkml:ink>
</file>

<file path=ppt/ink/ink5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0:46"/>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1901.364 2833.546 767,'8.054'8.054'0,"-0.191"-0.192"0,-0.036-0.034-5,1.461 1.461 5,-1.073-1.073 0,0.198 0.197-1,-3.475 3.069 1,-5.226-0.282 2,-10.915-10.536-2,-1.149-0.748 0,1.626-3.309 0,8.979-8.194-1,-11.561 8.806 2,1.153 1.654-2,1.670-6.586 1,9.234-4.742 0,-2.104 1.749 1,-6.926 3.693-1,6.360-4.304 0,4.382-0.466-1,-0.448 0.519 0,-1.311-0.569 2,-8.589 4.426 0,3.833-1.997-2,0.053-1.102 1,-1.101 1.264-1,2.361-1.141 0,1.723-1.064 2,-8.441 8.440 0,7.130-10.061 1,2.346 0.824-3,-4.474 3.327 0,-5.098 6.640 1,-0.056-0.101 0,6.307-7.637 1,4.278-3.310-2,1.283 1.250 0,-5.374-0.135 1,-2.637 2.514 1,-3.022 0.395-2,2.269-0.517 1,5.388-1.551 0,2.211-1.718 0,0.992-1.512 0,0.226-0.026 0,-0.103-1.779-1,-0.137 4.061 0,-0.039 0.753 0,-0.023-3.307 0,-0.018 2.511 1,-0.002-1.091-1,0.005 1.253 4,0.004-2.363-1,0.001 0.876-2,0.000-0.272-1,0.000 1.552 1,0.000-0.823 1,0.000 0.481-1,0.000 1.074 0,0.000 0.540 1,0.000-0.939-2,0.000 1.054 0,0.000-1.902 1,0.000-0.095 1,1.410 0.338-1,5.160-1.389 0,-0.223 0.109-1,-3.359 1.966 1,-1.860-0.238 0,-1.042-1.934 1,8.041 1.293 0,4.742 3.334-1,-1.144 3.027-2,1.568 2.341 1,-3.674-2.919 1,-0.161-6.071-1,-2.429 3.002 1,0.667 0.138 0,-0.146 1.010 0,2.864-2.499 0,-0.331 3.928 0,0.511 2.767 2,-2.434-4.618 0,2.125 2.456-2,-3.121-2.735 0,-1.349-2.401-1,2.691 2.010 0,-3.878-1.105 1,3.099 2.927 4,-14.830 18.406-4,5.679 5.206-2,-2.115-0.758 1,-1.501-1.919-1,-0.035-1.598 1,1.468 2.161 2,-0.351-1.111 1,-2.445-1.783-2,0.053-0.941 0,-3.891 2.546-1,3.369 1.319 1,4.024-0.265 1,2.299-1.250-2,0.745 0.227 2,0.196 2.441-1,-0.176-1.375 0,-0.409-0.927 1,-9.206-6.300-1,0.559-12.505 1,9.292-5.270-2,-0.441 0.365 1,-0.011-1.672 0,0.003 0.039 1,0.946 2.083-2,6.523-1.674 1,1.509 2.734-1,0.476 0.439 0,-2.945 0.735 0,-3.461-3.510 2,-13.251 17.107 2,3.164 4.595-2,3.142 2.019-2,-7.033-3.967 1,0.435 0.237-1,2.697 2.741 0,1.810 1.686 0,-2.090 0.689 1,0.733-3.592 0,-0.686-0.250-1,0.295-0.838 1,-2.881 2.563-1,3.457-0.229 1,3.524 3.225 1,0.043-0.782-1,-3.798-2.831 2,0.434-0.700-2,-0.833 3.827-1,1.957 0.273-1,1.563-2.397 2,-0.604 0.259 1,-2.092-1.333-2,-2.792-0.693 1,1.134-1.640 2,-1.637-1.451-1,-1.146-3.486-1,7.376 7.917 1,4.110 1.590-1,-1.537-0.509-1,-9.678-10.106 3,5.715-11.859-2,5.708-0.933 0,-0.288-0.902 0,-0.005-1.856-1,0.004 0.584 0,0.001 2.074 1,0.001-1.973-2,0.000 0.684 1,0.000 1.451 0,0.000-2.463 2,0.287-0.364 1,5.625 0.922-1,0.077 3.279-2,-0.325-2.421 2,0.234 2.562-1,0.584 0.643-1,2.497-1.750 0,-1.325 2.798 1,-0.874-2.708 0,-3.372 0.167 2,6.621 5.687 0,1.342-0.314-3,-2.663-3.180 0,-4.828-2.079 1,2.176-0.028 1,4.263 2.156 0,-1.900 0.589-1,5.450 5.011-2,-1.932 0.790 3,-7.997-9.620 0,5.937 6.185-1,-1.725-2.383 1,-12.146-2.631-1,-7.280 10.883 0,-1.621-0.472-1,1.107 0.208 1,-0.203 3.790-2,3.470 5.354 3,-4.349-5.918 0,0.707 1.442-3,5.119 5.410 3,-0.176 0.599-1,-0.108-1.836-1,-0.764-0.206 0,-0.572-0.444 0,4.942-18.996 5,14.582 6.652-3,-2.642-6.332-2,-0.111 2.633 0,3.323 7.679 1,0.575-0.619 0,-7.345-11.004 1,-4.652 0.583-2,0.778-0.597 0,10.478 9.680 3,0.814 1.724-2,-0.564 0.361-2,0.550-0.636 3,-5.471-10.095 0,-7.001-1.751-1,3.539 1.127 0,8.560 5.115 0,-4.569-3.958 0,3.964 6.253 0,-22.496 4.340 3,7.683 10.795-4,-3.861 1.961-2,0.991-1.854 2,2.130 1.580 0,-1.019-2.733 1,-1.661-1.739 0,-0.888 1.567 1,1.110 0.379-2,2.271 0.473 0,2.070 2.728 0,1.442 0.184 4,0.884-1.090-5,0.484 1.818 2,0.088-3.367 0,-1.856 0.278 1,-5.172 1.762 0,1.015 0.355-1,2.652 0.452-1,1.941 0.737 0,-1.639-2.147 0,-5.951-2.435 4,3.387 1.240-2,4.131-0.008-1,1.062 0.843-1,0.323 1.074 1,-0.019-2.057 0,-0.076 1.456 0,-0.292-1.696 1,-10.934-5.473 0,5.126 3.860-1,4.834 1.506-1,1.305 1.176 0,0.104 0.417 1,-0.225-1.423 1,-0.038 0.914-1,0.000 1.454 0,0.003-0.409-1,-6.808-1.771 2,-2.548-2.371-1,1.712-0.543 0,-0.285 1.152 1,4.201 2.404-1,1.979 1.208-2,1.504 0.342 2,-6.145-4.532 1,-5.064-9.709 1,2.543-7.755-3,2.431-2.034 0,4.724-1.279 1,0.990-2.022-1,0.761 2.162 0,0.119-0.192 3,-0.028 0.067-2,-0.039-1.578-1,-0.042 0.054 1,-0.009 1.827 0,0.002 24.096 4,0.002-1.094-6,0.000 0.661 1,0.000-0.575 1,0.000 2.116 0,0.000-1.500 0,8.518-3.496 0,0.308-1.362 2,-2.764 2.627-3,6.369-9.687 0,-1.402-0.501 1,-3.497 10.620 1,0.574-2.547-1,2.476-4.363-1,-10.443 7.713 2,6.182-1.815-1,1.273 0.974-2,-0.452 0.002 2,0.569-1.207 0,-2.351 5.880-1,-1.693-3.482 1,1.005-0.890-1,1.475 2.578 0,-2.398-0.932 2,-2.106-0.796 1,0.789 1.108-2,3.175-1.705 0,-1.477-0.390 0,-1.074 1.365 1,-1.246-1.038-2,-0.715 2.324-1,-0.032-0.919 3,8.124-3.635 1,-3.170 1.720-2,-4.102 0.666 0,-0.473 0.400 0,9.348-6.017 1,-1.961 4.179-1,1.933-4.739-2</inkml:trace>
</inkml:ink>
</file>

<file path=ppt/ink/ink5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0:57"/>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2192.364 3106.546 767,'-9.613'-6.888'0,"0.359"0.257"0,0.067 0.048 0,-0.003-0.002 0,-0.001 0.000 0,0.000-0.001 0,0.000 0.000 0,0.000 0.000 0,0.000-0.000 0,-0.000 0.001 0,0.000-0.001 0,0.000 0.001 0,-0.000 0.000-9,-1.324 1.855-3,-1.569 0.528 26,1.404-1.666-13,2.475-3.608-3,4.535-3.038 5,-7.295 7.453-2,-0.011-0.020-2,2.395-3.154 0,4.453-2.137 1,0.944-1.165 1,-8.229 10.274 0,-0.432 1.578-1,0.257-3.291-1,1.881-5.557 1,2.946-0.181 0,7.032-2.621-1,-0.273-0.576 2,-5.583 1.672 0,-6.918 9.729 0,0.052-1.014-3,7.811-8.687 2,2.479-1.905 0,-4.188 0.926-1,-7.769 9.472 2,0.073 1.868-1,2.082-0.225-1,3.734-7.371 1,0.292-4.152 2,-3.618 4.399-2,1.435 1.842-2,-2.008 0.622 0,1.038 4.269 0,3.519-9.583 1,1.705-0.166-1,0.012 0.032 1,0.025 0.158 0,0.003 0.034-1,0.000-0.004 1,0.000-0.003-1,0.000-0.000 1,0.000 0.000-1,-0.001 0.000 1,0.000 0.000 0,0.000 0.000-1,0.000 0.000 1,0.000 0.000-1,0.000 0.000 1,0.000 0.000 0,0.000 0.000-1,0.000 0.000 1,0.000 0.000-1,0.000 0.000 1,0.000 0.000 0,1.969-1.131 8,3.571-0.539 17,0.453 0.568-21,-0.167-0.182-3,0.000-2.318 0,0.000-1.200 0,0.000 2.551-1,0.000 0.856 1,3.518-1.863-1,5.217 4.778 3,-1.129-3.673-1,2.408-4.393-3,-1.827-1.087 0,-1.685 1.034 0,-0.566-1.047 0,1.124 0.151 1,-0.966 4.048 2,-1.436 1.778 0,1.114-2.169 1,2.090-0.912 0,-2.934 4.121-2,1.656 0.600 0,2.523 0.914-1,1.096 0.236 0,-2.558 0.807 0,-0.584-2.837 3,0.726-0.338-1,2.501-0.954-1,-2.328 2.525-1,-0.178-3.772 1,-4.828 2.263 1,-2.210-0.212 0,-0.902 0.105 0,1.616 0.181-2,3.628 0.182 1,0.331-0.654 0,-1.469 0.021 1,-7.339 24.162 2,-9.155-5.359-5,1.109 3.330 0,4.865 2.969 0,2.252 0.760 1,-1.249-2.071 1,-4.230-2.799 2,0.381-3.456-1,0.313 3.582 0,-1.281-0.176-1,6.437 1.220-1,1.597 1.191 0,1.197-0.644 1,0.710 4.293-1,0.513-3.919 1,0.111 1.340 0,-0.002-1.009-1,-0.000 3.516 1,-0.104-2.400-1,-0.059-0.335 1,-0.030 0.331 3,0.009-1.525-2,0.004 3.896-1,0.001-4.285 0,0.000 0.582-1,0.000-0.450 1,0.000-0.128 2,0.000 1.246-2,0.000 0.784-1,0.000-0.162 1,0.000 0.206 0,0.000-0.469 0,0.000-1.629 0,1.182 3.280-1,4.894-2.233 1,0.150-2.253 0,0.886 1.733-1,-0.312 0.492 0,-1.962-2.031 0,-1.174 0.793 1,-2.705 2.156 3,-1.211 0.492-2,-0.070-1.987-1,0.092 1.164-2,5.224-0.435 5,3.159-1.239-2,1.566 1.833-2,-1.188 0.192-1,-3.867-0.269 2,-2.975-0.131 1,-2.166 0.834-2,1.391-0.611 2,5.490-0.982-1,5.269-2.694-1,-1.228-2.825 1,-4.219 4.359 2,-5.369 1.584-2,6.241-1.425 0,-0.956 0.087 0,-1.675 1.202-1,0.452-0.407 0,1.851 1.741-1,-2.652-2.431 2,-0.056-0.193 2,2.911 0.067-1,-0.666-0.905-1,-2.865 0.480-1,2.228 2.147 2,4.492-2.896 0,2.705-5.036-1,-1.857 0.229-1,-2.246 2.148 0,-3.454 5.608 2,-4.707-1.292 0,1.822 0.276-1,10.391-5.768 1,-1.449-2.831-2,-3.410 5.785 1,-6.109 3.218 0,1.223-0.523-1,3.598-0.033 1,-1.546-0.471 0,3.977 1.422 0,-0.928-1.607 1,1.654-3.617-2,1.926-0.738 1,-1.671 0.136-1,2.810-0.821 1,-2.775 1.887 1,-2.660 0.853-1,4.986-1.520 2,-1.439 1.448-3,-4.108 1.117 0,-1.117 1.138 1,5.185-3.834 1,-1.022-1.450-1,2.424-0.881-1,-0.869-1.357 0,1.852-0.789 0,-3.141 4.003 2,-1.654 1.647 2,-0.446 2.396-5,-1.574-0.717 2,5.228-7.987 0,-0.244-2.194 0,0.417 0.461 1,2.072-0.021 0,-1.213 0.000-3,3.271 0.000 1,1.339 0.000-2,-1.294 0.000 1,-3.131 0.000 0,-0.524 0.000 5,1.068 0.000-2,-2.118 0.000 0,-0.309 0.000-1,5.779 0.000 1,-3.097 0.000-1,0.714 0.000-1,-0.699 0.000 1,-1.613 0.000-1,2.317 0.000 2,-3.130 0.000 0,4.033 0.000 0,-0.117 0.000 0,-1.795 0.000-2,-0.093 0.000 0,1.160 0.000 2,-2.702 0.000-1,-0.461 0.000 0,-0.330 0.000 1,0.271 0.000 0,0.805 0.000-1,-0.096 0.000 1,2.474 0.000-2,0.668 0.000-1,1.025 0.000 1,-4.367 0.000 0,3.350 0.000 0,-2.128 0.000 3,-0.980 0.000-1,1.126 0.000 2,-1.951 0.764-5,-3.680 9.242 1,-7.903 2.396 1,-0.155-0.759 0,0.371-0.128 1,-6.131-1.311 0,-5.377-2.556-2,1.477 0.926 0,3.137 1.568 1,-0.125 1.004 0,-1.491 0.012 0,1.116-2.448 0,0.601 0.979 0,-1.094 3.084 0,-4.122-5.383-1,-1.871-0.919 1,4.786 0.807 0,0.244 1.388 0,-2.716 1.308-1,0.163-4.362 2,17.061-15.419 3,2.958 2.343-2,1.545 1.876-4,2.648-1.695 0,-4.083-0.960 0,-1.918-3.928 3,-0.218 2.240 0,2.668-1.039-1,0.436-1.514-2,-2.501 0.520 2,1.572 3.521 2,3.636 0.781-3,-0.001-0.208 2,-0.632 2.798-2,0.314 2.625 2,-0.102 2.859-2,-6.293 9.495 3,-9.950 2.076-1,-2.887-1.537-2,0.847 1.482 1,-2.614-3.210-1,-1.038 0.808 1,1.952 0.207-2,-0.758-1.988 1,-1.591-2.004 4,-0.753-1.302-3,-1.827 0.350-2,-2.143 2.017 1,3.532 1.043 0,-0.879 1.400 2,-2.730 2.758 2,-0.593 0.693-6,2.465-2.691 1,3.047-3.395 0,-0.701-1.884 4,-1.880-4.093 0,1.401-1.599 1,-1.443-0.324-2,7.982-9.745 0,8.323-0.986-2,2.340-0.226 0,1.216-0.234 0,0.716 1.778 1,0.501 2.414 0,4.906 2.615 0,-0.451-0.233 1,1.078-1.020-2,-0.936 3.057 1,-0.825 2.360 1,-0.303 0.136-1,3.241-6.050 0,-4.479 3.150-1,3.752 0.589 0,-3.182 1.229 1,-3.313-5.771 2,4.202 0.389-1,2.320 6.083-1,-0.209 1.834-1,-1.921 0.236 0</inkml:trace>
</inkml:ink>
</file>

<file path=ppt/ink/ink5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1:06"/>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1956.364 2670.546 767,'0.000'11.142'0,"0.000"0.881"-3,6.354-0.734 2,4.103-6.129 1,0.393 1.775-2,0.765-1.765 1,-0.524-1.290 1,-1.353 1.441 1,-0.075 5.249-1,-4.037 1.349 0,7.203-5.056 1,2.287-5.010-1,-0.824 0.524-1,-4.412 4.235 0,-0.340 0.511 3,2.017-6.173-1,0.435-1.241-3,-18.469-8.956 3,-1.599 1.598 1,6.458-3.761-2,-6.197 3.010-1,1.057-0.690 1,4.279-2.587 0,-0.715-0.116-2,-7.081 5.623 3,1.061-3.890 0,-0.646 4.137-1,0.470 0.143-2,0.491-2.079 0,19.605 4.042 6,1.605 3.818-3,1.208 0.000-3,0.250 0.000 1,-1.208 0.000 0,-0.282 0.133 1,-0.933 3.917 1,-7.982 8.077 0,4.951-1.651-2,0.902-3.865 1,1.509 3.190-1,-4.533-0.040 0,0.215 3.643 1,-0.651-2.636 0,3.411-0.354 0,2.136-6.013 2,1.669-4.258-2,-5.080 8.013 1,-10.191 2.681-1,-5.995-2.730-1,0.323-0.142 0,-0.009 0.012-1,0.000-0.000 1,0.000 0.000 0,-0.000 0.000 0,-12.010-12.665 8,7.469-0.582-7,-0.090-0.488-2,0.871-0.078 0,1.421 0.191-3,-5.566-4.778 3,6.513 1.658 1,4.263-1.376 4,5.708-2.459 3,1.406-0.169-4,3.600 2.340-2,3.192 2.856-2,0.024 0.060 1,-0.076-0.154-1,0.000-0.000 0,0.002 0.005 1,0.000-0.001-1,0.000 0.000 0,0.000 0.000 1,0.000 0.000-1,0.000-0.000 0,0.000-0.000 1,0.000 0.000-1,0.000 0.000 1,0.000-0.000-1,0.000 0.000 0,-1.218-1.287 4,-6.973-3.238 17,-11.542 8.202-13,-0.062 4.106-6,-3.236-0.120 0,0.974 0.399-2,2.210 2.294 1,0.287 4.164 1,-0.846-1.683 0,-2.871-2.541-1,2.171-1.892 1,0.841-0.870 1,-1.786-0.151 0,0.607 0.191-1,0.270 0.073-1,0.318 0.020 5,24.472 0.009-2,0.981-4.338-6,-1.087-3.957 4,-2.660 0.171-1,0.947-1.630 0,0.171 0.033 0,1.012 2.300 0,1.042 2.908 0,-1.103 1.815 1,1.130-0.699 0,-2.915-2.030 1,1.153-0.693 1,3.393 3.450 0,-2.277 1.066-3,0.550-3.818 0,-3.069-0.646 1,2.031 1.980 1,-0.764 2.167 0,0.566 2.174-2,-22.603-0.204 4,-1.470-0.064-4,-1.157 0.000 0,0.047 0.000 0,1.844 3.285 0,0.097 4.643 4,-0.771-3.642-4,-0.222-2.107 0,1.918-0.102 0,0.319 2.080 1,0.495 1.045 0,-2.488 0.344 0,2.412-0.267 0,-1.953 2.011 2,-2.887-2.017-4,1.604-2.791 0,0.521-2.082 3,17.593-10.977 2,4.101 3.877-1,4.440 3.259-3,-2.649-3.628 0,-2.715-4.400-1,-1.937 1.900 2,3.949 4.145 2,2.204 3.630-2,1.021 1.477-1,1.580 0.587 0,-3.192-2.133 1,-1.053-6.092 1,1.529 2.283 0,-0.360 3.790-1,0.831 1.358-1,-0.925 0.623 1,0.927 0.250 0,0.044-0.215 0,-0.528-0.148 2,-23.209 0.006 1,-0.967 0.006-4,-0.267 4.293-1,2.762 4.017 1,4.531 3.520 1</inkml:trace>
</inkml:ink>
</file>

<file path=ppt/ink/ink5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1:20"/>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2320.364 1833.546 767,'0.000'11.759'0,"0.000"-0.427"0,0.000-0.005 0,-10.241-3.740-4,3.901 3.787 4,0.067 0.613-1,-3.119-3.783 1,-2.735 2.721-1,4.156 2.083 0,6.047-2.015 1,10.244-19.061 3,-0.600-1.424-1,-6.748-4.253-4,-0.009-2.187 0,1.096 3.452 1,1.229 1.482 1,3.843-3.461-2,-0.929 3.736 1,0.357-0.959 1,-1.324 0.277 0,-1.619 0.075 0,-1.624 0.393 1,-1.095-2.254 0,-0.932 0.620 0,-0.288 0.681 0,0.018 0.238-2,0.202-2.661 2,0.101 0.313 0,0.010 1.082-3,-0.005 0.651 3,-0.005 0.002-1,-0.002 0.217 0,0.000-0.346 0,0.000 1.214 1,0.000-0.750-1,0.000 0.319 0,0.000-0.622-1,1.954-0.560 2,8.080 8.176 0,-4.026 14.275-1,-6.003 2.586 1,-0.004 1.367-2,0.000-1.608 0,0.000 1.481 0,0.000-0.350 1,0.000-1.150-1,0.000 3.873 2,0.000-1.493-1,0.000-0.912-2,0.000-2.230 1,0.000 0.985 1,0.000 0.081 1,0.000-1.189 1,0.000 4.659-2,0.000-4.365-1,-1.776 2.094 1,-5.875-3.796 1,-2.435-3.096-1,-0.027 1.434 0,4.217 4.652 1,2.045 0.259-2,-2.865-1.562 0,-0.794-1.033 1,-2.602 1.463-2,1.585-0.148 1,-1.179-1.352 6,1.922 0.458-6,4.876-0.125 1,-2.064-0.585 0,-1.022 1.192 0,-5.174-0.671 0,0.426-5.656 1,8.245-16.032 0,6.182 0.723-1,3.617 0.320 0,-0.576-2.841-1,2.273-0.591 0,2.899 4.289 0,1.509 0.603 1,-1.999-2.120-1,-4.415-1.664 0,-2.650-0.894 2,1.772 3.835 1,1.063-2.493-2,-4.263-0.385 0,2.166 2.417 0,2.825 0.213 0,-2.954-3.913 1,-3.520 0.591-1,-1.193-0.590-1,-0.704 2.308 1</inkml:trace>
</inkml:ink>
</file>

<file path=ppt/ink/ink5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1:26"/>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2483.364 1743.546 767,'0.000'11.078'0,"0.000"1.386"-3,0.000 0.228 2,0.000 1.816-1,0.000 1.396 1,0.000-1.707 0,0.000-2.314 1,0.000 1.797 1,0.000 0.327 0,0.000-1.587-1,0.000 1.688-1,0.000-0.020-1,0.000-2.369 0,0.000 0.327 2,0.000-0.466 2,0.000-0.318 0,0.000 0.413 0,0.000-0.421-3,0.000 0.911 1,0.000-0.071 0,0.429 0.584 1,10.049-8.199 0,1.030-4.480-1,0.041-0.000 0,0.012 0.000 0,-2.445 7.361 1,-8.594 5.184-2,0.043-1.265 0,9.732-4.491 1,-2.731 4.502 0,-1.822-0.569 0,1.441-1.181-1,-2.653 3.108 1,4.721-3.889 1,-1.047 0.140-1,-7.185 2.496 0,0.803 0.189 0,9.425-7.073 1,0.722-4.580-2,-0.641-0.209 0,0.151 0.292 2,-4.556 9.497 0,1.885-1.145-1,2.280-6.724-1,0.339-2.091 0,-0.194 0.365 2,0.212 0.090 0,0.941 0.357-2,-5.543 8.387 1,4.653-0.966 1,0.590-6.653-1,0.894-0.861-2,-1.387 0.921 1,-4.207 8.078 3,2.429-2.036-3,2.208-6.783 1,-0.133-0.816 2,0.441 0.248-3,0.533 0.129 1,-1.008 2.551 1,-1.583 4.760-2,0.496-0.167 0,0.844-5.834 1,1.249-1.667 0,-4.969 8.198 2,1.286 0.871-2,-0.562-0.616-1,3.818 0.085 2,-1.699-4.912-1,1.558-1.935-2,-0.483-1.667 2,1.066 4.964 1,-3.507 5.060-1,-4.731 2.282 0,4.133-4.909 1,3.843-4.826-1,-1.460-1.676-2,0.729-0.801 2,0.756-0.020 1,-1.417 2.053-1,-0.895 3.870 0,-0.180 0.453-1,0.300-2.037 0,0.916-0.361 1,-1.257 3.801 1,0.998-1.060-1,1.562-5.599 0,-1.121-1.087 0,2.195 0.111 1,-0.694 0.078-2,-0.451 0.032 0,-1.035 0.261 2,-1.968 7.684 0,-1.857 0.441-1,5.371-6.498-1,-1.501-1.952 2,-1.300 5.274-1,0.415 2.777-1,1.922-2.920 1,-1.155 0.328 0,-2.093 1.611-1,1.217-2.099 1,1.342-3.634 1,-0.094-1.348 0,-0.037-0.120-1,1.150 0.090-1,-1.617 0.075 1,-0.033 0.020 1,3.814 0.007-2,-1.626 0.001-1,-2.503-0.004 2,3.663-0.002 2,-2.134-0.000-1,-0.192 0.000-1,0.391 0.970-1,-0.089 6.644 1,-2.922-2.297 1,1.981-2.229-2,3.725-1.714 1,-4.214-1.142-1,3.733-0.326 0,-0.265-0.131 1,0.977 0.037 1,-4.216 0.115-1,2.924 0.046 1,0.783 0.029-1,-3.710 0.005-1,1.696 0.001 1,-1.268-0.001 0,3.792 0.268-1,-2.250 3.423 2,-3.241 1.330-1,3.537 0.902-1,-0.991-3.188 2,3.146-1.873 1,-0.313-0.883-3,-1.659-0.186 1,-1.668 0.035 0,1.200 0.066-1,2.021 0.070 2,-2.005 0.031-1,-0.648 0.006-2,2.786 0.003 1,-4.044-0.002 2,0.427 0.329 0,0.843 4.029 0,1.707 2.320-2,-2.969-3.083 1,-0.438-1.447 1,1.995-0.923-2,-1.261-1.033 2,-0.557-0.380-1,-0.198-0.025 0,1.303 0.080 0,1.774 0.078 0,-0.726 0.043-1,-1.618 0.012 2,2.213 0.001-1,0.264-0.004 0,-1.105-0.002 1,4.697-0.000-2,-5.319 0.000-1,1.450 0.000 1,-1.950 0.000 1,1.649 0.253 2,-0.047 3.300-1,-1.453 1.339-2,-1.015-0.456 0,3.885-0.140 0,-2.492-2.892 2,0.287-0.775 0,-0.756-0.469-2,-0.161-0.244-1,0.995-0.094 0,0.803 0.014 1,0.751 0.050 1,5.685 0.763 0,0.617 1.414 1,-3.639 1.324 0,-1.936 1.076-2,-1.881-1.087 1,-1.889-1.052 4,5.260-0.616-5,-3.885-1.315 2,0.239-0.323 0,-1.126-0.160-3,3.005-0.108 3,-3.396 0.056 0,2.562 0.066 0,-2.822 2.175 0,1.907 4.092-1,-0.025-1.811-1,-0.322-1.303 0,-1.943-1.326 0,1.887-0.783 0,0.238-1.015 4,-1.625-0.220-3</inkml:trace>
</inkml:ink>
</file>

<file path=ppt/ink/ink5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1:37"/>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2356.364 2233.546 767,'-13.341'5.234'0,"2.303"-0.903"0,-0.744 0.292 0,-0.028 0.011 0,0.143-0.056 0,0.111-0.043 0,0.049-0.019 0,0.011-0.005 0,-0.001 0.001 0,-0.005 0.002 0,-0.002 0.001 0,-0.001 0.000 0,0.000 0.000 0,0.000 0.000 0,0.000 0.000 0,-0.000-0.000 0,0.000 0.000 0,-0.000-0.000 0,0.000 0.000 0,0.000-0.000 0,-0.000 0.000 0,0.000 0.000 0,-0.000-0.000 0,0.000 0.000 0,0.000 0.000 0,-0.000 0.000 0,0.000-0.000 0,0.000 0.000 0,-0.000 0.000-6,0.000-0.000-3,-0.000 0.000 0,0.000-0.000 0,-0.000 0.000 0,0.000-0.000 0,0.000 0.000 0,1.802 1.617 1,0.738 1.319 31,21.727-12.179 12,-0.781-2.155-37,-0.390 0.170 1,-0.372 0.262-1,-0.115 0.094 0,-0.001 0.008 1,0.014-0.009-1,0.006-0.005 0,0.001-0.001 1,-0.000 0.000-1,-0.001 0.000 0,0.001 0.000 1,-0.000 0.000-1,0.000 0.000 1,0.000-0.000-1,0.000 0.000 0,-0.001-0.000 1,0.001 0.000-1,-0.000-0.000 0,0.000 0.000 1,0.000 0.000-1,0.000-0.000 0,-0.001 0.000 1,0.000-0.000-1,0.000 0.000 1,-0.000-0.000-1,-0.000 0.000 0,0.001 0.000 1,-0.001-0.000-1,0.001 0.000 0,-0.001 0.000 1,0.000-0.000-1,2.482-2.858 13,-3.617 3.174 34,2.982 0.013-45,-24.281 3.913 3,0.095 3.879-5,1.437 3.459 1,-2.432 1.101 0,0.590 0.520 1,3.189 2.975 1,-1.807-4.477-1,-2.250-3.970 0,1.108-1.404-1,-2.077-0.138 2,2.313 0.759-2,-2.795 3.157-1,2.604 3.297 3,2.193 1.521-1,1.307-0.235 0,-4.186-1.633 0,0.946-4.750 1,-0.974-1.829-2,4.534-8.450 2,10.399-2.484 1,9.781 6.890-2,-1.945-5.554-1,-2.865 1.598 0,-4.575-3.676 1,3.702 0.255 0,4.336 3.533 0,2.691 5.212 1,-0.374 2.413-1,0.013 0.413-1,-0.202-0.066 1,-1.878-0.126-1,0.793-0.068 2,1.198-0.008 0,-1.530 0.009-1,-0.991 0.001 0,-0.771 4.399 0,-10.519 6.821 1,-0.558 1.389 0,-8.494-5.014-2,-0.147-1.872 0,-1.505 2.771 0,-1.403 2.063 0,0.003-2.706 1,-0.346 1.090-1,3.698 0.930 1,-0.354 1.646 0,0.098-0.084-1,0.483-0.991 0,0.569-1.172 1,-0.632 2.088 0,3.617-0.481 2,-2.753-1.468 0,-2.904-7.143-1,-1.509-1.474-1,5.304 8.319 1,-2.658 1.286-2,4.007-0.505 1,-0.917 0.615-1,-1.876-1.231 1,-3.684-5.067 0,3.053 3.406 1,-0.511 1.029 0,1.304-0.021-2,1.639 1.667 1,-5.093-9.002 1,-0.023-1.696-1,4.920-8.144 0,9.728-2.528 1,5.712 1.600-3,-0.354 1.076 1,1.373-3.158 0,-3.435-0.048 1,3.049-0.098 0,0.325 3.565-1,-0.749-0.557 0,-0.212-2.641 2,4.418 1.571 1,-0.346 0.604-2,-0.029-0.831-2,-1.906 0.924 0,-1.631 0.909 1,2.721-2.072 1,-1.068 4.924 2,3.926 3.617 1,-2.278 1.871-2,1.895 0.179-2,0.618-0.100 0,-1.224-0.125 0,-1.625-0.133 2,0.282-0.011 0,0.411 0.011-1,-0.451 0.002 0,1.632-0.000 0,-1.734 0.000 0,0.041 0.000 0,-0.977 0.000 0,1.605 0.000 1,-1.511 0.000 0,-0.037 0.000-2,0.812 0.000 1,1.682 0.000 1,-1.581 0.000-2,0.820 0.000 1,-1.713 0.000 1,1.710 0.000-2,-1.577 0.000 1,0.456 0.000-1,0.712 0.000 0,-0.706 0.000 1,0.527 0.000 1,0.226 0.000-1,-0.348 0.000 1,0.476 0.000-2,-1.437 0.000 2,0.782 0.000-1,-0.432 0.000-1,1.915 0.000 2,-1.005 0.000-2,-0.017 0.000 0,-1.371 0.837 0,-4.040 9.876 3,3.627-4.708-1,3.180-4.484-1,-4.534 4.215 0,-3.126 3.909 1,4.866-7.861-1,1.331-1.094 0,-4.355 8.436-1,-0.497-0.829 2,4.297-8.675 0,0.367 0.545-2,-2.201 6.228 0,0.350 1.992 0,2.612-5.179 2,-0.868-2.905-1,1.912-0.494-1,0.500 0.015 0,1.599 0.094 2,-0.413 0.056-1,0.071 1.511 0,-1.605 5.119-1,-3.256-0.426 1,1.275-1.834-1,0.751-3.399 2,-0.696-1.296 0,-0.175 0.167-1,-23.785 0.156 0,-0.567 0.025 1,-4.535 0.000-1,4.808 0.000-1,-3.577 0.000 0,3.392 0.000-1,0.928 0.000 3,-2.995 0.000 1,-0.308 0.000-3,1.696 0.000 2,-0.226 0.000-1,1.902 0.000 0,-0.972 0.000-1,-0.966 0.000 1,-0.315 0.000-1,2.011 0.000 0,-0.510 0.000 2,-0.874 0.000 1,0.245 0.000-1,0.591 0.000-1,-0.238 0.000-1,0.218 0.000 2,-0.614 0.000-1,-0.025 0.000-1,1.276 0.000 2,-0.680 0.000-1,0.789 0.000-1,-0.920 0.000 2,-0.791 0.000-1,2.937-5.897 1,5.384-4.442-1,-7.216 7.063 0,-1.799 2.136-1,5.977-7.358 1,-2.837 1.426 0,-0.639 5.780 0,-1.267 1.376-1,-1.314 0.189 1,2.506-0.130 0,-0.780-0.115 0,-1.253-0.241 0,5.303-10.037 1,-1.102 3.411-1,-3.161 5.679 0,-0.286 1.271-1,0.274 0.115 1,0.923-0.110 0,-0.042-0.118 0,0.003-0.242 1,0.646-8.098 0,-0.293 2.211-2,-1.820 2.916 0,0.167-1.684 1,0.062-1.381-1,-0.080 1.678 1,-0.926 2.328 1,2.045 1.707-2,0.210 0.614 2,-1.598 0.251-1,1.481-0.270 0,5.468-11.110 1,6.134 0.035 0,0.914-0.868-3,9.986 8.807 3,-3.458-6.690 1,1.949 2.313-3,1.616-0.450-1,-3.939-0.680 0,2.219-3.262 3,-0.105 5.480 0,5.626 4.127-1,0.173 1.914-1,-1.716 0.659 0,-0.909 0.138 1,0.194-0.104 2,-1.485-0.318-1,1.104-0.041-1,-1.361 0.022 0,-23.229-0.000 3,1.265 7.488-5,0.808 0.738 1,1.890 1.746 0,-0.599-2.534 1,-2.259-4.726 0,-2.739-1.937 0,0.663 0.134 0,0.367 4.178 0,-0.351 4.545-1,4.055-0.479 0,0.701 3.352 0,3.780-0.463 2,-5.349-3.905 2,3.887 1.062-3,-3.171-3.225 0,0.886 1.782 1,12.072 2.651 0,7.489-10.829-1,-8.263-14.131-1,0.089 2.297 0,6.708 4.439 1,2.310 0.396 0,0.288-4.065-2,-4.681 2.989 2,-0.919-1.239 0,-18.242 8.521 3,-0.463 1.392-2,-2.405 3.601-3,3.258 1.599 1,0.279 0.929-1,0.234 0.222 0,0.107-0.042 0,0.028-0.079 0,-0.003-0.047 0,-0.009-0.017 0,-1.121-1.022 0,-0.961-0.309 12,-1.339 1.851-6,3.024-1.770-5,-1.338 4.324 0,0.292-1.751 2,-2.226-3.943-2,1.710-0.545 0,0.000 3.285 1,2.936 0.379 1,-2.665 0.958-1,-1.199-0.509 0,1.778-3.032 0,-0.417-2.632 1,6.966-11.781 0,6.729-0.759 1,6.507 2.869-4,-0.046-0.010 1,0.002 0.000-1,0.000 0.000 1,-0.000 0.000-1,0.001-0.000 0,-0.000 0.000 1,0.000 0.000-1,0.000 0.000 1,0.000 0.000-1</inkml:trace>
</inkml:ink>
</file>

<file path=ppt/ink/ink5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1:54"/>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5501.364 3088.546 767,'-11.354'0.000'0,"1.869"-6.258"-4,3.110-6.202 3,0.814-2.429-1,2.169 1.329 1,-1.564 1.340 1,-4.204 1.551 1,1.313 2.946-1,-1.509-1.445 0,-0.504-1.786-1,2.795 0.261-1,1.844 0.823 3,-2.678-3.375 1,-0.340 1.881-2,-0.149-1.539 0,0.043-0.876-1,0.140 1.438 0,1.546 1.214 1,2.124-0.612 0,2.072-0.429 0,2.473-0.912 0,9.669 6.043 2,2.319 8.270 0,0.397 3.293-1,-6.019 12.588-4,-3.268-6.512 2,-0.324 0.436 0,2.004 9.122-1,-0.055-1.705-1,0.241-2.034 2,0.246-0.517 2,-1.577-3.491-1,-0.418 0.466 4,2.606-1.143-1,1.554 1.123-3,-4.188 2.432 0,-1.932-0.330-1,-1.028-2.985 1,-0.455 0.135-1,-0.030-0.640 5,0.203-23.255-3,0.045 0.042 0,-0.001-4.214-2,0.000-0.128 0,0.000-0.873-2,-1.325 1.479 1,-3.154-0.245 2,-0.235 1.530 1,1.248 3.052-1,0.292-2.600-1,1.900 1.413 4,1.111-1.163-2,0.414-0.547-1,-0.025 0.283-1,-0.122-3.072-1,-0.074 5.245 5,-0.020-2.798-4,-0.030 27.593 3,0.021 2.214 1,0.000-3.130-6,0.000 1.305 1,0.000-1.879 1,0.000 3.696-2,0.000-0.041 6,0.000 0.908-3,0.000-4.956 0,0.000 0.991-1,0.000 1.162 1,0.000 3.144 0,0.000 2.511 0,0.000-0.234-2,0.000-0.703-1,0.000-2.111 4,0.000-3.800 1,0.000 3.534 0,-0.265-0.016-2,-3.226-4.455-1,-6.559-5.210 4,-1.761-5.474-2,1.612-7.185 0,1.623-4.861 0,1.678 1.891-2,3.242-1.347 0,2.912-1.514 2,0.911-0.649-2,0.017 1.939 0,-0.023-0.947 0,-0.029-3.820 1,-0.087 2.127 1,-0.039 1.793-1,-0.015 0.731 0,-0.003-3.523 0,0.006 3.253 1,0.003-0.944-2,0.002-2.332 1,0.000 0.509 1,0.000 2.104-2,0.000 0.925 4,-3.095 22.963 0,-3.989-2.418-5,1.878 2.818-1,2.777 1.020 3,1.713 0.482-1,0.746-0.525 2,0.180-1.053-1,-0.023 0.730 0,-0.098-0.189 0,-0.059 2.978 0,-0.026-4.029-1,-0.007-0.568 0,-0.004 3.725 1,0.001-3.622 1,-0.784 1.551-1,-9.399-8.291 2,-0.724-8.326-1,3.143-4.336-2,1.754-1.275 0,5.539-1.866 2,0.494-3.834-1,0.023 3.688-2,0.015-3.268 1,-0.022 0.173 0,-0.020-0.609 3,-0.010 3.822-2,-0.007-1.618-1,0.003-0.003 4,0.001-0.437-3,0.000 1.621-1,0.000 0.421 1,0.000-0.798 0,0.000 23.561 4,0.000 1.302-6,0.000 0.192 1,0.000-0.188 0,0.000-0.334 1,0.000-0.286-1,0.000-0.064 1,0.000 1.967-1,0.000-2.041 3,0.000 2.420-2,0.000-2.348 0,0.000-0.270-1,0.000-0.366 1,0.000 0.209 1,0.000-0.493 0,2.998-0.047-1,5.419-2.676 0,0.789-2.013 0,2.031-4.988 1,-6.548 9.716-1,4.002-3.458 0,0.356 1.365 0,-0.640-1.548 0,4.092-5.681-1,-0.989-1.986 0,-0.115 0.124 1,0.030 0.194 1,0.400-0.012-1,-6.012 9.444 1,-5.981 2.272 0,5.601 0.022-2,7.080-8.412 1,-0.259-2.421-1,-5.786 8.634 1,-6.854 1.741 1,0.551 0.524-1,10.799-9.555 0,-4.273-12.022 1,-6.800-2.139-1,0.109-3.237-1,0.002-1.180 0,-0.002 2.106-1,0.000 2.635 0,0.000-0.392 0,0.000-2.097 7,0.000 1.185-4,0.000 1.375-2,0.000-0.360 1,0.000-0.796 0,0.000 0.505 1,0.000-0.367-1,-1.073-0.104 0,-4.095 0.410-1,-0.393 0.247 0,-0.168 0.448 1,-3.697 2.599 1,3.405-2.237-1,3.198-4.858-1,2.041 1.263 0,0.803 3.113 2,0.297-1.247 1,-0.077 24.092 2,-0.241 2.012-6,0.000 1.513-1,0.000-2.561 1,0.000-0.216 3,0.401-0.087 0,6.931-3.201 0,-1.363 2.229-1,-2.694 3.893-2,-1.922-0.823 1,-1.091-1.799 2,1.157 1.316 0,7.784-6.948 0,3.259-3.743-1,-1.194-1.051-1,-7.308 10.011 3,6.515-7.463-2,-4.601 5.773 0,-13.999-2.495 1,-2.036-14.166-1,1.824-2.592-1,0.733-0.691 1,16.490 17.852 1,-1.691 0.795-2,0.020 0.472 1,2.852-3.369 1,-9.116 6.539-2,-1.143-1.047 1,9.093-3.636 0,0.060 0.124 1,-3.554 4.242-2,3.139-2.871 0,4.200-3.033 1,-3.359 0.071 0,-9.088 6.247 0,-0.572-0.938 0,9.315-5.187 0,2.445-6.776 1,-0.370 0.426-1,-5.869 9.785 0,-11.890-0.645 1,-4.971-8.986-1,0.286-0.248-1,-0.443 0.057 0,-2.246 0.015 2,-0.198 0.008-3,1.757 0.003 2,-0.347 0.000 0,1.130 0.000 0,0.574-0.001-1,-2.138 0.000 1,0.234 0.000 1,1.694 0.000-1,-0.858 0.000 1,0.854 0.000-1,7.771-10.757 1,3.686-2.411-1,-0.084 0.343 0,-0.054 0.819-1,-0.007-0.468-1,0.003 0.694 1,0.000-0.047 3,-5.587 0.442-1,-2.736 1.773-1,3.775-0.673 0,4.994-1.460-1,-2.036-0.439 2,-12.285 7.297 0,2.530 3.311-2,1.104-6.920 0,1.583 1.097 2,1.547-2.200-1,4.977-2.239 0,1.244-3.878-2,-2.720 2.930 1,-6.313 3.874 2,0.071 1.860 0,-1.645-2.433-1,2.583 1.425-1,-2.022-2.257 0,2.796 2.464 1,1.262-1.203 0,4.223-4.668 3,2.421-0.450-3,0.503 1.710-1,-1.843 0.469 0,-5.953-0.055 2,0.654 2.583-1,4.748-1.650 0,-8.246 5.038 1,2.798-2.384 1,2.066-1.127-2,-5.728 8.517 0,10.072-10.802-1,1.323 0.802 1,-0.149-0.843-2,-0.034 0.722 3,-7.993 3.566-1,-3.148 6.268 1,2.882-6.723-2,1.356-0.701 1,4.229-3.019 0,-7.452 5.228 0,2.627-1.986 1,7.113-2.678-1,0.592-0.142-1,-10.031 6.173 2,1.582-3.494 0,0.548-0.692-1,-2.806 5.969 0,10.878-7.939 0,-0.354 0.043 0,0.000-0.132-1,-0.166 0.005 1,-10.747 6.221 0,-0.361 5.573 0,0.156-0.353-2,8.591-10.999 4,2.527 0.001-1,0.000-0.032-2,0.000-0.231 1</inkml:trace>
</inkml:ink>
</file>

<file path=ppt/ink/ink5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1:57"/>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5320.364 2833.546 767,'11.012'0.000'0,"1.297"0.000"-3,0.124 0.000 2,-0.918 0.000 0,2.055 0.000 1,1.299 0.000-1,-0.981 0.000 2,-1.416 0.000-3,-0.437 0.000 2,1.056 0.000 3,-1.586 0.000-5,0.126 0.000 1,2.247 0.000 2,-1.615 0.781-2,-7.220 10.665 3,-5.062 1.925-2,-0.370 0.613-1,3.239-1.543 2,7.010-4.948 0,-4.715 5.767-1,-2.569-1.761-2,5.750 0.515 3,-3.117-1.589-2,-2.119 3.931 0,-2.660 0.487 1,-0.681-2.045 0,-0.085-1.363-2</inkml:trace>
</inkml:ink>
</file>

<file path=ppt/ink/ink5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2:01"/>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5556.364 3106.546 767,'11.188'0.000'0,"1.432"2.862"-3,-3.616 7.763 1,-5.596 0.954 2,4.062 0.573 0,0.519-2.547 0,1.689-3.467-1,0.944 0.798 1,-6.849 3.669 1,7.843-7.979 0,0.021-2.560-2,-0.299-0.263 1,0.159 0.206 0,-5.883 10.820 1,2.427-3.232-1,3.797-7.796-1,0.714 2.435 1,-7.206 7.989 1,5.816-4.348-1,-5.395 4.291-1,-14.241-2.893 2,-3.073-7.273 0,0.109 0.000-2,-1.227 0.000 0,1.395 0.000 0,-2.959 0.000 0,0.472 0.000 2,0.854 0.000-1,-0.248 0.000 0,0.852-1.579 1,6.153-9.708 0,6.322-0.134-2,0.310-1.482 0,-0.400-0.474 2,-0.092-0.635-1,-0.005 1.119-1,0.005-0.831-1,0.003 1.097 1,0.004 0.669 2,-4.772-0.340 1,-8.960 2.932-2,1.620 0.626-1,5.450-1.723 0,6.388-0.735 2,-1.768-0.793 1,-7.658 6.631-1,-3.215-0.379-2,0.822-0.212-2,0.096-3.002 2,1.941 0.343 3,-1.514 4.791 0,-0.903 3.548-2,1.275 0.757 0,-1.221 0.441 1,1.969 6.207-2,2.576 2.482 0,4.495 2.963 2,-3.982-2.973-1,1.504 0.236-1,2.250 1.895 1,1.407-0.874 1,-9.477-8.321 0,6.616 8.477-1,-5.221-5.405 0,-0.726-5.854 0,-0.584 0.187 0,8.738 10.872 0,-0.280 0.071 0,-5.064-2.551-1,-0.559-1.446 1,-2.818-6.947 1,0.430 0.060-1,-0.329-0.003 0,0.328 0.000 0,3.762-8.250 0,11.222-2.469 1,7.275 10.645-2,0.077 0.097 0,4.071-0.009 0</inkml:trace>
</inkml:ink>
</file>

<file path=ppt/ink/ink5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2:04"/>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5211.364 2742.546 767,'11.238'0.000'0,"0.160"0.000"-3,-0.151 0.000 2,0.288 0.000 0,-3.048 7.998 2,-4.730 2.684 0,7.726-8.552-2,-8.969 9.318 1,-1.996 0.088-1,1.062-0.608 0,9.984-10.615 3,0.940-0.352-2,-0.739 0.043 0,-0.609-0.004 0,0.274 0.000-1,-0.285 0.140 2,-9.465 10.763-1,-1.678 0.386 0</inkml:trace>
</inkml:ink>
</file>

<file path=ppt/ink/ink5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2:07"/>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5356.364 2724.546 767,'-11.132'0.000'0,"0.041"0.000"-3,-0.341 0.000 2,-1.792 0.000 1,1.498 0.000 0,0.158 0.000-2,-1.307 0.000 1,0.521 0.000 2,0.707 0.000 0,-0.258 0.000-1,3.542-7.469 1,14.127-2.459 0,5.885 9.127-2</inkml:trace>
</inkml:ink>
</file>

<file path=ppt/ink/ink5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2:13"/>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4829.364 2397.546 767,'0.000'11.230'0,"0.000"0.338"-3,0.000 0.716 2,0.000-1.232 0,0.000 0.147 1,0.000-0.193 0,0.000 1.153 0,0.000-0.987 0,0.000 0.778 0,10.524-6.358 1</inkml:trace>
</inkml:ink>
</file>

<file path=ppt/ink/ink5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2:17"/>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4847.364 2161.546 767,'0.000'11.226'0,"0.000"1.979"-3,0.000 0.031 2,0.000 0.621 0,0.676-0.551 1,8.690-5.369 0,-2.167 0.915 0,0.180 4.337-1,-1.300-2.942 0,-2.218 0.508 1,-1.989 3.205 1,-1.832-1.942-1,-0.434-0.472 0,-4.739-1.583 1,-6.025-10.372 0,9.276-10.751-1,1.972-0.069 0,-0.081-2.229 0,-0.011-1.088-1,0.000 2.545 1,0.002-0.197-1,0.000 0.386 1,0.000 0.051 0,0.000-0.235 0,0.000-1.448 0,0.000-0.333 0,0.000 2.477 0,0.380 0.030 0,10.587 8.113 1,1.192 3.398 0,-1.079-1.480-1,-9.218-10.814 0,10.147 6.213 0,0.842 5.566-1,-1.264 0.496 0,-0.396-0.057 2,-4.665-11.134 0,-15.128 3.840 0,-3.144 7.242-2,0.485-0.115 1,-3.483 1.076-1,1.845 4.647 0,2.428-1.012 0,-2.097 1.068 1,4.530 1.868 0,6.588 4.329 2,2.061 2.438-2,-0.249-1.708 0,-0.174 1.103-1,-0.179-1.026 1,-0.030-1.097 0,0.008-0.471 1,0.012-0.006-2,0.000 1.097 2,0.000 0.196 0,0.000 0.705-1,0.000-0.424-1,0.000 0.109 1,0.000-1.842 1,0.000 0.432-2,0.000 0.256 1,0.000-0.075 1,0.000 0.972-2,0.000-0.112 0,0.000-1.179 1,0.000 0.189 0,-9.020-2.870 2</inkml:trace>
</inkml:ink>
</file>

<file path=ppt/ink/ink5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2:22"/>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4520.364 2415.546 767,'11.146'0.000'0,"-2.821"10.172"-3,0.746-2.812 2,2.031 0.723-1,-1.581 1.656 0,-3.648 2.809 3,3.311-5.497 1,2.846-6.210-2,-0.196-1.097-1,-0.498 0.524 1,-2.048 5.725 1,-8.150 6.079 0,-1.939 0.136-2,12.043-7.698 4,-23.315-4.097-2,-2.508-0.413-4,2.750 0.000 2,-3.021 0.000 0,0.102 0.000-1,1.290 0.000 1,0.891 0.000 2,-1.295 0.000-1,0.018 0.000-1,1.860 0.000 1,-3.506 0.000 1,2.576 0.000-1,-0.438 0.000 1,0.546 0.000-3,-3.142 0.000 0,0.727 0.000 3,2.622 0.000 2,-0.841 0.000-5,1.180 0.000 4,0.797 0.000-1,-2.846 0.000-3,0.304 0.000 3,-0.265 0.000 0,1.937 0.000-1,0.018 0.000-1,0.186 0.000 1,0.531 0.000 0,0.109 0.000 1,0.328 0.000-1,-1.212 0.000 1,1.234 0.000-2,-1.645 0.000 0,0.044 0.000 0,-0.533 0.000 1,0.634 0.000 1,-1.172-0.192 0,0.080-4.026-1,2.461-2.424-1,-0.962 1.765 1,1.047 2.803 1,-2.680 1.554-2,0.986 0.672 1,-3.601-0.788-1,4.340-1.726 0,-0.215-1.562 1,0.185-0.552-1,-2.265-0.054 1,2.799 0.637 3,3.556-6.455-1,-3.780 1.246-1,2.155 3.028-3,-1.639 1.433 0,-1.130 1.628 1,0.740 1.366 1,-2.834 0.836 0,2.988 0.896 0,-0.698 0.226 2,-1.641-0.040-1,2.379-0.158-1,-1.266-0.057-2,0.161-0.037 1,-2.563-0.022 0,3.337-0.012 5,22.958 0.007 0,0.382-1.568-4,0.355-6.574-2,4.484 3.218 0,-1.800 2.881 0,2.520 0.798 1,-1.859 0.730-1,-1.915 0.428 2,-0.461 0.212 2,0.064 0.050-3,-1.003-0.031 1,3.497-0.014 1,-4.176-0.081 1,0.730-0.032-1,2.266-0.015-1,-0.977-0.001 0,1.122 0.001-2,-1.907 0.002 1,1.814 0.001 0,-2.778 0.002 2</inkml:trace>
</inkml:ink>
</file>

<file path=ppt/ink/ink5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2:31"/>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2938.364 2470.546 767,'11.159'0.000'0,"-3.017"10.480"-3,2.147-3.420 2,-0.068-2.496-1,4.978 2.210 1,2.453 1.281-1,-2.602-0.336 0,-3.913-0.280 2,-0.068 3.249 1,-2.075-3.639 2,-0.187-0.356-2,-0.211 0.428-3,2.235 2.738 1,1.376 1.339 2,0.155-1.397-2,-0.184-2.400-1,1.227-0.834 3,0.763-0.026-1,-0.849 0.428-1,-0.888 0.433 1,0.038-1.215 0,0.500-1.897 0,-0.078 0.254 0,-3.584 1.571 2,-0.585 0.826 0,1.228 0.476-2,0.785-0.616-1,3.383-0.422-1,-2.586-3.928 4,0.375-2.028-1,2.384-0.716 0,2.227-0.033-2,-0.522 0.166 0,0.997 0.069 0,-1.586 0.049-1,-2.258 0.030 3,-1.939 0.015 0,2.522 0.010 1,-0.703-0.001-1,-24.578-0.008 3,0.522-0.003-6,-2.566 0.000 1,0.926 0.000 0,1.479 0.000 1,-2.089 0.000 0,-1.122 0.000 0,-0.329 0.000-1,-0.286 0.000 1,0.927-1.079-1,2.548-3.371 1,-0.480-3.396 1,-3.517 5.422 0,-2.566-0.949-3,2.395-1.648 0,3.133 0.597 2,1.271 0.568 0,1.021-0.473 0,-3.880-3.315 1,-0.476 1.227 0,3.112 3.568-1,-0.191 0.007 0,0.667-1.670 0,-3.225-0.305 1,0.044 1.398 0,2.053 1.317-2,-0.279 0.748-1,-0.386 0.692 2,0.789-0.689 0,0.926-2.088 1,0.435-0.987-1,-0.498 0.542 1,-0.618 1.180-1,-2.944 0.867 0,2.662 1.355 0,-0.158 0.612 1,-1.210-0.091 0,18.893-10.155 0,3.709 3.076 0,3.334 4.685-2,1.257-2.562-1,3.290-0.105 0,1.044 1.020 0,-2.403 0.055 1,-3.305-0.505 0,-1.124-0.452 1,1.786 0.906 3,-0.986 1.456 0,1.078 0.941-5,-0.730 1.289 2,3.022 0.585 2,-1.012-0.098-1,0.455-0.084-3,-3.434-0.067 1,2.336-0.018 1,0.849-0.010-1,0.004-0.004 1,-2.735 0.000-1,-0.463-0.000 1,-0.383 0.003 1,-2.626 10.774 3,2.574-5.607-3,1.323-2.153-2,-0.543 2.430 0,-0.199 3.020 0,-1.712 0.423 1,-0.969-0.860 0,1.252-2.946 0,2.797-4.311 2,1.848 2.911-2,-4.709 2.279-1,-0.481 1.386 1,-1.123 0.185-1,2.754 3.472 0,-0.457-0.974 1,0.129-4.049 0,1.209-3.587 1,0.307-2.053 0,1.296-0.772-1,-2.077 2.271 0,0.032 6.610 0,-1.129-2.885 0,-0.084-1.172 0,1.015 2.386 0,0.107-0.626 0,0.942-2.351-1,-6.563 6.157 2,-6.340 1.209 0,0.410 1.488 0,0.005-0.627-2,-0.008-0.638 1,-0.004 0.954-1,0.000 0.611 1,0.000-1.851 0,0.000 1.673 0,0.000-1.663 0,0.000 2.525 0,-5.067-3.177 1,-6.439-8.253 0,10.084-13.493 0,1.417-0.074-2,0.001-3.536 1,0.002-0.409-3,0.000 1.970 2,0.000 2.224 2,0.000-0.059 0,0.000 0.103-1,0.000-0.102 1,-0.862 0.100-2,-10.173 6.178 2,-1.366 5.346 0,1.307-0.412-1,-0.074-0.055-1,-1.158-0.000 1,-0.078 0.009 1,0.606 0.001-2,0.392 0.000 1,-1.583-0.000-1,0.411 0.000 1,1.851-3.661 1,0.765-3.685-1,-3.847 0.153 0,4.234 1.719-1,-3.037-2.034-2,2.170 2.821 3,-1.575 3.332 3,2.648-5.676-3,1.869-1.482 0,4.928-3.963 1,6.096 0.699-1,5.382 3.526-1,2.198 2.724 1,1.259 5.132 2,-1.181 0.399-3,1.198 0.046 0,-0.594 0.005-1,1.480-0.004 3,1.121-0.021-1,1.954-0.019 0,-4.744-0.010-1,3.985-0.003 0,-3.000-0.000 1,-1.421 0.001 1,-0.023 0.001 0,1.636 0.001 0,-0.049 0.000-1,-0.315 0.000 0,1.212 0.118 0,-2.281 3.402 0,-2.090 4.936-1,-4.121 2.968 2,2.964-1.953 1,3.222-6.858-2,1.305 1.531-2,-8.110 8.724 4,-4.099-1.020-3,-0.801 0.598 0,0.019-1.441 1,0.287 1.100 0,0.093 0.170 1,0.005-0.134-2,-0.009-0.355 1,-0.005 0.956 1,0.000-0.269-1,0.000-0.519 0,0.000-0.915 0,0.052 0.035 0,10.099-16.774 1,-3.092-3.460 0,-6.238-3.692-2,-0.816-0.198 0,-0.091 25.473 4,0.086 2.109-5,0.000-1.694 1,-0.837 0.168 0,-5.601-3.599 2,-3.023-1.054-1,1.958 1.813-1,0.001 2.020 0,-0.072 1.534 0,0.788-0.161-1,2.134-2.772 1,1.273 0.158 1,2.818 1.381 3,-0.365 0.879-1,-6.509-2.413-2,-1.676-18.436 2,9.253-5.222-2,-0.116 1.693-1,-0.029 0.164 0,-0.007-2.088 1,0.005 0.598-1,0.002-2.770 0,0.001 1.876 0,0.000-0.515 2,0.000 2.548-1,0.000-2.193 0,0.000 1.181-1,0.000-0.682 2,0.000 1.755 0,0.000-0.184 1,0.000-3.717-3,0.347 0.878 0,3.277 3.539 2,8.005 11.312 0,-8.951 10.204 0,-2.839 1.106-1,0.062 0.642 0,0.073 0.383-1,0.021 2.111-1,0.006-0.464 1,0.000-2.007 2,-0.000-0.142-1,-0.001-0.616 0,-0.001 1.114 1,0.313-1.270 0,7.925-4.302-1,2.987-7.275 1,-0.125-6.154-1,-6.604-7.080 0,-3.393 2.209-2,0.156-3.218 2,3.926 0.066 0,1.259 1.055-1,-2.040 2.066 2,5.968 2.408 0,-3.406-0.779 0,-5.071 21.781 1,-1.895-0.588-4,0.000 2.470 1,0.000 0.368 0,0.000-2.157 0,0.000 0.859 0,0.000-0.147 0,0.000-0.841 1,0.000-1.258 2,0.000 0.062-1,0.000 2.516 0,-1.783-1.562-1,-9.338-8.772 1,4.697-12.760-1</inkml:trace>
</inkml:ink>
</file>

<file path=ppt/ink/ink5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2:33"/>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3483.364 2888.546 767,'-5.355'10.622'0,"-0.222"0.280"0,-0.475 0.567 0,-0.844-2.426-8,-0.823-1.104 7,0.004-0.011-1,0.000-0.000 0,-46.808 25.817 5,-18.923 7.920-16,-8.600 4.848-2,2.044-1.176 1,8.310-4.720 1,11.369-6.449 2,12.217-6.926 3,11.650-6.602 1,10.278-5.823 3,8.538-4.835 0,6.729-3.811 4</inkml:trace>
</inkml:ink>
</file>

<file path=ppt/ink/ink5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2:37"/>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2938.364 3015.546 767,'-11.196'0.000'0,"-0.424"0.000"-3,-0.585 0.000 2,-0.933 0.000 0,1.840 0.000 1,0.276 0.000-1,-2.792 0.000 0,-2.174 0.000 0,3.641 0.000 2,26.140 0.000 1,-0.706 0.000-1,2.916 0.000-4,-3.800 0.000 2,-1.145 0.000 0,1.461 0.000 0,-0.150 0.000 2,1.223 0.000 1,-1.361 0.000-1,0.016 0.000-3,0.540 0.000 4,-16.902 11.088-3,-4.485-2.737 0,0.382-0.141-1,0.024-0.009 1,-0.011 0.003-1,0.000 0.001 1,-0.000-0.000 0,0.000 0.000-1,-0.000 0.000 1,0.000-0.000 0,-0.000 0.000-1,0.000-0.000 1</inkml:trace>
</inkml:ink>
</file>

<file path=ppt/ink/ink5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38:4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2216.000 2624.000 767,'-6.127'0.000'0,"-0.109"0.000"0,2.599 6.038-5,1.811-0.243 5,-4.080-2.945 0,-2.949-1.475-1,1.961-0.415 0,0.383 2.103 0,3.849 3.562 2,2.587-0.470-1,0.264 1.142 0,-1.311-0.484-1,-1.634-1.455 0,-2.304 0.378 1,-0.529-0.425-1,-0.201 0.239 1,1.412-1.241 0,0.098-0.043 1,0.010 0.010-1,-0.051 0.054 0,-0.031 0.029 0,-0.154 0.151 0,0.059-0.061 0,0.052-0.053 0,0.064-0.186 0,-1.574-0.859 0,-0.343-2.417 1,0.021 1.374 0,4.541 4.439 0,1.539 0.054 0,0.290-0.153-3,-0.990 0.342 1,-5.927-4.340 2,-0.718-2.879 0,1.169 0.065-1,0.172 0.269-1,1.929 5.981 1,2.015 0.255 1,-4.576-2.507-1,2.598 0.753 0,0.769 2.688-1,0.135-1.006 0,-0.321-1.330 1,-1.659 0.644-1,-0.077-0.337 0,0.862-0.841 1,-0.791 2.182 0,2.125 0.785 1,0.996-0.254-1,-2.318-2.513 2,-2.594-3.245-1,2.964 6.290-1,0.970-1.659 0,-0.229-0.394-2,-2.126 1.006 0,-1.586-2.986 1,0.417-0.881 3,2.549 1.732 0,2.308 2.351-1,1.268 1.707-2,-1.170-0.047 1,-2.087-1.051-2,-2.258-1.058 1,-2.212-2.923 1,1.688-0.232 1,2.639 4.060 1,2.772-0.378-1,-0.198-0.870-2,-4.004 0.716 0,-0.820-2.201 2,-1.388 1.071-2,-0.781 1.163-2,0.092 0.498 2,1.492-1.001 0,1.758-1.442 1,-0.138 0.323-1,0.215-0.114 1,0.638-0.704 0,-0.524 0.490 1,0.089 0.389 1,1.083-0.141-1,0.602 1.724 0,1.361 0.508-1,-4.777-3.637 2,-0.577-3.368-1,0.777-0.017-1,-1.229 3.991-1,3.387 1.798 1,-0.634-1.228 0,-2.262-4.513 0,3.069 5.288 1,3.712 1.328 0,-4.983-3.605-1,-1.278-3.530 0,1.455 6.774 0,1.392 0.638 0,-0.918 1.636-3,1.007-0.338 1,1.185-1.322 1,-1.972-0.393 2,-2.459-1.862 0,0.750 1.513-1,-0.284 2.287-1,1.487-0.388-1,1.749-1.292 1,1.021 1.073 1,-1.735-3.172 3,-0.785 0.168-1,0.745-0.026-1,-1.173-0.009-2,-2.248 0.441-1,-1.035 0.633 1,1.490 0.227-1,1.676 0.231 2,0.489-1.278 1,-2.745 0.193 1,1.528-0.236 0,-0.355-0.701-2,1.255-0.590-1,0.402 1.722 0,2.482 0.483 1,-0.253 0.815 1,-1.917 2.874-3,-1.836-0.752 1,-1.170-2.410 0,-0.646-0.813 2,-0.120 0.371-1,1.839 0.697-1,2.309 0.348 2,0.629 0.747 0,-0.328 1.024-2,-0.499 0.426 0,-0.454-0.806-1,-0.405-1.070 2,-0.442-0.568 0,-0.277 0.665 1,0.040 0.929-2,0.170 0.294 1,0.138-1.975-1,0.010-2.474 2,-1.940-0.570 2,3.052 1.158 0,1.184 1.449-1,-1.733 1.051-2,0.729-1.132-1,1.019 0.668 0,1.289-0.427 1,0.803-0.012 1,0.541-0.533-2,0.279 2.970 1,0.160-1.904 0,0.023-0.651 0,0.023 1.712 0,-0.851-2.013-1,-5.616-1.817 3,0.721 0.719 0,2.582-0.018-3,-0.480 0.511 0,-0.687 0.084 1,0.265 0.322-1,1.185 0.643 1,1.191 0.581 0,0.863 0.398 1,0.497-0.859-1,0.218-0.855 0,0.139 1.502-1,-0.032-1.151 1,-0.070-0.138 0,-0.049 0.649 1,-0.023-0.434-1,-0.005 1.702-1,-0.184 0.649 0,-1.104-0.719-1,-1.369-0.733 1,-1.499-0.344 1,-1.168-0.401 1,-0.337-0.668-1,0.423-0.552 0,1.435 0.218 0,1.410 0.569 1,1.114 0.237 0,0.735 0.154 0,0.451 0.855-1,0.227 0.261-1,0.038-0.668 2,-0.018-0.155-1,-1.312 0.108 0,-2.987 0.052 1,-0.123-0.243-1,1.123-0.217-1,1.136 0.356 0,0.900 1.131 2,0.724 0.176 0,0.347-1.476-2,0.124-0.157 1,0.037-0.128 0,-0.008 0.178 0,-0.021 0.665 0,-0.029-0.035 0,-0.028-0.806-1,-0.018 3.291 1,-0.016-0.316 0,-0.003-0.320 1,0.000-1.301-3,0.000 1.001 0,-0.237-0.291 4,-1.470-2.435 0,-1.806 0.768-2,-0.351 0.420-1,0.745-0.104 0,0.819 0.983 1,1.119-0.041 0,0.738 0.212 1,0.370 1.377 0,0.151 0.118-3,0.027-0.876 1,0.004 0.570 0,-0.018 0.763 1,-0.030 0.153 0,-0.026 0.204-2,-0.019-0.368 1,-0.011-0.759 1,-0.005-0.666 3,-0.001-0.483-2,0.000 1.095 0,0.001 1.979-3,0.001-5.001 1,0.000 0.005 0,0.000-0.136 0,0.000-0.284 0,0.000 4.883-1,0.000-1.201 4,0.000-1.442 1,0.000-1.162-1,0.000-0.703-1,0.000-0.242 0,0.000 0.110-1,0.000 2.598 1,0.000-1.449-1,0.000 3.224 0,0.000-0.436 0,0.000-2.083-2,0.000-1.690 1,0.000 2.048 1,0.000-2.338 1,0.000 2.441 1,0.000-2.236-1,0.000 2.239-1,0.000-0.060 0,0.000-1.089-1,0.000-0.892-1,0.000 0.252 0,0.000 0.639 2,0.000 0.693 0,0.000-0.898 0,0.000-0.131 0,0.236 1.272 1,1.401 2.813 2,1.698-0.097-4,1.202-1.495-2,0.968-1.154 1,0.278-1.083 3,-1.013-0.726-1,-1.371-0.296 2,-0.369-0.442-2,2.606-0.397 3,-1.618 0.089-2,-0.928 1.919 1,-1.063 0.853-3,-0.966 0.030-1,-0.680-0.639 1,-0.345-0.521 0,-0.133 0.831 1,-0.032 0.960 0,0.918-0.324-1,1.779-2.445 1,3.834 0.012 3,-0.983-0.388-2,0.635 2.434-3,-0.930 0.983 0,-1.755-0.465 1,-1.511-0.910 1,-1.114-1.492 0,-0.670 1.082 2,-0.348 2.602 0,0.109 1.323-1,0.100-4.968-1,0.307 0.093-2,0.473-0.127 0,0.545-0.259 0,0.550-0.324 1,2.755 4.172 1,0.835-1.713 1,0.340-1.386-1,-0.102 4.260 1,-3.479-4.475 1,-0.469 0.355 0,-0.432 0.162-3,-0.137-0.749-1,1.565 3.864-1,1.076-3.810 4,1.429-0.237 1,-1.748 2.180 3,-2.381-1.285-5,-0.606 0.114-1,-0.320 0.502 0,-0.177 0.031 0,-0.072-0.313 0,-0.010-0.365 1,0.021-0.313 0,0.025 0.356 1,0.031-0.007 0,0.026-0.750-1,1.486 1.237 0,2.858 2.039-1,-0.052 0.182 1,-0.529-0.981-2,-0.407-2.037 1,-0.189-1.747 1,1.490 0.538 1,-0.401 3.378 0,-2.470 0.900 2,-1.225-3.688-3,-0.163 0.668-2,-0.132 0.179 1,-0.102-0.140 1,0.083-0.918 0,0.899 4.432-2,1.096-2.169 0,0.990-1.753 3,1.474 2.083 0,0.904-0.989 2,0.375-2.258-2,0.434-0.474-2,0.509 0.780 0,-1.247 0.998 1,-2.102 0.287 0,-1.639-0.187 0,-1.048-0.032 1,-0.643-0.178-1,-0.329-0.371 0,-0.013 2.486 1,2.747-0.063-1,1.060-2.783 0,0.969-0.105-1,0.588-0.095 0,0.543 0.499 1,-0.926 0.908-1,-1.903 0.123 2,-1.482-0.638 0,-0.860 1.982-1,0.482-2.386 0,2.702 2.819 0,0.207 0.609 1,0.187-0.286-3,0.973-0.417 0,0.482-0.005 3,-1.553-1.285-1,-1.707-1.088 1,0.303 0.906 0,1.761-0.124-1,-0.590 1.400 1,-1.092 0.620-1,-0.926-0.375 1,-0.876-1.558-3,-0.474-0.122 0,0.820 1.749 3,1.970-0.187 0,1.685 0.328-1,1.026 1.091-1,-2.790-4.681 0,-0.198-0.090 0,1.891 4.573-1,-1.740-1.528 2,-1.462-1.203 1,-1.037-0.667 1,-0.584-0.367-1,-0.315 2.054 1,-0.029-0.258-2,4.937-0.083 2,-0.668-2.260-2,-1.037-0.237 0,-0.808 0.634-2,0.203 1.664 2,0.859-0.029 0,1.045-0.100-1,-0.420-0.649 1,-1.268-1.013-1,-0.659 2.532 1,-0.465-0.456 1,0.879 0.274 0,0.873-0.724-2,0.377 0.180-1,-0.877 0.171 0,-1.041 0.378 2,-0.646-0.217 1,0.650-1.934-1,2.963-0.866 2,1.595 0.413 2,-0.475-1.315-4,-0.192 0.597 0,-1.455 0.452-1,-1.023 0.472 0,0.209 1.042 0,0.631-0.838 1,0.315-1.553 0,-0.516 0.476 0,-2.233 2.455 2,0.049-1.205-1,2.378 0.417-1,-0.255-1.946-1,-0.431 0.322 1,-0.357 2.771-1,-0.146-0.315 1,0.591-2.008 0,1.653 0.861 0,0.925 0.174 0,0.091-0.371-1,0.120-0.085 0,0.611 0.704 0,-0.881 0.196 1,-1.779-0.394-1,-1.513-0.555 2,-0.173-0.443-1,0.564-0.209 1,1.000 0.177-1,1.423 0.677 0,1.087 0.713 0,-0.892-0.237 0,-1.910-0.917-1,-1.184 1.429 2,-0.251-0.939-1,3.011 1.180 1,-0.395-3.118 0,2.824-0.504-1,-0.187-1.869 0,-0.318 1.373-1,-0.594 1.926 1,-3.425 0.295 0,-1.020 2.388 0,0.341 1.775-1,1.422-2.169 0,0.879-2.266 2,0.851-0.434 1,0.553 0.366-2,-0.992 0.558-1,-1.792 0.284 1,-0.650-0.717 0,2.758-0.387 2,0.094-2.032-1,-1.732 1.878 0,0.266 1.445-1,2.364-1.716 0,-1.478 0.824-1,-3.724 0.757 0</inkml:trace>
</inkml:ink>
</file>

<file path=ppt/ink/ink5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38:4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2184.000 2656.000 767,'6.046'0.000'0,"0.090"0.000"0,-0.118-2.270-5,-1.625-2.013 4,0.595-0.720 0,-1.014-0.801 1,-3.283-0.340 0,-0.910-0.823 1,0.177 0.459-2,0.046-0.353 1,5.768 3.567 1,1.814 2.365 0,-0.695 0.727-2,0.542 0.227-1,-2.750-3.817 1,-4.903-2.856 3,2.704-0.479-1,3.090 0.899-2,-0.539 2.345 1,2.700 0.520-1,-0.562 1.727 0,-0.938-1.090 1,-0.632-1.478 0,-0.951-1.241 0,-1.753-2.732 0,1.061 1.128 1,1.831 3.478-1,-1.367-1.474 0,-0.682-0.945 1,1.673 2.314-1,-0.430 0.108 1,-1.971-2.930-1,-1.707-2.066 0,-0.188 2.517-1,3.199-0.047 0,2.685 1.735 2,-1.261 0.612-1,0.021-0.858-1,-1.538-0.005 0,-0.876-1.806 1,-1.557-0.588 0,4.072 3.290 2,-0.882-0.903-1,-0.572-1.335-2,1.299 2.068 1,1.781 0.426 0,-2.124 0.134 0,-0.389-0.698-1,-1.299-0.904 0,-1.063-1.259 1,-0.585 0.090 0,0.697-0.945 0,1.220 0.903-1,0.437 1.587 0,-1.105-1.412 1,-1.961-0.431 2,3.093 1.418 1,1.408 0.804-3,-1.622-1.951 0,1.657 0.853-1,0.104 0.627 1,-2.049-2.883 0,-2.590 1.367 0,-0.558-0.039 0,1.826-0.563-1,2.699 1.904 1,-0.722-1.383 1,0.078-0.487-1,-0.135 0.511-2,-0.430 0.883 0,-0.031-1.427 0,-2.267 0.668 4,-0.081-1.745 0,1.974 1.563-2,1.911-0.350 0,-1.233 2.093 0,0.244-0.045 0,0.195-0.114-1,0.232-0.219 0,0.140-0.162 1,-0.099-0.128 0,-1.110-0.084 0,-0.568-2.720 0,-1.028 1.136 1,2.471 3.126 1,1.553 3.341 0,-0.283 0.721-2,0.809-0.084-1,-1.017-2.815 1,-5.466-3.463 1,-0.639-1.252 0,0.168 0.380-2,1.916-1.286 0,1.469 3.078 1,1.202 0.404-1,0.967 1.132 1,0.510 0.950-1,-0.966-0.673 1,-0.439-4.521 1,-3.291 0.952-1,-0.091 0.886 0,2.877-0.168 0,1.331 0.958 1,-1.283-1.063 0,1.305 1.711-2,1.781-0.130 1,-2.390 0.009-1,-0.210-1.312 0,-0.039-1.142-1,-0.466 0.971 1,0.651 1.011 1,1.212 3.464 1,0.371 1.660 0,-0.586-3.997 0,-1.090-0.757-1,-0.554-0.374 1,0.270-0.628-1,2.458 0.555-1,0.923 1.560 0,-1.493 0.246 0,-1.695-0.623 0,-0.326-1.720 2,0.547-1.053 1,0.293 0.139-3,0.563-0.105 1,0.531-0.101-1,0.348-0.006 1,0.054 0.171-1,-0.155 0.267 0,0.402-0.359 1,0.009 0.716 0,-0.001 1.474 1,0.194 1.288 0,0.083-0.003-1,-0.264-0.665 0,-0.346 0.184 0,0.310 0.828 0,1.663-0.720 1,0.206-1.574 0,-1.932-0.824-2,-2.275-0.473 0,0.616 0.200 1,3.057 2.062 0,1.062 2.058 0,0.380 1.194 0,0.700-0.645 0,-0.346-2.215-1,-0.354-2.241 0,-4.917 2.422 0,3.409-3.050-1,-1.772 1.799 1,0.377 1.094 3,-0.500 2.792 1,0.573 0.278-1,2.165-1.734 1,-0.204-1.485-4,-0.849-0.978-1,-0.563-0.784 0,-0.923 0.863 1,0.217 1.121 1,1.147 1.090 2,0.243 1.283 0,-0.417 0.093-2,-0.315-1.099 0,-0.472-1.239-1,-0.363-1.018 1,-0.109-0.831-1,1.388-2.009 0,0.156-0.514 0,-0.972 1.882 2,0.252 1.705-1,1.062 1.550 1,0.083 1.558 0,-0.051-0.194 0,-0.089-1.726-2,0.866-0.841 1,1.253 0.824-1,0.453 0.893 0,-2.379-0.893 0,-2.903-1.011 2,1.682-0.974 2,-0.655 2.801-3,0.780 1.198 1,0.135 0.800-1,0.318 0.409 0,-0.950-0.559 0,-0.099-1.434-1,-0.307-1.177 1,-0.008 0.061-1,1.248-0.030 1,1.127-1.119 0,-0.162-1.147-1,-0.598-0.693 0,-0.618-0.335 0,0.109 1.221 1,2.158 1.444-1,-3.471 2.361 1,-0.043 0.420 0,5.167-0.102 1,-1.069 0.617-1,0.983-0.945 1,-0.396-1.493 0,-4.510 0.960-2,0.667-0.308-1,0.398-0.260 1,0.196-0.210 3,0.050-0.163 0,-0.253 0.076-4,-0.522 0.263 0,-0.626 0.353 0,4.274-1.129-1,-2.114 1.385 5,-1.565 1.068 1,1.603 0.686 0,-0.018 0.527-1,-2.174-0.054-1,-0.002-0.044 0,-0.151-0.051-1,-0.029-0.338 0,0.442-1.783-1,0.870-2.432 0,0.749-2.166 1,-0.250-0.438-1,-0.285 1.580 0,0.777 1.697 1,2.084 0.323 1,0.250-0.530-1,-4.743 1.563-1,4.669-1.663-1,-1.698 1.393 1,-2.042 1.325 3,-0.546 0.724 0,-0.212 0.452-1,-0.023 0.236 0,0.063 0.092 0,0.398 0.020-2,-0.313-0.034 1,2.324-0.020 0,-0.310-0.067 1,-1.912-0.030-2,0.993-0.008 1,0.266-0.211 0,0.656-1.230 0,0.958-1.457-2,0.691-1.036 1,-0.686 0.438-1,-1.339 1.113 1,-1.174 1.052 3,1.953 0.641-1,0.403 0.539 1,-0.063-0.954-1,-0.018-1.250-1,-1.095-1.044-2,1.719 0.018 0,0.544 0.774 4,-0.908 0.934 0,-0.790 0.778-4,-0.155 0.531 0,0.142 0.305 2,0.365 0.140 0,1.012 0.039 0,1.125-0.011-1,-0.352-0.810 0,-0.896-1.598 1,-1.299-1.240 1,-0.782 0.146 0,0.042 0.615 0,-0.093 0.861 0,-0.396 0.833-1,0.833-0.667 0,-0.051-1.906 1,-0.692-0.265-1,0.176 0.718 0,0.002 1.052 1,-0.238 0.940-1,-0.548 0.679 0,-0.420 0.379 0,-0.023 0.190 0,0.625 0.097 0,-0.402 0.007 0,2.358-0.993 0,-2.088-2.603 1,1.820-0.430-2,1.390 0.486-1,-0.307 1.027 0,-0.330 0.918 1,-0.645 0.784 3,-1.044 0.513-2,2.421 0.222 1,2.135 0.068 1,-5.793-0.062-1,0.004-0.006-3,0.429-0.004 0,-0.369-0.011 0,5.079 0.014-1,-1.971-0.032 6,-1.492-0.019-1,-0.857-0.366 0,-0.094-2.042-1,-0.019-1.872-2,-0.455 0.304 1,-0.459 1.138 0,2.060 0.738 0,-0.430 1.517 0,-0.250 0.623 1,-0.623 0.141 0,-0.512-0.039-1,1.545-3.333 0,1.764-1.278 0,0.120 0.627 0,0.647 1.214-4,0.850 1.137 3,-0.827 0.826-1,-1.567 0.466 1,-1.663 0.236 2,1.305 0.156 2,-1.483-0.030-2,1.077-0.079 1,0.424-0.067-1,-1.000-0.018-1,0.159-0.010-1,-1.292-0.005-1,-0.375 0.007 0</inkml:trace>
</inkml:ink>
</file>

<file path=ppt/ink/ink5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38:5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4280.000 1552.000 767,'6.063'0.000'0,"0.140"0.000"0,0.691 0.000-5,-0.551 0.000 5,1.096 0.000-1,2.089 0.000 1,0.092 0.000-2,-0.405 0.000 0,-1.105 0.000 1,-1.067 0.000 1,-0.358 0.000 0,0.038 0.000 1,-0.170 0.000-1,-0.269 0.000 1,1.985 0.000-1,-1.238 0.000 0,-0.722 0.000 0,1.263 0.000 0,-0.400 0.000 1,-1.063 0.000-1,0.038 0.000 0,0.326 0.000 0,0.745 0.000 1,-0.088 0.000 0,-0.244 0.000-1,-0.744 0.000-1,0.299 0.000 0,1.944 0.000 2,-2.155 0.000-1,0.261 0.000-1,0.099 0.000 0,0.006 0.000 0,1.078 0.000 1,0.164 0.000 0,-0.751 0.000 1,-0.201 0.000-1,0.053 0.000 0,-0.597 0.000 0,1.172 0.000 0,0.274 0.000 0,-0.677 0.000 0,-0.886 0.000 0,0.447 0.000 1,0.374 0.000-1,0.483 0.000 0,-0.417 0.236-1,0.032 2.866 1,-3.117 2.527 1,1.017-1.248 0,1.642-2.117-1,1.028-1.450 0,-1.325-0.735 0,0.163-0.183-1,-0.465-0.030 1,2.499-0.017 0,-2.505 0.087 0,0.084 0.027-1,2.675 0.018 1,-2.664 0.020 0,0.026 0.004 0,2.506 0.722 0,-2.938 1.478 1,0.885 1.715-2,1.040 0.178 0,-0.031-1.247 1,-0.427-1.209 0,-0.293-0.853 0,2.764-0.534 0,0.388-0.275 1,-1.414-0.101 0,-1.748-0.008-3,0.657 0.001 0,-1.021 0.067 3,-0.115 3.067 1,-2.234 1.296 0,1.940 1.014-2,0.054-2.485-1,0.688-1.859 0,0.818-0.164 2,0.377 2.790-1,-2.830 0.006-1,0.058-0.456 1,0.344-0.832 0,0.805-0.799 0,0.128-0.780 0,0.143-0.493 0,-0.195-0.267 1,-0.479-0.095-2,2.057-0.047 1,-0.840 0.074 0,-0.516 0.059 0,0.355 0.027 1,1.313 0.009-1,-0.730 0.000 0,-1.312-0.002-1,2.358-0.002 1,-0.663-0.001 1,-0.505 0.000 0,-1.085 0.000-3,1.155 0.000 0,-0.358 0.000 3,0.925 0.000 1,-1.083 0.000-2,-0.801 0.000 0,0.238 0.000 0,0.628 0.000 0,0.720 0.000 0,0.523 0.000 0,-0.748 0.000-1,-0.884 0.000 1,0.266 1.872 0,-1.771 1.463 0,0.180 0.821 0,0.908 0.379 1,0.181-2.047-2,0.320-2.707 1,0.046 0.069 1,-0.239 0.118-1,1.181 0.027 0,-0.412 1.882 0,-3.025 3.455 1,0.214-0.179 0,2.162-2.245-2,1.750-1.829 0,-2.397-0.939 1,0.850-0.288 0,-0.054-0.127 0,-0.899 0.206 0,0.476 0.073 0,1.787 0.001 0,-2.006-0.003 1,0.240 0.839-2,0.059 1.656 1,-0.294 1.196-1,-0.258-0.278 1,0.068-0.754-1,1.587 0.006 1,0.593 0.325 0,0.441 0.550-2,-0.357 0.079 1,-0.848-0.833 0,-0.396-0.873 1,-0.914-0.072 1,-0.535 2.421 2,-1.652 1.124-1,2.074-2.609-2,2.511-0.848-1,-0.162-0.869 0,-1.126-0.607 1,-1.256-0.356-1,0.563 2.854 2,2.434 1.225 0,-0.084-0.079-1,-1.700 0.339-2,-2.283 0.336 1,-0.273-0.076 2,1.618-1.269 0,1.913-0.976-2,-0.856 0.821 1,-0.695 1.507 1,2.661 1.409 0,-4.373-2.690 0,0.033-0.017-2,4.003 2.210-2,-1.667-2.072 1,-1.388-1.754 3,2.305 0.292 1,-1.615 0.195-2,0.984 0.855-1,0.702 0.192 1,-0.334-0.827 0,-0.412-0.682 1,-0.420 0.780 0,-0.433 1.282-1,-0.983 0.450-1,-0.807 0.040 1,-0.676-0.203 0,1.367 1.666 0,1.378-1.693 0,2.381 1.063 3,0.133 0.738-4,-0.101 0.847-2,-0.095 0.192 2,-4.415-3.500 0,0.226-0.017 1,0.225-0.033 0,0.058-0.197-1,-0.195-0.377 0,4.344 1.606 0,-1.399-1.702 1,-0.799-0.379 3,-0.287 1.007-1,0.742 1.901-1,-0.822 0.538 0,-0.779 0.037-2,2.140-0.933 0,1.382-0.600 3,-0.238-0.531-1,-0.845-0.378-4,-0.895-0.226 1,-1.260-0.064 0,-0.587 0.510 0,-0.394 0.562 4,0.223 0.375 1,-0.801-1.289-1,1.287-0.801-1,1.746-1.898 0,-0.005-0.635 0,-2.064 2.685-1,-1.713 3.942 1,-0.257-0.275-1,1.295 0.158-2,1.792-0.019 1,1.539-0.258-1,-3.258-2.746 1,-0.073-0.064 0,-0.225-0.061 1,4.159 3.242-1,-1.711-1.443 2,-0.688-1.626-1,-0.727-1.313 2,0.082 1.831 1,-1.427 1.503-2,1.690-2.556-1,2.197 0.078-1,-1.492 0.740 0,-1.952 1.162 1,-0.173 1.334 1,0.303 0.758-2,-1.153 0.083 1,-1.539-0.158-1,1.360 0.555 1,2.599-3.852 3,1.810-2.440-1,-2.473-0.319-3,0.048 3.133 0,-3.320 1.662 2</inkml:trace>
</inkml:ink>
</file>

<file path=ppt/ink/ink5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38:5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5912.000 2064.000 767,'0.000'6.019'0,"0.000"0.133"0,2.636 0.051-5,3.136-0.525 4,0.354-1.890 0,0.417-1.187 0,-0.270 0.149 0,0.162 0.917 0,0.733 1.469 0,-0.733 0.249 1,-0.766-0.116 0,-0.735-0.605-1,2.434-0.067 1,1.277-2.482 2,-1.286-1.603-1,1.300-0.397-2,1.354 0.838-1,-0.145 2.000 1,-1.744 1.412 1,-2.446 0.667 1,-2.310 0.179 0,-0.132 0.062-1,2.747-1.120 3,0.181-1.688-2,1.604-1.046-2,-0.898-0.759-1,-3.528 6.346 4,-0.868 0.377 0,1.883-0.298-4,1.041-1.482 1,1.165-2.567 0,0.791-1.262 2,0.431 1.861 0,-2.557 0.221-2,-1.054 1.115 1,-1.454 0.770-1,-0.604 0.131 2,0.504 0.010-1,0.819-0.118 0,0.770-0.803-1,3.121-0.230 1,-1.565-2.791 1,1.082 1.080 0,1.654 3.159-2,-3.369-1.037 0,-0.284 0.576 0,-0.604 0.195 1,2.362 3.169-2,-0.217-2.428 0,0.654-1.368 5,-0.127-0.529-1,-0.247 1.050-2,0.107 1.752-1,0.093-0.734 2,-1.396-0.211-2,-1.940-0.082 0,-1.562-0.363 2,-1.040-0.236 0,1.266 1.401-1,2.353-0.599 2,0.233-0.237-2,1.248-0.455-1,-0.514 0.127 1,-0.852 1.161-2,-1.945-0.186 1,-0.084-0.270 3,2.194-0.229 0,-0.480-0.152-1,-0.944-0.997-3,0.489 0.151 1,1.782 0.318 1,2.221-0.148 0,-0.904-0.546 0,-1.960-0.517-1,-0.546 1.201 0,1.424 3.227 1,-1.081 0.130 2,-1.375-1.275-3,0.439-2.449-1,2.754-0.748 5,-2.040 0.421-1,-0.131 2.844-1,-0.316-1.923-2,0.985 0.268 0,0.707 0.087 1,1.114-0.246-1,1.405-0.212 0,-1.308 0.088 2,-1.362 0.091-3,-0.394 0.071 2,0.208 0.174 0,0.369 0.117 1,0.232-0.060-1,-0.573 3.644-1,-3.434-4.522 1,0.756 5.289 3,-0.189-0.887-5,1.387-0.974 0,3.616-0.503 4,-3.563-4.151-2,3.216 2.604 1,0.124-1.886-2,-0.724-1.136 1,-1.822 0.008 0,-0.247 2.828 2,-1.402-1.602-1,0.921 0.652-2,1.244 0.761 0,1.285 1.179 0,-0.731 0.888 0,-1.839-0.284 1,0.097-0.343 0,0.726-0.485 0,0.475-0.627 0,0.505-0.256 0,0.787 0.281-1,0.529 0.232 1,-0.048-0.662 0,-0.975-1.944 1,1.224-1.124 0,-0.507-0.031-1,-0.380 6.053 1,-3.515-3.861 0,-0.375 0.104-3,-0.132-0.347 1,3.168 4.510-1,1.345-1.500 0,1.906-0.791 2,-3.968-3.865 0,-0.033-0.076 0,-0.106-0.022 0,2.598 3.741 1,-2.383 1.526-1,-1.814 1.621 1,0.266 0.295-1,0.645-1.346 0,-0.658-1.667 0,-0.919-1.015 0,-0.674-0.630 1,0.839 0.066 0,1.336 0.732 0,-0.107 1.661-1,-1.027 1.578-1,-0.175-0.092 0,0.791-2.750 0,1.113-0.994 3,1.260 4.466 2,-2.578-4.229-4,-0.309-0.484-2,0.082 0.242 0,0.058 0.160 0,0.039 0.095 0,0.022 0.045 0,0.142 0.095 2,-0.067-0.447-1,-0.090-0.547 1,-0.100-0.575-1,2.866 3.653 2,-0.630-0.844 1,-1.820-0.653 1,-1.048-1.456-1,0.833 0.323 1,1.122 1.669-3,-0.787 0.282-1,-1.454-1.154 1,-0.814 0.176 0,0.680 2.370 0,1.703-0.296 0,0.916-1.608 0,1.279-0.104-1,0.324 0.217 1,-1.472-0.405-1,-1.748-0.449 2,-1.448-0.548-1,-0.881 2.353 1,0.578-2.599-1,2.612 1.232 0,2.651 1.271-2,-2.501-3.215 1,-0.279 0.549 1,-0.511 0.507-1,-0.604 0.438 0,-0.662-1.268 1,2.179 5.335-1,0.609-0.498 1,-0.503-0.643 1,-1.102-0.366 0,-1.263-0.329 0,-0.779-0.526 0,1.128 1.235 0,-0.486-4.192-2,0.358 0.304 0,0.264 0.144 0,0.185 0.031 1,0.119-0.044-1,0.068-0.089 0,0.032-0.110 1,0.056 0.454-1,-0.400-0.181 0,-0.466-0.189 1,-0.465-0.177 0,0.387 5.427 0,-1.166-1.244 1,-0.616-0.817 0,-0.286-0.933 2,-0.089-0.811 0,0.308 0.815-2,1.798 4.469-1,-0.137-5.288 0,0.133-0.205-2,0.003-0.214 0,-0.128-0.402 0,-0.206-0.499 1,0.891 4.789-1,-0.960-1.783 4,-0.775-1.480 0,-0.494 2.114 0,-0.262 0.816 0,0.141-0.121-1,1.461 1.389-4,-0.074-5.833 3,0.558 0.725 0,0.036-0.420-1,-0.146-0.515 0,1.179 4.276-1,-1.206 1.360 5,-1.323-5.285-2,-0.190 0.014 1,-0.152-0.111-1,-0.050 5.513-4,-0.255-0.865 0,-0.098-1.612 0,0.002-1.728 6,0.032-1.093 0,0.030-0.262-1,0.642 2.583-2,1.279 1.093 1,1.292-0.438-1,0.537-0.762-2,-0.630-1.174 0,-0.948-0.948 2,-0.868 0.427 2,-0.651 1.713-2,-0.407 1.885-1,-0.223 2.260-1,-0.023-5.789 1,-0.008-0.121 0,0.002-0.202 0,0.008-0.233 1,0.010-0.230-1,-0.013 3.879 1,0.027-0.133-1,0.020 0.110 3,0.014 0.054-1,0.007-0.487 0,0.003-0.542 1,0.000-0.450 0,0.000 3.941-1,-0.003-4.699-1,0.000 0.749 0,0.000 0.563-1,0.000 1.372-2,-0.001-0.207 0,0.000-0.458 0,0.000-0.573 1,0.000-0.593 1,0.000-1.608 2,0.000-0.758-1,0.000 4.108 0,0.000-2.367 4,0.000-1.376-1,0.000-0.239 0,0.000 0.116-1,0.000-0.002 0,0.196 0.069-2,1.168-0.167 0,1.415-0.379-1,0.987 1.131 0,-0.360 4.216 1,-2.050-4.817 0,-0.258 0.310 0,-0.188 1.027-2,-0.261 0.213 0,-0.216 0.118-1,-0.169 0.050 2,-0.100 2.085 1,-0.122-1.421 0,-0.053-0.334 0,-0.031-0.583 2,0.223-1.067 0,0.363-0.716-2,1.840 4.275-3,1.225-2.167 5,-0.247-0.237-1,-0.731 1.008 0,-0.697 2.604-2,-1.343-5.741 1,0.011 3.801 0,-0.374-0.523 2,-0.223-0.035-1,-0.105-0.500-1,-0.026-0.566 0,0.018-0.935 1,0.031-0.821-1,0.018 2.312 0,0.044-2.197 1,0.012 0.719 0,0.005 0.560-1,0.003 0.858-1,0.000 0.781-1,0.000 0.253 1,-0.002-0.800-1,0.000-1.024 1,-0.002-0.589 2,0.000-0.349 0,0.000-0.432 1,0.000 1.803-1,0.000-1.854 0,0.000 0.418 0,0.000-0.085-1,0.000 0.145 1,0.000-0.107-1,0.000 1.146 0,0.000-0.267 0,0.000 0.361 0,0.000-0.021 0,0.000 1.016 0,0.000-2.071 0,0.000 0.328-1,0.000 0.185 0,0.000-0.129 0,0.000-0.436 1,0.000-0.164 0,0.000-0.240 0,0.000-0.389 0,0.000 2.948 1,0.000-2.227-1,0.000 0.173 0,0.000-0.700 0,0.000 1.600-1,0.000-1.373 1,0.000-0.003 1,0.000 0.544-1,0.000-0.109 1,0.000-0.378-1,0.000 1.362 1,0.000-0.265-1,0.000-0.438 0,0.000 0.265-1,0.000 0.040 1,0.000-0.666 0,0.000-0.401 0,0.000 0.322 0,0.000 0.742 1,0.000 0.511-1,0.000-1.528 0,0.000 0.509 0</inkml:trace>
</inkml:ink>
</file>

<file path=ppt/ink/ink5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39:0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6920.000 4560.000 767,'0.000'6.028'0,"0.000"0.124"0,4.758-2.437-5,2.359-1.208 5,-3.967 4.465 0,-2.173-0.769-1,-0.596 0.297 0,-0.365 1.466 0,-0.250-1.193 0,0.063-0.270 1,4.773-1.938 1,1.134 0.907 0,-2.561-0.069-1,-1.325 0.337-1,-0.819 2.846 0,-0.997-0.272 0,-0.229-0.417 0,0.047 0.042 0,0.073 0.660 3,0.053-0.777-1,0.022-1.019-1,0.006 0.218 0,0.137 1.135 1,1.604-0.503 0,1.821-1.516-2,1.003-0.984 0,-0.679 0.417 0,-2.013 1.226 2,-1.359 1.376 1,-0.347-1.916-2,1.722 0.713 0,3.957-3.109 0,0.903-3.435 0,-0.573-0.965 0,0.488 0.393 0,-0.003 0.162 0,0.284-0.014 1,-0.123-0.002-1,-0.067 0.000 0,-0.148 0.000-1,-0.129 0.000 1,1.624 0.000 0,-0.481 0.000-1,-0.981 0.000 1,-0.201 0.000 0,0.675 0.000 0,0.545 0.000 0,0.550 0.000-1,-0.879 0.000 1,-0.728 0.000 0,-0.456 0.000 0,-0.031 0.000 0,0.918 0.000 2,0.983 0.000-1,-0.019 2.101-3,-4.256 4.143 1,-0.629 2.463 0,0.239-1.460 1,0.612-2.465 0,2.609-1.574 1,0.896-2.489 0,0.948 0.746 0,-2.827 1.268-2,0.868 2.298 1,1.544 2.997-1,-1.344-0.174 0,-2.189-1.411 0,-1.296 0.416-1,0.998 0.367 1,1.273-3.682 2,0.845 0.625 0,0.077 0.388 0,-0.738-0.288-2,-0.166 0.098 1,-0.200 0.044-1,-0.210 0.005-3,0.052-0.044 3,-0.224-0.481 2,4.290 2.142 0,-0.891-0.709 1,-2.879 0.428 0,-2.509 1.045-2,0.067 0.578 0,4.977-1.458 3,3.181-2.042-3,-0.521-0.614-2,-2.565 1.207 0,-2.947 1.598 1,-1.145 1.112 1,2.207 0.041 4,0.778-0.352-3,0.438-0.079-3,-0.112-0.223-1,-0.751-0.587 3,0.827-0.631 0,2.768-1.573 2,-0.315-1.623 1,-1.801-1.025-5,-1.521 0.463 0,-0.672 1.062 2,-0.367 1.069 1,0.024 1.011 0,0.229 0.805-1,0.325 0.073 0,-0.504-1.485 0,1.714-0.850 0,-0.452-1.426 1,1.013 2.689 0,-1.972-0.708-1,0.341-0.799 0,0.337-1.045 0,-0.047-0.946 0,-0.389-0.657 0,1.476 0.405 0,-2.915 4.933 1,0.207-1.585 0,2.318-0.080 0,0.554-0.327-2,-0.270-0.338-1,-0.516-0.254 0,-0.367-0.224 0,-0.387-0.780 0,2.339-0.554 4,-0.496-1.198 2,0.336-0.196-3,-2.462 2.787 0,-2.343 2.563-1,1.424-1.200 0,3.517-1.965 0,-1.786-1.573 0,0.029 0.901 0,0.071 1.434-2,1.351 1.185 1,-0.147 1.336 0,-0.408 0.517 2,-0.275-1.226-2,-0.344-1.716 1,0.218-1.291 1,0.030 0.112-1,-1.989 1.345 2,0.058 1.639-2,2.558 1.372 0,-2.540-2.795-1,0.225-0.366-1,0.002-0.510 1,4.812 1.375 0,-0.993 0.095 2,-0.580 1.070-2,-0.748 0.811 1,-0.757 0.362 0,-1.980-0.587 0,-1.668 0.155 0,-1.132 0.186 1,2.854 0.625 3,2.827-4.504-3,1.787-1.245-2,-0.444-0.759 1,-1.889 2.249-2,-0.628 1.173 2,-0.063 0.186 2,0.325 0.932-4,0.138 0.765 1,-0.135-0.825 1,-0.252-1.470-1,-0.240-1.387 2,-0.180-1.025-1,-0.085-0.640 1,0.242-0.448 0</inkml:trace>
</inkml:ink>
</file>

<file path=ppt/ink/ink5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39:0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2040.000 5648.000 767,'4.250'4.250'0,"0.151"0.151"0,-0.010-0.010 0,0.496 0.496-7,-0.396-0.396 7,1.816 1.816-1,-0.517-0.517 1,-0.582 0.374-1,-1.168 0.767 0,1.167 0.862 1,0.188 1.498 1,-0.636 1.422-2,0.019-1.279-2,0.307-2.937 2,0.946-1.495 2,0.783 0.049 1,-0.800 0.483-2,-1.628 0.869 1,-0.310 1.463 0,0.798 0.369-1,0.219-1.009-1,0.301-0.574 0,0.109-0.546 1,0.947-0.723 0,0.591-1.974 0,0.551 0.282 1,-2.734 1.921 1,1.086-0.283-1,-0.057-1.229-1,-2.213 1.295 0,-0.509 1.351 0,0.162-1.373 0,0.694 0.724-1,-0.759-0.369 0,-0.365 1.828 1,-0.872-0.304 0,0.871-1.912 0,1.224 0.430 0,-0.482 0.103 0,-1.201-0.131 0,2.692 1.870 0,0.892-3.252 1,0.103-0.372 0,-0.564-0.253-3,-0.648 0.228 0,-1.415 1.181 1,-1.597 0.880 2,-1.082-0.057 1,-0.630 2.320-1,3.445-0.673-1,2.708-2.689 1,1.276 0.811-2,-0.992 1.039-1,-2.049 0.378 0,-0.540-0.107 3,0.385-0.125-1,-0.517 0.032-1,-0.885 1.447 1,-0.602 1.813-1,0.961-1.003 1,1.641-2.922 1,1.548-2.830 0,0.507-1.505 0,-1.561 2.047 0,-2.044 3.143-2,-0.914 0.204 1,0.655-1.481 0,0.821-0.923 1,0.931 2.263 0,1.201 1.799-1,-0.478 0.905-3,-1.436-0.326 0,-0.232-0.846 4,0.467-0.897-1,-0.584-1.186 0,-0.847 0.079 0,0.041-0.281 2,0.996-1.665-1,0.982-0.244 1,-1.235 0.565-1,-0.950 3.536-1,-1.823-1.790 0,1.212 0.621-1,1.665-0.030 0,0.990-1.572 0,0.536-1.919 0,0.335-0.262 1,0.314 2.955 2,0.155 1.135-1,0.303-0.700-3,0.460-1.958-1,-0.912-1.145 4,-1.577 0.497 0,-0.737 1.080 2,0.200 0.561-3,0.841 0.202-1,1.185-1.274 0,0.384-1.752 1,0.119 0.049 0,0.615 1.070 0,0.035 0.797-1,-0.430 0.345 0,-0.498 0.101 1,-0.235 0.152-1,-0.008 0.209 0,0.116-0.650 2,0.477-1.293-1,1.381-0.244 2,-0.224 0.282-1,-0.717 0.466-1,-0.784 0.263-1,-0.429 0.292 1,0.779 0.303-1,1.527 0.385 1,-1.337 0.259 1,-1.356-0.888-1,0.120-1.381-1,0.910 0.753 3,0.623 2.919-1,0.256 1.107-3,-0.122-1.572 1,0.347-2.231 1,0.912-0.945 1,-1.273-0.025-1,-1.806 0.408 0,-0.707 0.669 0,0.034 0.595 0,0.160-0.513 0,0.460-1.150 0,0.549 0.043 1,0.426 2.851 1,0.144 1.125-2,-0.288 1.118-3,-1.921-0.070 1,-1.009-1.988 3,0.782-2.000 1,1.397-0.721-1,1.736 1.083 0,1.496 1.610-3,-3.574-2.794 0,-0.116-0.291 1,4.152 2.261-1,-1.325-2.226 2,-1.422-1.115 1,-0.368 0.469 1,0.432 1.694-1,0.791 3.735 0,-3.490-3.004-2,-0.104-0.247 0,0.070-0.429 0,3.913 2.829-1,-0.536-2.287 4,0.257-0.094 0,-0.406 0.847-2,-1.954 0.662 0,-0.433-1.076 1,2.300-1.341-1,3.688-1.146-1,-0.112-1.689 1,-1.755-1.072-1,-1.501-0.483 1,-0.512-0.206 0,0.785 1.623 1,-1.757 3.828 2,1.506 0.066-2,-1.063-1.229-1,1.072 1.022-2,0.755-0.608 0,0.412-1.441 2,0.732-1.374 0,-0.300-1.005 0,-0.102-0.534 1,-2.207 0.533-1,0.637 3.401 1,-0.210 1.232 0,-1.675-2.008-1,0.879 0.947-1,1.566 0.785 1,0.466-1.045-1,-0.678-0.806 1,-0.250 0.438 0,-0.283 0.550-1,-0.240-0.486 1,-0.171-0.983 0,1.922 0.129 0,1.486 0.790 0,0.639 0.825-1,-0.889 0.628-1,-0.977 0.622 2,0.397 0.018-1,0.262-1.786 1,0.452-1.762 1,-1.740 1.286-1,-0.448 0.716 3,-0.099-0.414 0,0.171-1.011-5,-0.382-0.956 1,-0.246 0.659 2,0.480 1.184-2,1.713-0.024 1,1.931-0.404-1,-0.965 0.685-1,-2.009 1.255 2,-0.999-0.394 1,-0.762-1.712 1,-0.432-1.410-1,0.033-0.910-1,4.037 0.402 1,1.178 1.522-1,-1.583 0.978-1,-1.720-0.530-1,-0.739-0.752 1,0.336-0.121 2,0.674 0.572-1,0.821 0.794-1,1.209 0.452 1,-0.951-1.069-1,-1.576-1.270 2,-1.333-0.887 0,2.130-0.475 0,0.662 0.258 0,2.503 1.298 1,-5.502-0.465-2,0.050 0.302-2,-0.468 0.108 0,0.060 0.249 0,0.073 0.232 1,0.078 0.207-1,0.075 0.176 2,0.341 0.278-1,0.047 0.114 1,0.025 0.078 0,0.009 0.048 0,-0.002 0.026 0,0.262-0.087 0,-0.034-0.381-1,-0.047-0.453 1,-0.052-0.466 0,-0.051-0.439 0,-0.125-0.390 1,-0.164-0.331-1,-0.176-0.267 0,5.629-0.075 1,-0.926-0.206-1,-2.685 1.226 0,-0.841 3.568 4,-1.455-1.498 0,2.995-0.594-5,2.917 0.769-1,-5.004-1.346 1,-0.203-0.074 0,-0.082-0.122 0,-0.217-0.223 0,-0.293-0.274 0,4.900 0.801 1,-1.615-1.034 3,0.496-0.468-2,-3.688-0.125 1,0.009 0.375-2,-0.240 0.401 1,4.763 2.833-3,-4.711-1.492 1,0.626 0.182-1,0.514-0.039 2,1.104 0.155 1,-0.206-0.379-3,-0.455-0.442 1,-0.586-0.453-1,-0.633-0.429 0,0.234 0.824 2,0.391 0.313 2,0.628 0.004 3,0.734-0.194-1,0.630-0.169-7,-0.576-0.414 1,-0.887-0.416 0,-1.003-0.380 1,3.519 0.180 0,-3.037-0.830 2,1.378-0.419 2,1.471-0.159 3,1.246-0.035-5,-4.843 0.088-3,0.416 0.011 0,0.547 0.007 2,-0.319 0.013-1,-0.502 0.012 0,4.563-0.004 0,-4.959 1.287 2,0.560 0.695 0,0.265 0.283 0,0.060 0.003 0,-0.074-0.174 0,-0.153-0.271-3,4.499 1.316-1,-2.050 0.119 0,-1.856 0.353 4,-1.198 0.214 1,0.113-0.657 0,0.745-0.980-2,0.845-0.897 0,0.859-0.646 0,-1.329-0.474 0,0.916-0.279 1,-0.940-0.039 1,0.604 0.106-1,0.634 0.031 0,-0.091 0.023-2,-0.641 0.016-1,-1.022 0.008 1,2.192 0.005 2,-2.502-0.002 0,1.783-0.002 0,2.721 0.000-1,0.895-0.002-2,-0.956 0.000 1,-1.044 0.000 0,0.985 0.000 2,1.786 0.000-2,-5.795 0.000 0,0.094 0.000 1,0.025 0.000-1,-0.019 0.000 0,4.516 0.000 0,-1.028 0.000 0,-0.262 0.000 4,0.456 0.000 0,0.954 0.000-4,-5.335 0.000 1,0.126 0.000-1,0.095 0.000 0,0.068 0.000 1,5.578 0.000-1,-5.604 0.000 0,0.275 0.000 0,0.128 0.000 1,-0.233 0.000 1,-0.363 0.000-1,4.855 0.000 0,-0.279 0.000 2,0.860 0.000-1,-4.601 0.000-1,-0.206 0.000 0,-0.373 0.000 0,4.673 0.000 0,-2.329 0.000 1,-1.630 0.000 0,-0.170 0.000-1,3.587 0.000 1,-4.113 0.000 1,1.785 0.000-2,0.125 0.000-3,-0.174 0.000 1,-0.970 0.000 0,-0.588 0.000 1,4.744 0.000 2,-2.047 0.000 1,0.315 0.000-1,2.287 0.000-1,-4.931 0.000-1,0.371 0.000 1,0.284 0.000-1,-0.823 0.000 0,-0.250 0.000 1,-0.334 0.000-1,4.850 0.000 0,-1.478 0.000 4,-0.863 0.000-1,0.647 0.000-2,2.749 0.000 0,-5.301 0.000-1,-0.245 0.000 0,-0.361 0.000 1,5.009 0.000 0,-1.437 0.000 0,-1.016-1.150 3,-0.592-2.203-1,-0.276-0.896-2,-0.083 0.745 0,0.527 1.165 0,-0.066 1.132 1,-0.495 0.671-1,0.134 0.359 0,0.076 0.199-1,-0.204-0.152 0,-1.463-1.453 1,-0.890-2.142 1,2.118-0.552 0,2.308 1.160-2,0.380 1.258 0,-0.571 0.647 0,-0.754-1.173 1,-0.488-1.757 0,-0.643-1.292 0,-0.593-0.757 0,-0.938 0.882-1,-0.139 1.273 1,0.148 1.367 1,0.456 1.183 1,0.261 0.856-1,-0.042 0.493-1,-0.081 0.243-1,0.998-1.030 1,0.067-2.217 0,-1.065-0.352 0,0.230 0.379 0,1.898 0.433 0,-0.104 1.166 0,-2.154 0.904 0,0.131 0.351 0,0.264-0.559 1,0.281-1.543-1,0.950-1.479-1,-0.674 0.311 1,-0.812 0.918-1,0.204 0.939 1,0.698 0.813 1,-0.849 0.557 0,0.379 0.355 0,-0.675 0.250-2,0.552-0.184-1,-0.922-0.121 4,2.486-1.474 0,-0.813-1.184-3,1.533-1.141-1,0.219 0.222 0,-0.878 1.044 1,-1.579 1.107 1,-0.832 0.705 0,3.607-0.821 3,-0.184-2.559-2,-0.104-0.050-2,-0.646 0.693-1,0.646-0.375-1,0.996-0.802 3,-1.093 0.485 0,-1.480 1.057-1,-1.584 1.164 2,1.334 0.676 1,-0.552 1.135 0,-0.301 0.325-1,0.056-0.037 1,1.567-0.067-3,-1.896-0.067 1,1.107-0.808 0,-0.530-1.510 0,-0.729-1.377-1,-0.388-0.218 1,-0.128 0.978 0,-0.195 1.184 1,2.887 0.648 0,-0.348 0.929-2,-15.124 0.593 1</inkml:trace>
</inkml:ink>
</file>

<file path=ppt/ink/ink5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39:1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5192.000 6768.000 767,'5.444'-2.722'0,"0.644"-0.322"0,-0.123 0.062 0,-0.014 0.007 0,0.002-0.001 0,0.411 1.860-9,5.075-0.063 12,-4.242-0.037-4,1.366-0.500 0,1.128-0.215-2,0.895-0.013 0,0.684 0.121 0,0.498 0.201 0,0.077-0.026 0,-0.205-0.173 2,-0.376-0.259-1,-0.465-0.298 1,-0.492-0.304 0,-0.477-0.287 2,-0.436-0.257 0,-0.379-0.221 0,-0.682 0.188-1,-0.386 0.256 1,-0.355 0.358 0,-0.312 0.404-1,-0.263 0.411 1,0.853 0.197 0,-0.660 0.481-1,-0.684 0.394 1,3.873 0.082 1,-2.639 0.562 2,-1.278 0.242-2,-0.211 0.096-2,1.077-0.001 1,0.302-0.066 0,-0.136-0.063 0,-0.503-0.048-1,-1.011-0.029 0,1.234-0.018 0,0.205-0.169 0,-2.936-4.786 1,-3.083-0.991 0,2.709-1.917-1,0.573 2.314-1,0.714 1.483 0,0.260 1.603 1,2.363 0.970 0,-0.543 1.323 1,-1.127-3.087-1,-3.583-2.680 1,-1.125-0.976 0,0.433-1.393-3,1.696-0.109 0,0.515 2.215 2,0.641 1.740 0,3.703 0.409 0,-1.499 0.782 1,0.115-1.525-2,-1.763-1.446 0,-2.151-0.168 1,1.013-0.386 1,1.441 1.678 0,-0.364-1.939 0,1.093-1.315-1,0.794 1.250-3,0.268 2.043 1,-0.216 0.713 3,-0.242-0.188-1,-0.144-3.378 0,-3.436 3.014 0,0.062-0.288 1,0.065 0.157 0,3.875-3.580-3,0.514 2.127 0,0.048 1.046 4,-0.561 0.296-2,-1.417-3.441-1,-2.106-1.587 4,-0.217-0.664-2,-0.187 4.596-3,0.912-0.054 0,0.721 0.194 2,0.544 0.339 0,1.197-1.582-3,0.461-0.307 1,0.324 0.142-1,0.215 0.399 8,-0.571 0.473-5,-0.408-0.017-2,-0.500-0.119 0,-0.517-0.172 0,-0.758 0.763 2,-0.081 0.312 1,0.029 0.387-1,0.101 0.409 1,0.141 0.396-1,-0.107 0.324 0,0.316-0.196 1,0.354-0.337-1,0.357-0.413 0,1.433-1.377-1,-0.051-0.128 1,-0.233 0.046 0,-1.161 0.943-1,-0.481 0.353 1,-0.497 0.386 1,-0.473 0.381 0,-0.425 0.352-1,0.959-2.083 1,0.769-1.013 0,0.981-0.660 3,1.021-0.388-4,-1.331 1.658-2,-0.062 0.246-1,-0.210 0.321 1,-0.298 0.353 0,0.239-0.201-1,0.023-0.040 4,0.110-0.148 1,0.160-0.209 0,0.170-0.212-3,-0.442 0.384 1,-0.570 0.518-1,-0.609 0.564 1,-0.592 0.553-1,5.499-5.502 4,-3.276 3.208-1,0.684-0.696 0,0.439-0.446 0,-0.464 0.462-5,-0.358 0.357 0,-0.491 0.493 1,-0.536 0.537-1,-1.042 1.045 3,0.067-0.066 2,0.206-0.204 1,0.286-0.285-2,1.079-1.078-2,0.014-0.013 1,-0.114 0.116 0,-0.187 0.187-1,-0.216 0.217 1,-0.220 0.219-1,-0.389 0.585 0,-0.154 0.462 1,-0.120 0.476-1,-0.090 0.451 0,-0.063 0.400 2,-0.042 0.339 0,-0.123 0.177 0,4.673-3.175 1,-0.995-0.252 1,-2.311-0.409-1,-2.112-0.246 0,-0.146 1.468-1,0.543 1.816 1,0.441-0.912-1,0.524-2.187-2,0.868-1.237-1,0.101 1.825 1,0.053 1.956 2,1.210-0.851 0,1.674-2.114-3,-4.224 2.954 1,-0.180-0.014 0,-0.331 0.158 0,-0.397 0.251 0,3.391-3.388 1,1.958 1.021 1,-4.550 3.470 1,-0.074 0.053 1,4.064-2.685-3,-1.439 0.253-2,-0.692-0.224 0,-0.480 0.485 3,-0.287 1.292-1,-0.005 1.353 2,0.053 1.175 0,-0.062 0.848-1,4.197-0.449-2,0.981-1.571 2,-1.291-1.242-2,-1.838 0.421-1,-1.423 0.991 1,-0.821 0.978 1,2.234 0.651 2,0.540 0.811-1,-0.492 0.117 0,-0.836-0.004-1,0.517-0.003-1,-1.995-0.060-1,-0.036-0.051 1,1.065-0.001 4,-0.497 0.005-1,1.825 0.000-1,-2.320 0.000-1</inkml:trace>
</inkml:ink>
</file>

<file path=ppt/ink/ink5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39:1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6520.000 5872.000 767,'6.205'0.000'0,"-0.170"0.000"0,1.050 3.550-5,-0.257 2.091 4,-0.822-2.576 0,1.000-0.269 0,-0.504 0.087 0,-0.817 0.310 0,-0.740 0.323 1,3.551 0.731-1,1.148 0.486 3,-0.779 0.344-2,-2.271-1.207-2,-0.675-1.025 0,2.232-0.486 4,0.027-1.574 0,0.822 0.014-2,-2.671 1.407-1,0.093 1.551 1,0.035 1.245 0,0.002 0.841-1,0.797 0.159 0,0.280-1.667 1,0.201-1.720 1,-0.357-1.399 1,-0.261-0.850-2,0.705-0.413 0,-0.701 0.767 0,-0.252 3.616 1,-2.283 1.082 0,1.966-0.373 0,-1.081 0.141-2,1.160-0.550 1,1.365-1.320-3,1.189-1.324 2,0.963-1.001-1,-0.523-0.679 1,-1.455-0.354 1,-1.609 0.025 1,1.046 1.658 0,-1.265 2.256 0,-0.354 0.955 0,0.627-1.458 0,-0.050-1.175-1,-1.360 3.325 2,0.415-0.599-2,1.928 0.557 1,0.087 0.156-3,-0.190-0.868 0,0.085-1.647 0,-0.168-1.523 4,0.556-0.913-1,0.522-0.537-2,0.527-0.024 0,-0.511 1.272-1,-1.165 1.553 2,-1.132 0.926 1,-1.104-0.605-1,1.164-0.355 1,1.913-0.711 0,-0.755 1.589 1,0.843 0.188-3,0.042-0.720-1,-0.316-1.084 0,-0.635-1.030 2,0.117 0.250 2,2.171 1.583-2,1.365 0.811-1,-0.048-0.472 0,-0.156-0.838 1,-0.942-1.008 0,-0.010-0.746 1,-0.854-0.545 0,-0.577 0.998 0,-0.315 2.254-1,-1.521 0.050 0,0.236-0.452 0,1.525-0.504 1,-0.401-1.114-1,0.143-0.595 0,1.956 0.879 0,0.223 1.425 0,-1.104 0.393-3,-0.865-0.500 1,-0.749-0.832 3,-0.742-0.830 0,-0.651-0.662 0,0.156 1.021 0,1.521 3.646 1,1.530 1.047-2,-4.152-3.254-2,0.268-0.137 0,0.213-0.169 1,-0.136-0.391-1,5.095 1.277-1,-0.809-1.531 1,-0.765-1.157 4,-0.857-0.722-1,-0.543-0.349 0,0.183 0.074 1,1.090 1.281 1,1.307 1.659-4,0.435 1.593 0,-0.342 1.434-1,-1.107-0.090 2,-0.924-1.179 1,-0.596-1.500 0,0.646-1.338 0,1.203-0.992-1,1.546 0.406-1,-0.390 1.694 0,0.802 1.014 1,-5.282-2.236 1,0.353-0.265-1,-0.399-0.141 0,-0.313 0.050-1,4.493 1.856 0,-1.861 0.661 1,0.773-0.342 1,0.458-0.808 2,-0.713-0.947-1,-0.113 2.649-4,-1.459 0.519 3,-1.104-1.134 1,1.337-1.674-4,1.397-0.946 3,0.528-0.679 0,0.049-0.461-4,-0.666-0.244 10,-2.629-0.083-11,-12.471-0.191 8</inkml:trace>
</inkml:ink>
</file>

<file path=ppt/ink/ink5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1:0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2632.000 2624.000 767,'0.000'-6.379'0,"0.000"0.161"0,0.000 0.119 0,0.000 0.006 0,1.150-0.873-9,4.025 0.228 9,-1.675-0.500 0,-0.362-3.031-1,-1.334 4.508 0,0.263-0.039 0,0.301 0.094 0,2.854-4.656-1,0.400 1.472 1,0.116 1.394 2,-0.121-1.147-1,-1.748-1.966 1,0.128 0.103-1,-0.994 5.295 1,0.816 0.120-2,0.377 0.150 1,0.197 0.015 0,0.020-0.016-1,-0.099-0.036 1,-0.171-0.047-1,-0.208-0.051 1,-0.058-0.396-1,-0.606 0.313 0,1.389-3.960 0,-2.145 1.541 3,-0.780 1.659 1,0.752 0.266 0,1.391-1.228-3,1.675-1.768 2,1.068 0.954-2,-0.937 0.430-2,-1.774 0.352 1,-0.663 0.708 2,0.083 0.605-1,0.327 0.490 0,0.233 0.454 0,0.292 0.150 0,0.210 0.048 0,0.193-1.133 0,0.716-3.302 1,1.096-1.536 0,-2.798 5.021-3,0.158 0.111 0,0.119 0.167 1,0.288-0.047 0,0.045 0.225 1,0.011 0.217-1,-0.011 0.195 1,4.127-4.073 1,-4.085 4.342 0,0.062-0.017-1,0.059-0.033-1,0.053-0.041 1,0.044-0.042-1,3.512-3.464-1,-0.956 0.925 1,-0.955 0.923 2,-0.813 0.787 1,-0.210 0.194 0,0.247-0.256-1,0.589-0.593 0,-0.242 0.240-1,-0.351 0.352 0,-0.249 0.449 0,1.215 0.007 0,1.970-0.406 0,1.683-0.677-2,-0.816 0.211 2,-1.402 0.355-1,1.584-1.202 2,-2.141 1.867 0,0.361-0.250 1,-0.182 0.036-2,-0.501 0.210-3,-0.656 0.299 1,0.783 0.237 0,0.110 0.260 0,-0.263 0.219 3,-0.469 0.175 3,-0.555 0.133 0,3.789-2.345-7,-0.281 0.279 0,0.191 0.142 4,-0.361 0.122-1,-1.188 0.198 0,-1.252 0.175 1,0.272 0.284 0,2.988 1.031 1,1.090 1.219 1,0.041 1.024-6,-0.980 0.144 0,-1.649-0.719 1,-1.562-0.922 3,-0.851-0.921 1,0.365-0.690 0,0.761-0.289-2,0.800-0.097-1,2.930-0.585 0,-3.763 2.334 0,1.109-0.223 0,-0.894 0.282 0,-0.457-0.033 1,-0.744-0.003-1,-0.886 0.017 0,2.493-2.853 2,1.545 0.122 1,0.120 1.896 6,-1.188 0.726-9,-0.813-1.513 0,0.042 0.327 2,0.954 1.047-3,1.380 1.089 1,-3.491 0.975 0,-0.063-0.272 0,-0.234-0.396 1,-0.318-0.435-1,4.238-3.030 2,-1.902-0.469 0,-1.433-0.060-1,1.319 1.402 0,0.865 1.307 3,-0.572 1.245-1,0.641-0.372-4,-3.094 0.011 1,0.236-0.154 2,-0.012 0.095 0,-0.165 0.243-3,5.007-1.052 0,-0.896 1.023 1,-0.171-0.334 4,0.154-0.900-5,-0.619-0.358 1,-0.921 0.722 0,1.130 0.242 1,-3.691 0.922 1,0.456-0.355 1,0.433-0.383-3,-0.405 0.127 0,-0.270 0.183 0,4.770-1.273 0,-1.988 1.348 2,-1.463 1.007 1,-0.669 0.632-1,0.440 0.373 0,1.448 0.180 0,1.794 0.061-2,1.493-0.006 0,-5.591-0.085 0,0.134-0.010 0,-0.044-0.188 0,4.832-1.037 0,-2.304-1.272 0,-1.970-1.030 3,1.265 0.133-1,0.626 0.738 3,-0.675 0.897-2,1.528 0.665-4,1.693 0.699 1,-0.608 0.324 3,-4.486-1.307-4,0.362-0.707 0,-0.068-0.257 2,-0.325 0.040 1,-0.455 0.218 0,3.337-0.580-3,1.091 0.821 0,-3.697 0.758 2,-0.549-0.272 1,3.339-2.513-1,0.539-0.454 2,0.192 0.892 2,0.798 1.188-6,-3.994 1.505 1,0.314 0.224 0,0.046 0.177 2,-0.123 0.134-1,-0.217 0.095-2,-0.563 0.063 0,4.297 0.100-1,-2.486 0.036 2,-1.857-0.022 5,1.352-0.042 0,0.705-0.030-2,-0.663-0.022 0,-1.089-0.014-4,1.866-0.008 0,0.527-0.003 3,-0.882 0.000 1,-1.277 0.001-3,-0.368 0.001-1,0.117 0.001 1,0.422 0.000 1,0.439 0.000 0,2.826 0.000 0,0.838 0.000 1,-0.995 0.000 1,-0.529-0.744-5,-0.043-1.440 1,0.291-1.355 2,-3.592 1.572 0,0.514 0.134 0,0.047 0.230 0,-0.249 0.271 1,-0.414 0.276 1,3.977-0.254-3,-1.037 0.650-2,1.287-0.721 6,1.615-1.943-2,-5.306 1.121-2,-0.161 0.083 0,-0.312 0.239 0,4.670-0.705 1,0.267 1.109 1,0.868 0.600 0,-5.850 0.630-1,5.226 0.045-3,-1.000 0.226 3,-0.273 0.092 1,0.019 0.016-1,-0.210-0.017-1,-1.428-0.035 1,-1.460-0.033 1,0.646-0.024 1,2.716-0.017 0,-0.530-0.008 0,-1.851-0.002-4,-1.308 0.000 0,-0.366 0.001 2,0.334 0.001 1,0.374 0.001 1,-0.084 0.001-2,-0.026 0.000 1,-0.231 0.000-1,-0.391 0.000-1,2.531 0.000 1,-1.965 0.000 0,2.380 0.000-1,2.483 0.000-1,-5.366 0.000 1,-0.123 0.000 0,5.128 0.000-1,-1.745 0.000 1,0.318 0.000 3,-0.289 0.000-1,0.203 0.000-1,-0.679 0.000 0,-0.588 0.000 0,-0.581 0.000 0,-0.430 0.000 0,3.029 0.000 0,-3.130 0.000 0,0.439 0.000 2,-0.094 0.000 0,-0.419 0.000-4,-0.354 0.000 0,0.148 0.000 0,0.278 0.000 0,0.342 0.000 1,0.357 0.000 1,0.240 0.000-1,-0.633 0.000 1,-0.837 0.000 0,4.205 0.000-1,-3.019 0.000 4,-1.227 0.841 0,1.101 1.657-2,1.183 1.224-1,0.642-0.264 1,0.613-0.785-1,2.657-0.823-2,-4.482-1.242 1,0.326-0.205 0,-0.011-0.160 4,-0.216-0.118-3,-0.873 0.173-2,-0.708 0.343 0,-0.749 0.418 0,4.223 2.329 2,-2.547 0.187 3,-0.687-0.592 1,0.545-0.719-2,-0.535-1.040 0,-0.928 0.469-2,-0.625 3.374 1,0.086 1.803 0,0.119 0.084-3,-0.109-1.457 0,-0.152-1.793 1,0.706-1.528 2,1.171-1.198 0,1.190-0.726-2,1.404 1.907 0,-0.265 4.277 0,-5.266-2.307 1,3.879 3.573-1,-0.902-2.011 2,-1.233-2.366 0,-0.529-1.558-1,3.438-0.768 2,-0.216 0.222-1,0.262 1.204-1,0.964 2.729-3,-4.031-0.709 1,-0.075 0.438 2,-0.340 0.084 0,-0.475-0.141 1,-0.519-0.267-2,2.752 2.259-2,-1.197-2.238 1,-0.746-1.970 5,1.938-1.178 2,-0.092-1.420-3,1.453 1.886-1,-1.931 2.137-1,0.720 2.049-1,0.234 1.205 0,-0.498 0.062-1,-0.778-0.529 1,-0.449-0.383 0,0.292 0.268 1,-0.045-0.105 1,-0.294-0.340 0,0.105 0.077-1,-0.194-0.931-1,0.084-1.407 1,0.235-1.420 1,0.464-1.189 1,0.534-0.598-1,0.140 0.899-2,-0.298 1.473 1,-0.810 1.023-1,0.256 1.331 1,-0.029-0.072 0,0.389-0.870 0,0.789-1.092 0,0.209-1.312 0,0.077-1.015 1,-0.399-0.715-1,-0.095-0.418 0,0.150-0.208 0,0.028 0.187 0,0.470 1.378 0,0.064 2.072 0,0.080 0.712-1,-0.971-0.869 1,-0.839 0.081 0,-0.201 0.752 0,1.327 0.837 0,0.116-1.316 0,-0.325-0.873 1,1.420 0.642-1,2.444 0.946-2,-4.216-2.237 1,0.802-0.289 0,-0.361-0.112 0,-0.180 0.169 0,-0.370 0.264 0,-0.465 0.304 1,-1.062-0.235-1,4.528 1.765 2,-0.490-0.571 1,-0.705 0.381 1,-1.190 0.706-3,2.791-0.113 0,-4.655-2.622 0,0.021-0.337 2,0.186-0.002-1,0.273 0.207-3,0.306 0.321 1,0.301 0.365-1,-0.052 0.363 2,-0.266 0.332-1,-0.379 0.286 0,-0.417 0.234 1,-0.677-0.422 0,5.150 2.159 1,0.477-1.623-1,-0.129-0.720 0,-0.988 0.454 0,-0.566 0.808 1,0.685-0.426 0,0.889-1.185-2,-0.462-0.490 1,0.832 0.808-1,-5.230-1.048 0,1.270 2.123 1,-0.073 0.946 0,-0.192 0.370 0,-0.248-0.011 2,-0.259-0.240 0,-0.242-0.357-5,-0.223-0.421 1,-0.020-0.297 1,0.038-0.248-1,0.070-0.196 2,0.084-0.148 0,-0.675-0.577 1,4.154 1.530 0,-1.737-1.678 0,-1.463-1.314 1,1.621 0.754 1,-0.509 2.338-1,-2.113 3.552-1,-0.205 1.599 0,-0.215-0.769-2,1.806-1.245-2,-0.892-3.977 2,1.091-0.028 3,0.760 0.022 0,-0.641-0.344-5,-0.246-0.014 1,-0.418-0.011 0,-0.497-0.009 0,-0.513-0.006 1,0.375 0.387 2,0.110 0.076 0,0.263 0.076 0,0.331 0.069-1,-0.245-0.141 0,-0.435-0.176 0,-0.562-0.212 0,3.413 2.651 0,-1.940-0.683 1,1.552 2.408 0,-2.971-2.557 0,0.535 0.605 1,0.399 0.448-1,0.084 0.315-4,-0.133 0.206 1,-0.270 0.121-1,-0.343 0.056 1,-0.372 0.009-1,0.275 0.639 3,-0.560-0.797 0,-0.526-0.941 0,-0.460-0.950 0,2.773 2.300 1,-0.917-2.487 0,-0.442-1.460-1,0.369-0.374 1,3.062 7.358 0,-2.986-2.546 1,0.618 1.097 0,0.439 0.744-2,0.293 0.463-3,0.178 0.248 0,0.666 0.370-1,0.609 0.350 1,0.275-0.045-1,0.037-0.306 2,-0.126-0.462 10,0.692 0.644-6,-1.063-1.191-5,-1.202-1.233 0,-1.188-1.155 0,-1.079-1.011 2,-0.922-0.837 3,1.851 3.463 1,0.835 0.255-1,-1.561-3.445 1,0.620 0.961 0,0.261 0.835-1,0.004 0.699 1,1.161 0.747-5,0.327 0.097-1,-0.073-0.105 1,-0.329-0.231-1,-0.475-0.298 8,0.934 1.331-4,-0.353-0.107-4,-0.788-0.567 0,-0.998-0.810 5,-1.050-0.897 1,-0.673-0.774 0,0.093 0.271-5,0.346 0.531 1,0.490 0.665 1,0.285 0.211-1,0.045-0.250 1,-0.084-0.480 0,-0.163-0.598 0,-0.204-0.635 0,-0.217-0.181 0,-0.210 0.128 1,-0.192 0.321 0,-0.167 0.426-1,-0.139 0.466 0,0.097 0.547 0,-0.181-0.416-1,-0.172-0.636 1,-0.154-0.725 0,-0.130-0.724 0,3.436 4.297 2,-2.274-4.185 0,0.293 0.328-1,0.082 0.188 0,-0.063 0.083 1,-0.155 0.008-3,1.775 2.257-2,0.329 0.444 0,-0.156-0.094 1,-0.437-0.414 5,-0.570-0.573 0,-0.603-0.621-4,-0.569-0.595-1,-0.676 1.531-1,-0.241 1.189 0,-0.149 0.555 5,-0.079 0.108 2,-0.029-0.186-1,0.805 0.170-4,0.598 0.423-3,0.293 0.135 1,0.072-0.064 5,-0.078-0.193 2,-0.174-0.266-5,0.078 0.379-2,-0.421-0.734 0,-0.441-0.787 0,-0.419-0.759 1,-0.373-0.684 1,-0.316-0.583 2,-0.255-0.475-1,-0.196-0.370 1,3.763 9.322 0,-0.410-2.864 3,1.131 1.977 8,0.815 1.345-18,-0.546-1.119 1,-0.633-1.068 1,-0.887-1.486 0,-0.975-1.628 1,-0.953-1.588 1,-0.863-1.436 1,-0.738-1.227 3,0.081 3.324 1,1.104-0.026-1,1.078-2.563 6,0.757 0.551-1,0.280 0.103-2,-0.045-0.190-8,-0.251-0.365 1,-0.362-0.449 0,-0.409-0.470-1,0.859 4.205 0,0.429 2.175 0,0.122 0.715 5,-0.084-0.272-1,-0.208-0.883 0,-0.449-0.307-1,-0.171-0.051-5,-0.145-0.272 3,-0.117-0.400 6,-0.104-0.460 4,-0.159-0.652-11,-0.156-0.658 0,-0.142-0.617 0,-0.125-0.549 3,0.062-0.107 1,-0.222-0.685 0,-0.225-0.635-1,-0.209-0.555 1,-0.183-0.460 0,2.334 4.533 0,-2.341-3.187 0,0.601 2.326 0,0.727 2.282 6,0.754 2.087-8,0.127 0.729-3,-0.284-0.195 0,-0.526-0.771 0,-0.643-1.083 0,-0.669-1.204 1,-0.637-1.192 1,-0.204-1.238 3,0.368 0.270 0,0.585 0.606 1,0.697 0.797-2,0.749 1.252 0,0.250 0.237 1,0.065 0.007-1,-0.060-0.145 0,-0.138-0.234 1,-0.615-1.397-2,-0.063 0.044 0,-0.035 0.133 0,-0.013 0.188 1,0.671 2.133 0,-0.032 0.153 1,-0.052 0.049 0,-0.062-0.022 0,-0.177 0.238-2,-0.581-0.647 1,-0.649-0.751-1,-0.640-0.754 1,-0.468-1.229 1,-0.194-0.656 1,-0.074-0.570 0,0.008-0.474-1,0.061-0.376-1,0.089-0.287 0,0.102-0.208 0,1.632 1.560 0,0.752 0.136 0,0.248-0.365 1,-0.080-0.638 3,-0.272-0.747 0,-0.366-0.750-4,-0.390-0.685-2,2.242 3.851-1,-2.974 0.479 0,-0.924 1.485 5,-0.425 1.138 2,-0.365 0.291-1,-0.157-1.615-6,0.065-0.774 0,0.153-0.921 1,0.198-0.948-1,0.212-0.894 2,0.206-0.794 1,0.186-0.672 1,1.461 5.469 0,-1.836-5.359 0,-0.210 0.462 0,-0.216 0.500-1,0.013 1.576 1,0.162 1.088 0,0.248 0.694-1,0.288 0.390 3,0.294 0.165-1,0.319 1.395-6,-0.146-0.245 1,-0.271-0.377 0,-0.323-0.427-1,-0.327-0.419 5,-0.324 0.514-1,-0.244 0.422 0,-0.201 0.076 1,-0.160-0.147 8,-0.120-0.275-8,-0.088 0.088-4,-0.061-0.400-1,-0.036-0.392 1,-0.018-0.353 2,-0.006-0.298 1,0.011-1.261 1,0.006 0.182-1,0.007 0.307 1,0.008 0.369 0,0.011-0.943-1,0.006 0.017 0,0.005-0.038 1,0.005-0.074-1,0.004 1.072 0,0.004-0.803 1,0.003-0.948-1,0.002-0.971 1,0.002-0.914-1,0.003 5.169 4,0.001-0.660-2,-0.001 0.765-1,-0.003-4.611-1,0.000 0.935 1,0.000 0.918-2,-0.172-0.916-1,-0.273-0.293 1,-0.324-0.509 0,-0.337-0.620 0,-2.049 4.496 1,-0.505-0.418 2,2.029-4.729-1,0.220 0.536-1,0.239 0.574 0,0.266 0.026 0,0.201 0.177-1,0.179 0.075 1,0.152 0.002 0,0.125-0.047 0,0.096 0.352-1,0.086-0.427 1,0.060-0.499 0,0.039-0.507 0,0.096 5.130 3,0.008-1.612 0,-0.937-2.229-2,-3.720-1.247 2,-0.093-1.200-2,-0.280 0.096 1,0.122-1.243-3,-1.749-1.262 0,2.370-8.195 0,2.802-2.345 1,0.777 0.462 0,0.489 0.133 0</inkml:trace>
</inkml:ink>
</file>

<file path=ppt/ink/ink5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1:1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2376.000 5504.000 767,'6.231'0.000'0,"-0.163"0.000"0,0.891 3.521-5,-2.884 2.275 4,-0.439 3.521-1,-1.945-3.532 1,0.076 0.470 0,0.147 0.317 0,0.183 0.196-1,0.195 0.103 1,0.506 0.167 0,0.278-0.868 0,0.249-1.041 0,3.279 2.068 1,-1.417-1.656 3,-1.526 0.134 0,-1.503 0.678-2,-0.113 0.424 0,1.937 0.329 0,0.176 1.144-1,-0.858 2.498-3,-2.134-4.535 2,0.943 4.729 0,0.796-0.759-1,1.279-0.756 2,1.222-0.881 1,0.669-1.034-1,-0.733-0.805 0,-1.350 0.092 0,-0.668 0.320 3,0.106-0.426-1,0.493-0.496-3,1.298 3.546 1,-0.066-1.681 0,0.173-2.619 1,-0.254 1.543-2,-0.340 0.669 3,-0.324-0.726-2,-0.231-1.056-2,-0.401 4.851 0,-1.892-4.310 4,0.009-0.029 0,0.014-0.341-3,1.956 4.422-3,0.771-1.522 2,1.664 0.995 0,-0.472-0.123 5,-2.674-4.240-2,-0.022-0.267-2,3.369 4.495 0,-0.144-0.581 2,-2.970-3.998 0,0.135 0.492-1,-0.014 0.493-1,-0.403-0.050 1,-0.503-0.207-1,-0.523-0.288 1,0.652 4.733 1,-1.456-1.088 0,-0.044-1.340 1,1.235-0.742-1,1.367-0.399-1,0.777 0.318 0,0.310 0.601-1,0.045 0.575-1,-0.136 0.326 1,0.121 0.696-1,0.138 0.590 2,-0.412-0.035 0,-1.340-1.402 0,-1.336-1.501 1,-1.008-0.765 1,-0.681 0.770 0,-0.355 1.182-3,0.042 0.754 1,0.946-0.864-1,1.151-1.354 1,0.935-1.222 0,1.840 0.190 1,3.329 1.470 0,0.437-1.172 1,-0.833-1.949-4,-1.305 1.852 0,-1.223 0.957 6,-0.909-0.425-2,-0.562-0.872-4,0.433 0.238 0,1.604 3.557 2,-2.988-3.692 1,-0.257 0.446 0,0.091 0.250-4,0.096-0.500 2,3.387 3.552-2,0.966-3.292 2,1.259-2.669 2,0.124-2.102 0,-1.027-1.232 0,0.506 0.096 1,-2.925 5.208 1,-4.078 1.214-1</inkml:trace>
</inkml:ink>
</file>

<file path=ppt/ink/ink5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1:1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2776.000 6192.000 767,'6.246'0.000'0,"-0.201"0.000"0,0.164 0.000-5,0.112 0.471 5,2.060 2.802-2,-2.619-0.343 1,0.948 0.810-1,0.505 0.636 0,0.185 0.478 0,-0.034 0.340 0,-0.171 0.229-1,-0.247 0.140 2,-0.277 0.073 0,-0.296-0.166 0,0.064 0.005 0,0.148-0.006 0,0.194-0.014 0,0.211-0.017 1,0.207-0.018 0,0.638 0.220 0,-0.057-0.313 0,-0.146-0.366-1,-0.189-0.369 1,-0.202-0.342 1,-0.773-0.444 0,-0.325-0.054 0,-0.320 0.022 0,-0.295 0.070 0,-0.259 0.096-1,-0.217 0.106 0,-0.175 0.105 0,-0.293-0.061 0,3.521 3.539 0,-1.369-0.945 1,-1.065-0.875 1,0.031-0.513 0,0.756-0.452 0,0.943-0.250-2,1.028 0.148 0,0.156 0.552 0,-0.651 0.436 0,-0.830-1.081 0,0.787-1.259 1,0.952-1.291-1,0.595-0.992 0,-1.171-0.731 0,-1.381-0.383 0,1.742 0.540 2,-0.865 3.202-1,-1.471 2.261-1,-1.971 2.668 1,0.073-2.847-1,0.726-2.102 0,3.020-0.831 0,-0.033-2.087 0,0.180-0.956 0,-0.125 0.063 0,0.022 2.864 0,-2.799 0.938-1,1.428 1.206 1,-0.453-1.895 0,-0.133-0.341 1,-1.537 3.178 1,0.592 1.663-2,1.347-0.423-3,2.008-1.849 0,1.481-1.997 3,-0.631-1.585 0,-1.555-1.042-1,-1.566-0.574 2,1.460 0.850-1,-1.416 4.939 0,-2.500 0.477 1,1.421 0.783-1,3.503-1.471 1,0.304-2.101 1,-1.105-1.766-4,-0.968-1.090 1,-0.457-0.573 0,-0.232-0.249 1,-0.086-0.059-1,0.815 0.327 1,1.338 1.808 0,-1.290 1.790 2,-0.904 0.013 0,-0.289-0.784-2,1.236-0.853 0,1.146-1.010 0,1.047-0.668 1,0.733-0.362-1,-0.498-0.140-2,-0.981-0.021 3,0.021 0.224-1,-0.312 1.334-1,-0.685 1.662 0,-0.036 0.975 1,-0.570-0.722 0,-0.295-1.126 1,0.177-1.012 0,0.442-0.714 0,1.916-0.392-1,2.142-0.183-2,0.252-0.060 0,-0.770 0.004 1,-1.007 0.029 1,-0.571 0.328 1,1.147 1.778 0,-4.586-0.193-2,0.091 0.215 1,-0.148-0.012-1,4.914 1.474 0,-1.131-0.825 1,-0.543 0.055 2,-0.301 0.469-3,-0.025 0.537 0,-1.110-0.407 1,-1.240-0.879-1,1.080-0.476 3,1.583-0.081 2,-1.938 0.135-4,1.377 0.229-1,0.814-0.041 0,-1.279-0.467 0,-0.206-0.206-1,-0.369-0.231 0,-0.457-0.235 0,-0.827-0.258 0,4.972 0.295 4,-0.132-0.523 1,0.198-0.441 0,-2.427-0.208-2,-0.482-0.065-1,1.092 0.942 1,1.700 1.962-1,-5.160-0.930-1,0.137 0.032 1,0.042-0.100-1,-0.023-0.180 0,-0.065-0.223 0,-0.090-0.236 0,0.106-0.022 1,-0.120 0.065-1,5.592 1.660 0,-0.395 0.784 1,-1.254-0.111 1,-1.041-0.699-1,-0.794-0.868 2,-0.347-0.804 1,0.577-0.604-2,2.218-0.412 0,-4.439-0.154-2,5.279-0.077-1,0.255-0.021 1,-0.083 0.016 0,-5.232 0.060 0,-0.117 0.009 1,-0.139 0.009 0,5.610-0.006-1,-0.833 0.020 2,-1.596 0.012-1,-1.494 0.005 0,-1.026 0.172 2,1.219 1.042 0,2.332 1.321-4,-4.253-0.813 2,0.305 0.058-1,0.268-0.056 0,0.169-0.145 0,0.093-0.195 0,0.036-0.217 1,0.709 0.138 0,0.104 0.222 0,0.091 0.324 0,0.076 0.365 0,-0.057 0.071-1,-0.138-0.124 1,-0.180-0.238 0,-0.193-0.295 0,-0.188-0.309 0,-0.688-0.345 0,-0.211-0.233 0,-0.195-0.203 0,5.498 0.067 1,-0.472-0.426-1,-0.280-0.227 1,-0.137-0.091-1,0.145-0.011 0,1.575 0.025 0,-5.350 0.073 0,0.530 0.009-1,0.637 0.007 0,0.086 0.008 0,-0.067 0.007 1,-0.163 0.006-1,-0.214 0.004 0,0.306 0.239 2,0.101 0.372-1,0.169 0.429 1,0.200 0.434-1,0.205 0.406-1,-0.389 0.037 1,-0.159-0.056-1,-0.227-0.163 1,-0.255-0.221-1,-0.257-0.245 2,-0.583-0.290-1,-0.012-0.200 1,0.059-0.179 0,0.104-0.154-1,1.397-0.103 1,-0.495-0.142-1,-0.650-0.100 1,-0.686-0.065 0,3.660-0.093 0,-2.486-0.031 1,0.781-0.021 0,0.901 0.097 0,-2.831 0.040 0,0.987 0.005-1,0.778 0.005-3,0.571 0.003-1,-0.103 0.002 1,-0.342 0.002-1,-0.465 0.001 1,-0.506 0.000 0,-0.492 0.000 2,-0.801 0.000 0,4.511 0.001 0,-1.980-0.001 2,-1.121-0.001 3,-1.542 0.000-2,1.353-0.001-2,0.141 0.000 1,2.807 0.000-1,1.247 0.000-3,-0.790 0.000-1,-0.582 0.000 0,1.192 0.000 4,-1.339 0.000 1,-2.612 0.000-1,-0.662 0.000-1,-0.194 0.000 1,1.028 0.000 0,1.499 0.000-2,2.861 0.000-1,-5.654 0.000 1,0.136 0.000 0,0.073 0.000 0,4.771 0.000 1,-2.097 0.000-1,-2.082 0.000 1,1.228 0.000 3,0.467 0.000-1,1.839 0.000 0,-4.233 0.000-1,0.258 0.000-1,0.027 0.000-1,-0.115 0.000-1,3.943-0.904-1,-3.533-1.742 1,-1.342-1.500 5,2.861 0.285 3,0.498 1.009-7,-0.643-0.346-1,-0.675-0.977 0,-0.326-0.077 2,-0.019 1.075 0,-0.697 1.331 1,-0.119 0.848 1,-0.104 0.583-2,-0.073 0.341 0,-0.045 0.162 0,1.116 0.073 0,0.220-0.020 0,-0.198-0.049 0,0.163-0.040 0,-0.310-0.029 0,-0.876-0.017 0,1.752-0.011 0,-1.100-5.638 1,-2.651 1.291 0,3.680-1.400-2,1.345-0.124 0,0.471 0.883 0,-1.810 1.905-1,-0.981 1.262 0,-0.841 0.943 3,0.287-0.100 1,0.969-1.052-1,1.108-1.210-2,0.555-1.339 0,-0.084-1.354 0,-0.218-1.110 1,-0.883-0.192 0,-0.914 0.271 0,-0.622 0.319 0,-0.242 0.134 0,-0.327 0.329 0,0.046-0.013 0,0.450-0.084 0,0.688 1.246 1,-0.381 1.865 0,-0.393 0.060-1,0.433-1.003 0,0.409-1.172 0,0.918-1.378-1,0.195 0.337 0,-0.914 1.854 0,-0.942 1.854 2,-0.203 1.332-1,0.162 0.346 1,0.265-2.508 1,0.278-3.427-2,-1.094-1.744-2,-1.737-0.295 1,0.344 0.262 0,1.977 2.720 2,1.549 2.443-1,-1.154 0.671 1,-0.142-2.142 0,-0.903-1.877 0,0.552-0.346 0,-0.768 1.652-1,0.805 0.940-1,-0.511 3.046 0,4.268-6.356 0,-3.624 2.207 1,0.063-0.254 1,-0.318 0.140-3,-0.520 0.365 1,-1.036 0.895-1,-0.297 0.217 1,3.866-3.891-2,-0.466 0.333 3,-0.171 0.117 0,1.989 0.606 0,-4.334 3.679 0,0.029 0.060 3,-0.117 0.055 1,0.422-0.380-2,-0.366 0.083-4,-0.399 0.090 0,3.813-3.335 1,-1.761 0.822 2,-1.289 0.729 0,-0.931 0.623 0,-0.563 0.433-1,3.023-0.333 1,-0.401 2.793-1,1.368 0.659 0,0.117-0.461 0,-0.573-0.972 0,-0.303-1.307 0,-0.466-1.135-1,-0.805-0.407 1,-0.562-0.081 0,-0.597 0.339 1,-0.503 0.462-1,-0.326 0.377 0,0.946 0.223 0,2.646-0.511 1,0.063-0.843 1,-1.026-0.729-4,-1.207-0.503 0,-0.163 3.284 1,1.929 0.061-1,1.262 0.096 3,0.742 0.110 1,0.358 0.111-2,0.089 0.103-3,-0.398-0.802 1,-0.157-0.296-1,-0.194 0.111 0,-0.203 0.363 5,-0.931 0.332 0,-0.393-0.071 1,-0.402-0.175-5,-0.384-0.232 1,-0.346-0.256 0,-0.300-0.254 0,0.666-1.051 1,0.038-0.540 0,0.120-0.510 0,0.161-0.450 0,-0.994 0.802 0,-0.357 0.244 0,-0.435 0.361 0,-0.458 0.416 0,-0.444 0.425 0,5.241-5.421 2,-3.706 3.888 0,-0.112 0.141-1,-0.351 0.378 1,-0.463 0.488-1,-0.488 0.511-2,-0.550-0.678-1,-0.114-0.561 0,-0.018-0.256 4,0.045-0.044 3,0.081 0.093-4,0.098 0.172-3,0.101 0.208 1,1.308 0.011-2,0.607-0.015 1,0.150-0.068 0,-0.148-0.098 6,-0.323-0.107 0,-0.953 0.591-6,-0.378-0.011 1,-0.364-0.006-1,-0.332-0.003 0,-0.290-0.001 2,-0.242 0.001 0,0.776-0.835 0,0.480 0.268 1,0.605 0.333-1,0.626 0.343 1,-0.822 0.931-1,-0.031-0.081 0,-0.124-0.180 1,-0.177-0.234-1,-0.202-0.255 0,0.192-0.859 0,-0.157-0.420 0,-0.128-0.391-1,-0.101-0.344 1,-0.309 0.328 0,-0.231 0.392 0,-0.242 0.538 0,-0.232 0.595-1,2.531-3.495 2,-0.563 1.669 0,-0.006-0.364 0,0.298-1.359-1,0.641-0.534 0,0.681 1.025 1,0.578 1.400-2,0.403 1.240 1,0.439-2.758-1,-4.032 3.433 4,0.003-0.193-1,-0.233 0.044 1,-0.146-0.098-5,-0.168-0.072 0,-0.170-0.050 1,-0.161-0.033 0,-0.144-0.019 0,0.267-0.517 1,-0.156 0.425-1,2.791-3.952 0,-0.385 1.851 3,2.488 0.806 0,-3.315 2.906 0,0.120-0.419 0,-0.047-0.424-2,-0.340 0.044-1,-0.242 0.064-1,3.460-4.018-1,-0.977 1.008 3,1.667-1.524 1,-3.334 3.810-1,0.635-0.567-1,-0.614 0.682 1,0.183-0.147-1,0.124-0.097 1,0.078-0.056-1,0.042-0.026 1,0.016-0.004-1,-0.175 0.182 0,-0.289 0.293 0,-0.346 0.349 1,-0.363 0.363-1,3.351-3.338 2,-0.565 0.561 2,-0.639 0.631-1,0.253 0.064 0,2.304-0.413 0,-3.539 3.276-3,-0.087 0.002 1,-0.455 0.010-1,2.857-3.445 0,-1.792 0.438 2,1.950 0.063 3,1.686-1.000-3,-4.430 3.328-3,-0.121-0.033 0,-0.175-0.001 0,3.707-3.487 2,-0.928 0.443 0,-0.975 0.661 1,-0.806 0.648 0,-0.376 0.309-1,-0.174 0.156 0,0.403-0.396 0,0.985-0.748 0,0.354 0.957 1,-0.494 2.007-1,1.082 1.419 1,0.450 0.321-1,-1.634-0.653 1,-0.690-2.698 0,-1.235-1.507-2,-0.913 1.711 1,2.563-0.960 0,1.020 2.661 0,-0.352 2.086 2</inkml:trace>
</inkml:ink>
</file>

<file path=ppt/ink/ink5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1:2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6360.000 5424.000 767,'6.212'2.071'0,"-0.176"-0.060"0,-0.122-0.041 0,-0.021-0.007 0,0.000 0.001 0,0.002 0.000 0,0.000 0.000 0,3.041-0.381-13,-1.112-1.276 17,0.200-0.139-2,-0.770 0.996-4,-1.354 1.991 0,-1.141 1.816 1,-0.751 1.256 1,2.546 0.426 0,-0.288-3.814 1,0.613-0.499 1,-0.005-0.510-2,-0.378-0.471-2,-0.569-0.406 1,3.754 4.175-2,-1.635 2.280 9,-1.057 0.383-6,-0.563-1.659-3,-0.227-2.198 2,0.551-1.807 3,0.426-1.348-1,-0.250 1.116 0,-0.091 3.215-1,-0.420 2.874-1,-1.621 0.624 0,-1.829-0.563 0,-1.312-0.977 1,-0.035-1.123 0,1.931 1.350 0,1.576-0.882 1,-0.693-1.873-1,0.506 0.266 0,-0.016-0.189 0,1.683 0.069 0,-0.650-2.511 1,1.713 1.630 1,-3.319 0.554-1,0.401-0.671-1,-0.062 1.951-1,0.881 2.230 1,1.142 0.685 0,0.280-1.783-3,0.134-1.958 2,-0.033-0.601 1,-0.238 0.227 1,-0.748 0.087-2,-0.297 0.326 1,-0.232 0.245 0,0.124 0.435 1,0.142 0.319-1,0.276 0.110 0,1.766 0.304 0,2.247 0.567-2,-4.698-3.225 1,0.035 0.106 0,-0.063 0.089 1,0.711 0.470-2,-0.468-0.502 2,-0.537-0.625 0,3.549 1.239 0,-0.156-1.865 3,2.106-0.072 0,-0.739 0.760-2,-0.248 0.768-3,1.258 0.197 1,-1.520-0.088 3,-2.148-0.177-3,-1.792-0.161-1,1.197-0.401 1,1.298 0.467 5,0.032 0.524-1,2.320 0.476-6,-4.408-2.915 2,0.495-0.392 0,-0.098-0.110 1,-0.252 0.104-1,4.767 2.176 1,-2.545 0.288 0,-1.493-0.865 1,0.594-0.294 0,0.725 0.925 0,0.044 1.000-1,-0.006-0.519-1,-0.023-1.207 1,-0.026-1.204-1,0.995-0.918 0,1.817-0.585 0,-0.979-0.310 4,-1.894-0.124-2,-1.819-0.019-3,0.585 3.795 2,-1.620 2.675 4,0.835-1.895-1,1.309 1.046-4,0.319-0.471 0,0.679-1.305-1,0.485-1.432 1,0.230-1.125 0,-0.462-0.733 0,-0.736-0.391 1,-1.271 1.084 1,-0.837 4.849 2,-1.967 0.402-1,1.683 0.764-3,3.346-1.482-1,2.026-2.069 0,-0.954-0.682 1,-1.302 0.192 0,-1.435 0.419 1,5.263 0.779 0,-5.090-1.833 3,0.017 0.185 0,-0.289 0.161-5,-0.222 0.001-1,-0.597-0.291 1,4.372 1.325 0,-1.561-1.235 4,0.317 0.380 1,1.001 1.050-4,-0.785 0.492 0,-1.023 0.500 0,-1.162 0.283 1,-0.261 0.046 1,1.278 0.340 0,1.455 0.368-2,-0.274-0.072 1,-1.360-0.409-1,-1.404-0.400 1,1.749-1.039 0,1.115-1.265 3,0.272-0.916 0,-0.937 0.193-5,-1.771 0.688 1,-1.365 0.732 0,1.680 2.308 1,1.481 0.566 2,1.134-0.526-1,-4.161-2.841-3,0.428 0.074 1,0.403 0.123 0,-0.360 0.140 0,-0.790 0.139 0,2.667 3.890 0,-1.170-0.912 4,2.039-2.142 0,0.662-1.523-3,0.018-0.188-1,-0.446 0.255 0,-0.523 0.370 0,-1.899 0.383 0,-2.114 0.846 0,-1.747 0.663 4,1.166 1.005 2,1.735-2.758-5,0.521-1.017 0,1.882 0.901-1,0.739 0.479-1,-0.254-0.742 0,0.034-0.681 2,-0.703 0.380 1,-1.144 0.797-1,0.010 0.606 0,1.040 0.063 0,-1.528-0.101 2,-0.813 1.727-2,-4.125 0.031-1,-7.711-8.529 3,1.737-1.727 0,-0.247-0.285-1</inkml:trace>
</inkml:ink>
</file>

<file path=ppt/ink/ink5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1:3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2888.000 6256.000 767,'6.333'0.000'0,"-0.208"0.000"0,0.025 0.000-5,0.340 0.000 5,1.690 0.000-1,-2.125 0.000 0,0.783 0.000 0,-0.005 0.000 0,-0.523 0.000 1,-0.259 0.000 0,2.590 0.000-1,0.123 0.000 1,-2.136 0.000 1,-0.292 0.000-1,2.721 0.000 0,-2.332 0.000 0,0.869 0.000-1,0.735 0.000 0,0.267 0.000-1,-0.553 0.000 1,-0.806 0.000 3,-0.063 0.000 0,0.553 0.000-2,0.561 0.000-1,0.706-0.969-1,-0.659-1.825 1,-0.631-1.419 3,-0.160 0.433-1,-0.368 1.262 0,-1.316 1.127-1,0.557 0.642 0,0.552 0.883 0,-0.677 0.104 0,1.031-0.179 2,-0.565-0.053-1,0.795-0.010-1,1.027 0.000 0,-2.486 0.003 0,0.793 0.001-1,0.481 0.001 1,-0.482 0.000 0,-0.417 0.000 0,-0.448 0.000 0,0.048 0.000-1,0.009 0.000 1,2.764 0.000 1,0.152 0.000-1,-2.306 0.000 0,-0.002 0.000-1,-0.441 0.000 1,2.639 0.000 1,-2.475 0.000-2,-0.029 0.000 1,1.997 0.000 0,-1.437 0.000 0,-0.063 0.000 0,1.611 0.000 1,-1.608 0.000-1,0.261 0.000 0,0.430 0.000 0,-0.831 0.000-1,0.333 0.000 1,1.299 0.000 0,-0.759 0.000 0,-0.890 0.000 0,-0.688 0.000 0,2.873 0.000 0,-0.754 0.000 1,0.734 0.000-1,-2.216 0.000 0,0.122 0.000 0,0.037 0.000-1,1.027 0.000 0,0.059 0.000 1,-1.235 0.000 0,1.277 0.000-1,-1.441 1.472 1,0.307 2.978 1,-1.456-0.446 0,0.115-0.882-1,2.478-0.592 1,-0.457-1.715-1,0.119-0.574-1,0.036 1.920 1,-2.443 0.879-1,0.779 0.675 1,0.649-0.670 0,1.316 0.385 1,0.278 1.291-1,-1.040-0.275-1,-0.579-1.017 1,-0.541-1.226 0,-0.257-0.602 0,0.031 0.131 0,0.141 0.400 0,0.154 0.416-1,0.123 0.324 0,2.196 0.017 0,2.685-0.889 1,0.528-0.331 0,-0.576 0.511 0,-1.020 0.665-1,-0.929 0.554 0,-1.839-0.520 0,-0.785-0.681 0,-0.597-0.760 3,1.376 2.413 2,2.445 0.784-1,0.284-0.227-5,0.113 0.808 0,-4.665-2.347 1,0.271-0.195 0,0.327-0.306 1,0.342-0.359 0,1.101-0.178-1,-0.263-0.462 1,-0.449-0.401-1,-0.522-0.328 1,-0.216-0.281 1,0.442-0.145 0,0.217-0.110 0,0.054-0.080 0,-0.057-0.054 1,-0.128-0.034-3,-0.338-0.019-1,4.854-0.096-1,-1.985 0.024 0,-1.500 0.043 6,-0.141 0.043 0,0.602 0.034-3,0.947 0.022 0,-0.136 0.014-1,-1.027 0.006 1,-0.827 0.001 1,0.389-0.001 0,0.920-0.002-1,1.086-0.001-1,0.846-0.001 1,0.367-0.001-1,0.733 0.000 0,-5.062 0.000 0,0.350 0.000 1,0.329 0.000 0,-0.070 0.000 0,-0.304 0.000 0,-0.419 0.000-1,3.750 0.000 2,-2.077 0.000 1,0.074 0.000 0,-0.057 0.000-2,-0.566 0.000 1,-0.326 0.000-1,0.104 0.000 0,1.517 0.000 2,-0.060 0.000-2,0.581 0.000 0,2.079 0.000-1,-5.216 0.000-1,5.749 0.000 0,-0.415 0.000 0,-1.876 0.000 3,-1.721 0.000 0,-1.258 0.000 0,1.098 0.000 1,-1.395 0.000-1,3.804 0.000 0,0.739 0.000-2,-4.324 0.000 0,1.414 0.000-1,1.446 0.000 1,0.788 0.000-1,0.298 0.000 4,-0.048 0.000-2,1.139 0.000-3,-1.110 0.000 0,-1.293 0.000 0,-1.293 0.000 1,-1.183 0.000 1,2.565 0.000 6,-1.876 0.000 0,-0.033 0.000-2,2.345 0.000 1,1.212 0.000-6,-0.140 0.000 1,0.322 0.000-1,1.301 0.000 1,-5.273 0.000 0,0.242 0.000 0,0.213 0.000 0,-1.238 0.000 1,0.186 0.000 0,0.221 0.000 0,0.231 0.000 0,0.400 0.000 0,-0.387 0.000 1,-0.542 0.000-1,4.516 0.000 0,-1.132-0.217 1,1.192-1.311 2,-0.468-1.632-1,-4.250 0.922-3,0.339-0.317 0,-0.028-0.251-1,-0.261-0.189 4,-0.391-0.136-1,1.543-0.140-1,0.277 0.396-2,-0.160 0.496 1,-0.409 0.511 3,3.493-1.128-1,-1.141-0.801-4,-0.473-0.879 4,1.270-1.100 1,-3.367 2.019-3,-0.042 0.287 0,-0.256 0.460 0,-0.370 0.531 0,4.436-1.486 1,-5.026 1.842 1,0.303-0.201-1,1.335-0.427 0,-0.015 0.233 0,-0.169 0.354-1,-0.761 0.486 1,-0.374 0.349 0,4.816-0.408 2,-1.715 0.331-1,-1.758-0.612 0,-1.361-0.853 0,0.928-2.180-1,-1.792 1.170 0,0.396 0.008 0,0.109 0.350 0,0.321-0.293 0,0.702-0.820-2,0.774-1.010 0,-1.372 1.053 1,-0.020 0.179 1,-0.119 0.359-1,-0.181 0.465 0,-0.001 0.514 1,0.123 0.521-1,0.203 0.497 3,0.248 0.455-1,-0.161 0.188-1,4.610-1.573 0,-2.258-0.872 0,-0.041-1.154 4,1.117-1.085-4,-4.555 2.713-1,0.017-0.182 0,-0.040-0.149 0,0.940-0.525 0,0.083 0.396 0,0.086 0.537 1,0.082 0.588 0,0.072 0.577 0,0.507-0.175 0,0.228-0.503 0,0.229-0.733 0,0.210-0.816 0,-0.143-0.153-1,-0.351 0.273 1,-0.451 0.515-1,-0.479 0.624 1,-0.139 0.679 1,0.237 0.148 1,-0.019 0.042 0,-0.188-0.031-1,-0.291-0.078 1,0.656-0.305-3,0.252-0.437 0,-0.034-0.498-1,-0.225-0.507 2,-0.336-0.483 2,0.695-0.443-3,0.521 0.342-1,0.695 0.564 1,0.756 0.665-2,-1.170 0.797 3,-0.104 0.122 0,-0.245 0.007-1,-0.330-0.074 1,0.293-0.321 0,-0.346-0.026 1,-0.313 0.000 0,-0.270 0.019 0,-0.226 0.029-1,-0.181 0.035 0,0.557-0.203 0,0.350-0.008-1,0.448-0.014 1,0.479-0.017 0,0.464-0.017-1,0.849-0.270 1,-0.074 0.005-1,-0.243 0.020 1,-0.327 0.027-1,-0.349 0.029 2,-0.510-1.228-1,-0.419-0.625 0,-0.386-0.175 2,-0.333 0.117 2,-0.273 0.286-1,-0.213 0.367-5,0.303 0.184 0,0.822-0.117-1,0.994-0.224 1,1.021-0.273 1,0.958-0.282 0,0.842-0.265 0,0.702-0.233 0,0.559-0.195 0,0.425-0.155 0,0.307-0.119-1,-1.220 0.464 1,-0.727 0.119 0,-0.894 0.154-1,-0.941 0.165 1,-0.906 0.162 1,-0.821 0.148 1,-0.708 0.129 0,0.745-0.031 0,0.169 0.101 0,-0.092 0.084 3,-0.252 0.067 4,-0.335 0.052-3,-0.365 0.038-7,-0.356 0.027 0,1.623-0.503 0,0.608-0.197-1,0.225-0.217 4,-0.029-0.211 6,-0.183-0.189-7,0.353 0.536-3,0.458 0.222 0,0.105 0.285 0,-0.127 0.304 7,-0.267 0.293 0,-1.456 0.787-6,-0.067 0.075 0,0.000 0.020 0,0.046-0.020-1,1.377-0.923 4,-1.080 0.092 0,-1.302 0.144-1,-1.325 0.163 1,1.939-3.414 3,0.379 0.170-1,2.129-0.190-3,-4.309 3.583 0,0.019-0.057-1,-0.070-0.050 1,-0.120-0.042 0,-0.140-0.033 0,-0.143-0.024 0,4.042-3.717 0,-1.180 1.865 1,-1.197 2.239 0,3.594-0.053 0,-4.093 0.833 0,0.558-0.748-1,0.087-0.558 1,-0.226-0.394-2,-0.413-0.261-1,-0.506-0.156-1,1.942-0.700 1,0.834 0.116 0,0.506 0.204 5,0.263 0.239 3,-1.045 0.822-9,-0.465 0.413 1,-0.568 0.416 0,-0.593 0.386 0,-0.564 0.339 1,4.066-1.892 1,-1.402 0.707 0,-2.524-0.915 0,0.909-1.555 1,0.542-0.680 1,0.271-0.087 0,0.083 0.282 0,-0.114 0.583-5,0.111 0.427 1,0.113 0.413-1,0.107 0.371 2,-0.870 0.623 2,-0.823 0.374-1,-0.968 0.341 1,2.104-2.868 1,-2.648 0.236 1,0.797-1.544 0,2.261-1.815-4,0.296 0.557 0,0.113 0.432 0,0.317-0.278 1,-3.936 3.697 1,-0.068-0.481-1,-0.063-0.490 0,-0.425 0.489-1,-0.011 0.080 0,0.012 0.175 1,0.025 0.223-1,-0.139 0.474 2,0.184 0.047 0,0.219-0.005 0,0.228-0.040-1,0.220-0.060-1,0.199-0.069 1,-0.134-0.399-1,0.382-0.511 0,0.427-0.257 0,0.437-0.066 1,1.017-1.287 3,-0.508-0.167-2,-0.789-0.134-4,-0.912-0.104 1,-0.139 0.120 1,0.368 0.254 1,0.664 0.321 0,0.622 0.125 1,0.043 0.548 0,-0.150 0.543-1,-0.257 0.497 1,-0.415 0.208-1,-0.893 0.394 0,1.705-3.986 2,-2.507 1.997 1,0.364 1.282 0,4.837 1.180-1,0.813-4.157-2,-4.948 4.535-1,0.153-0.127 0,0.052-0.079 0,-0.020-0.041-3,0.196-0.250 3,-0.123 0.024 1,-0.146 0.047 0,-0.151 0.060 0,-0.209-0.159 0,2.551-4.273 1,-2.250 0.760 0,0.554 1.999 0,1.923 2.111 0,1.299 0.093-1,-2.153-1.259 1,-2.425-1.104 1,-1.367-0.880-2,1.546-0.237 0,2.675 0.120-2,1.195-0.318 1,-1.696-0.114-1,-1.793 1.812 4,0.305 1.498-1,0.562 0.387 1,-0.004-2.470 0,-2.192 0.256-2,2.009 2.221 0,0.984 3.769 1,-2.475-4.727-1,-3.937-1.153 0,3.500-1.264 0,0.762 2.582 0,0.625-1.140-1,-0.040-0.742 0,-0.280-0.420-1,-0.307-0.189 0,-0.085 0.336 0,0.325 0.442 1,0.381 0.441 2,0.282 0.358 1,-0.317 0.769-1,1.592-1.313-1,-0.877 0.771 0,-1.967-0.769 0,-1.108-1.766 2,0.157 2.227-1,1.035 0.001-2,0.052 0.270 1,-0.719 0.063-1,-0.052-2.669 2,-0.130 2.186-1,1.657-0.924 0,0.029 0.880-1,-0.317 0.896 0,-2.837-0.894 1,-1.145-0.132 0,0.000 0.004 1,0.000-1.006 1,0.000-0.220 0,0.000-0.654-3,0.000-0.057-1,0.000-0.089 2,0.000-0.422 0,0.000 2.171 0,0.000-1.005 0,0.000-0.767-1,0.000-0.565 0,0.000 0.057-1,0.000 1.866 1,0.000-0.131 2,0.000-0.290 1,0.000 0.907 0,0.000-1.815 0,0.000 1.122-1,0.000 0.166-2,0.000-0.077-1,0.000 0.227 2,0.000-0.026 0,0.147-0.487 0,0.875 1.042 0,2.454 0.689 0,3.301 3.044 1,-1.817-1.247 0,-5.301-2.887-1,0.285-0.301 1,0.060 0.638-1,0.002-1.458 0,-0.003 0.074-1,-0.003 0.995 0,0.000 0.350 1,0.000 0.077 0,0.000-0.612 1,0.000-0.563-2,0.000 0.246 1,0.000 0.468-1,0.000-0.047 1,0.000-1.135 0,0.547 1.338 1,1.023-0.444-1,0.921-0.230-1,0.631-0.088-1,0.185 0.049 1,-0.740 0.216 0,-0.962 0.211 2,-0.610-1.588 1,-0.819 1.538-1,-0.339-1.887 0,0.075 1.024-1,0.023-0.741 0,0.025 0.541-1,0.019 0.397-2,0.287-0.473 3,1.594 1.292 1,3.716 0.116 1,-2.141 0.114-1,-0.892-0.788-1,-0.907-1.415-1,-0.795-2.270-2,-0.552 1.085 5,-0.288 2.004-3,-0.180-0.694-1,0.014 1.454 2,0.291-0.018 2,2.566-0.325 0,0.845 2.212-2,-0.223-2.240 0,-0.575-2.078 0,-1.131 3.611 1,2.435-3.825-3,0.717 3.199 1,-0.889-0.442 2,-0.938-2.586-2,-1.144-0.106 0,-0.991 2.063 0,-0.596-0.023 1,-0.475 1.420 0,0.079-0.060 1,0.142-0.480 2,0.043-1.321 0,0.014-0.179-5,0.001 0.753 1,-0.002 0.865 1,-0.003-1.319 0,-0.001 0.615 1,0.000 0.281-1,0.000 0.645 1,0.000-1.006-1,0.000 0.495 0,0.000 0.009 0,0.000-0.877 1,0.000-0.516-3,0.000-0.285 1,0.000 0.673 1,0.000 0.772 0,0.000-0.763 0,0.000-0.283 0,0.000 1.152 0,0.000 0.552 0,0.000-2.256 0,0.000 1.223 1,0.000-0.208-1,0.000 0.974-1,0.000-1.239 0,0.000 1.793 1,0.000 0.016 0,0.000-0.619 1,0.000 0.698 1,0.000-0.895-1,0.744 0.719-1,1.440-1.875 0,1.354-1.383-3,0.964 0.892 1,0.880 2.279 0,0.230 2.212 3,0.670-1.967 2,-3.589-0.083-2,-1.418-1.026-1,1.328-0.931 0,3.790 2.481 1,-0.212 1.267-1,1.223-1.185-1,0.149-0.610-1,-0.446-0.370 1,-1.711-0.465 0,-1.872-0.491 1,-1.724 1.381 1,-1.312-0.140-1,-1.176 0.223 0,0.686-0.086 1,0.000-0.695 0,-0.525-0.187 1,-5.176 2.121-1,-2.225 4.083-1,1.524 0.879 0,0.274 0.064-1,-0.680-0.047 0,-0.225-0.095 1,0.015-1.376 0,1.478-2.633 0,-0.761-1.519 0,1.085 1.758 0,-0.843 1.888 0,-0.802 2.113 0,-0.501-0.123 0,0.245-0.274 0,3.016-5.186 1,3.646-0.760 0,-6.099 1.819-1,0.271 2.621 0,0.072-1.597 0,0.415-1.340-1,0.374 0.794 0,-1.019 1.531 1,-0.122-0.181 1,2.477-3.774 0,3.361-1.775-1,0.858 0.247 0,0.041 1.703-1,0.020-2.752 0,-0.113 1.339 0,-0.059-0.111 1,-0.026-1.187 1,-0.007 0.275-1,-1.381 1.416 0,-2.873-0.281 0,0.453 1.893 0,0.704-0.050-1,0.114-3.096 1,0.986 1.922 1,-0.588-0.571-3,-0.606-0.421 1,-0.069 0.329-1,0.772 0.813 1,0.792 0.405 1,0.433-2.439 2,0.954 0.434 0,-0.202 0.092-1,-2.440 0.434-1,-2.257-0.601 0,0.895-0.264-1,-0.526-0.480 2,-0.349 0.159-4,0.911 0.152 1,1.500 0.288 2,1.338 0.763 2,0.917 0.973-1,0.245-0.957 0,-1.170-4.091 0,0.153 5.250-1,-0.354-0.076-1,-0.304 0.056-1,0.036 0.554 1,-1.360-4.070-2,1.087 2.412 2,0.676-0.521 4,1.231 0.430 0,-0.731-1.630 0,-2.221 2.190-2,-0.880 1.693-2,-1.335 1.163 0,-1.808-0.129 0,1.729-0.141 2,2.119-0.696 0,1.733-1.035-1,1.121-0.008 0,0.494-2.985 0,-0.550 0.650-1,-1.532 0.654 0,-1.443 0.948 1,0.071 1.421 0,-0.167-1.230 0,1.811-0.667 1,-2.535 0.217 1,-2.200-1.364-2,-0.582 0.135-2,0.948-0.272-1,1.966-1.122 1,1.896-0.519 2,1.280 1.006 0,0.748 1.158 0,0.215 0.774 1,-0.957 0.893-1,-2.923-1.459 1,-0.946 1.422 0,1.660-0.111 0,1.145 0.139 0,-3.350 1.381 1,0.145 1.037-2,2.025-4.053-1,2.253 0.847 0,0.620-0.198 1,0.365 0.432-1,0.181 0.301 1,0.062 0.123-1,-0.015 0.212 2,-1.189 0.027-1,-2.237-0.463 1,-1.058 1.274-1,-0.783 1.422 0,-0.386 1.501 0,-1.572-1.935 0,4.024-0.784 0,0.960-2.387-1,-0.271-0.946 1,-0.821 0.724-1,-0.530 1.037 0,0.655 0.078 1,0.947-0.593-1,0.894-0.635 1,0.646-1.181-1,0.459 0.194 1,-0.539 1.905 2,-1.426 0.371 0,-1.272 0.275-2,0.002-0.094 0,0.408-0.342 0,-0.640-0.355 0,-0.917-0.292-1,0.308-0.206 1,0.788-0.687-1,1.146-0.148 1,1.133 0.758 0,0.734 0.723 1,0.375-0.017-1,0.185-0.021 1,0.107-0.610 1,-0.075 1.625-3,-1.648-3.013 1,-4.136-2.139 0,2.200 5.183 0,-0.096 0.234-2,0.040 0.447 1,-3.008-3.818-3,1.004 2.375 2,0.979 1.891 2,-1.005-0.452 2,0.756-0.296 0,1.592-2.200 1,-0.258-1.574 0,-0.247-0.271-6,-1.082 0.570 0,-1.916 1.142 1,0.638 1.041 4,1.321 0.697 0,0.287 0.274-3,-0.320 0.093 1,-0.043 0.469 1,-0.266 0.086 0,-0.180 0.068-1,-0.108-0.917 0,1.673-0.066 0,1.477 0.279 1,-1.146-2.060 0,-1.455 0.743-1,1.133 2.303-1,-1.129-2.392 0,1.164 1.642 1,-0.202-0.183-1,-0.071 0.134 0,0.014 0.316 1,0.066 0.400-1,-1.844-3.394 0,1.628-0.104 0,1.558-0.456 2,0.002-0.190-1,-1.282 2.730 3,-0.950 1.455-1,-0.599-0.847-1,-0.258-1.445-2,-0.009-0.666 0,0.431 0.815-1,0.446 1.140 2,0.343 0.989 0,-0.321-2.072 0,2.484 1.598 2,-2.978-1.145 2,-0.173 3.113-4,-1.261-0.821-1,0.486-0.850 0,1.398-1.022 0,1.834-0.011 1,1.133-0.586 1,-0.347-1.075-1,-1.463 2.220 0,-3.635 1.496 1,-1.518 2.521 0,1.928-4.004-3,3.914-1.072 2,-0.289 0.328-1,-1.481 0.783 1,-1.401 0.234 0,-0.524 0.047 0,-0.795-0.784-1,-0.350-0.657 0,1.710 0.704 1,1.687 0.173 1,1.673 0.236-1,-1.040-1.426 1,-2.286 3.697 1,-1.518 2.556 0,-0.024 1.090-3,2.003-4.607 0,-0.420-3.225 3,-0.390-0.061-4,0.054 1.885 0,0.247 2.222 1,-2.936 0.745 2,1.233-0.309 0,2.029-1.107-1,1.188-1.534 0,0.434-1.421-1,0.041-1.015-1,-3.579 0.480 1,-1.366 2.304 3,0.611 2.326 0,1.149 0.428-4,-1.051-3.257 3,3.265 2.250 1,-0.329-0.119-3,0.023 0.236-1,0.194 0.408 0,-4.159-1.784-1,1.698 2.051 4,0.893 1.423 0,-0.360 0.556 0,0.988-1.120 1,0.077-4.020 1,2.090 0.681-3,-0.517-0.322-1,-0.575 1.002 0,-0.593 1.375 1,-1.871-0.143 0,-0.499-1.001 0,0.723-0.518 0,0.210-0.662 0,0.335-0.049-1,-0.031 1.196 1,-0.271 1.100 0,1.220-0.406 0,1.543-0.915 1,-0.160 0.572 0,-1.121 1.115 0,-2.151-0.227-1,-2.161-0.859-2,0.948-0.602 0,1.995-1.082 1,1.395-1.262 2,1.280 0.624 0,0.522 0.917 0,0.100 0.783-2,-3.030 0.815 1,-1.112 0.537 2,0.762 0.360 0,1.305 0.201-4,-0.677-1.330 0,-0.531-1.358 0,-1.555-0.487 4,0.146 1.336 0,-1.134-1.383-4,4.068 2.277 1,-0.145-0.330 1,-1.583-1.251 1,-0.313-0.059-2,-0.248 0.101-2,-0.188 0.188 1,0.878 0.706 1,0.599 0.416 0,0.709 0.426 1,-3.455-2.538-1,2.372 1.177 3,1.743 1.055-1,-1.765 0.282 1,-2.178 0.749 3,1.622-0.899-3,0.771 0.013-3,0.240 0.708 0,0.302 1.000 1,-0.461-0.010 0,0.411-0.763 1,0.328-0.950-1,0.364-0.607 0,0.065-0.494 0,-0.005-0.284-1,0.257 0.795 1,-2.241 0.307 0,0.414 2.574 1,-0.253 1.275 0,-0.836-0.238-1,2.563-2.861 0,0.989-2.886 1,-2.184 2.109 0,0.643 0.521-1,-0.412-0.807-2,-0.114-0.675 0,-0.109-0.600 1,-0.214 0.071 0,0.351 1.405 0,0.381 1.545 2,0.228 0.640 0,-2.055-1.695 0,0.294-1.443-1,1.547 2.078 1,-0.663 0.851-1,-0.177-0.626 0,0.024-1.182-1,1.109 0.432 1,0.173 0.748-1,-3.022-0.065 2,2.207 0.311 0,-0.050-1.250-1,-0.082-1.212-1,-0.491-1.240 0,0.104 0.510 1,0.025 1.483 0,0.258 1.484 1,0.419 0.188-1,0.311-0.527 0,-0.122-0.692 0,-2.048-0.608-1,-2.649-0.437-1,4.421 2.375 1,-0.654-0.154 0,0.269 0.159 0,0.503 0.209 0,-4.277-1.721-1,2.307 0.756 2,1.705 0.519-1,-1.422-0.914 1,-0.753 1.215 0,-0.252 0.868 2,-1.625-0.379 0,-0.860-0.387 1,0.711-0.184-4,0.888-0.224-3,1.240-0.172 1,1.385-0.126 1,1.387-0.087 0,0.156-0.614 4,0.375-0.103 0,-0.026-0.068 2,-0.267-0.041-3,-0.032 0.335-1,0.113 0.532 0,-4.770-1.370 1,2.130 2.267 1,0.726 1.192 0,-0.581 0.532-1,-2.359-0.916 0,-0.169-1.477-1,4.837 0.627-2,-4.155-3.057 0,1.847-0.409 1,1.358 0.508 1,-1.213 1.471 1,-2.533 1.322-2,4.209 1.680 0,-0.936 0.215 1,-0.253 0.219-1,-0.092 0.167 0,0.016 0.120 0,0.083 0.082 1,1.075-0.130 0,-4.770-0.940 0,1.926-1.307 1,1.411-0.958 0,-0.774 0.179 1,-2.581 0.278-1,4.324 1.127-2,-0.456-0.302 1,-0.361-0.337-1,-0.672-0.163 0,-0.178 0.180 0,-0.088 0.305 0,-0.025 0.357 0,0.479 0.371 1,0.625 0.328 0,0.717 0.286 0,-4.480-0.065 1,1.039 0.575 2,-0.198 0.288-2,0.083 0.076 0,0.354-0.015-1,-0.353-0.030-1,-1.146-0.032 0,4.839-0.048 0,-0.333-0.008 1,-0.307-0.006-1,-0.273-0.004 1,0.337-0.004 0,0.472-0.002 0,0.511-0.001 0,-5.034-0.003 2,0.660 0.000 0,0.167 0.001-2,-0.894 0.002-1,4.937 0.001 1,-0.423 0.000 0,-4.962 0.000 0,1.552 0.000 0,1.744 0.000 0,1.032 0.000 1,1.111 0.000 0,-2.866 0.000 2,-1.128 0.000-2,3.811 0.000-2,-0.392 0.000 1,-0.103 0.000-2,0.099 0.000 0,0.229 0.000 0,-0.495 0.000 0,0.628 0.000 2,-4.385 0.000 1,2.258 0.000-1,1.557 0.000 0,0.890 0.000 0,-3.552 0.000-1,0.500 0.000 4,-1.176 0.000 3,-0.352 0.000-9,0.195 0.000 0,0.522 0.000 0,0.705 0.000 0,0.641 0.000 1,0.602 0.000-1,0.531 0.000 1,0.445 0.000 3,0.356 0.000-1,0.272 0.000 1,0.199 0.000-1,-4.797 0.000 1,2.210 0.000 0,1.908 0.000 3,0.316 0.000 1,-3.202 0.000-1,-2.199 0.000-2,4.670 0.000-4,-0.473 0.000 0,-0.035 0.000-1,0.260 0.000 1,0.441 0.000 3,-1.042 0.000 1,0.211 0.000-3,0.117 0.000-2,0.049 0.000 3,1.405 0.239 0,-0.099 0.385 1,-0.162 0.462-1,-0.195 0.486 0,-0.129 0.311 0,0.352 0.047 0,0.482-0.093 0,-4.444 1.253 0,-0.187-0.732 1,-0.214-1.158 2,0.574-0.648-1,-1.752-0.398-4,5.694-0.163 1,0.071-0.032 2,-0.024-0.019 1,0.023-0.009-2,0.010-0.001-2,0.000 0.004 1,-0.006 0.007 0,-0.734 0.330 1,-0.166 0.511-1,-0.167 0.579 1,-0.154 0.574-1,1.140 0.245 1,0.703 0.404 0,-3.134 3.611 0,1.054 0.356 2,-1.300-1.516 1,-0.826-1.762-3,1.201-1.563 0,1.635-1.044 0,-3.757-0.650 0,4.406-0.122 1,-0.435-0.013 0,0.106 0.002 0,0.432 0.010-3,-4.458-0.058-1,2.555 2.740 1,0.037 1.340 5,-0.505-0.229 1,-1.431 0.529-6,0.367 0.994-1,4.296-2.557 4,-0.541 0.020-1,-0.212-0.034 1,0.017-0.067 0,0.164-0.083 0,0.248-0.089-2,-4.914 2.153-3,0.854-0.691 1,0.893-1.241 1,0.047-1.067 8,0.788-0.918-2,0.563-0.513-5,0.326-0.223 0,0.295-0.053 0,0.524 0.022 1,-2.387 0.013 1,0.020 0.085 2,-1.430 0.021-2,0.399 0.011-1,1.014 0.005-3,0.998 0.001 2,0.449-0.001 2,0.031-0.001-1,0.128-0.001 2,0.221 0.000-1,0.495-0.001-1,-2.294 0.000-1,-0.865 0.000 1,0.397 0.000 0,0.721 0.000 0,1.687 0.000-1,-0.455 0.000-1,-1.194 0.000 1,0.008 0.000 5,0.329 0.000-2,0.594 0.000-5,-0.383 0.000 2,-0.071 0.000 1,0.432 0.000 0,-0.973 0.000 0,-0.564 0.000 0,-0.616 0.000-1,0.542 0.000 0,1.009 0.000 1,1.079 0.000 0,-1.523 0.000 2,0.727 0.000-1,1.863 0.000 0,-2.606 0.000 0,1.057 0.000-1,-1.497 0.000 0,1.920 0.000 0,0.401 0.000-1,-1.373-1.051 0,2.597-4.129 2,-0.871-0.081 1,-1.928-1.578-3,0.552-0.337-2,2.332 0.922 1,2.262 1.030 1,1.369-1.059 2,1.758-1.738 0,0.475 0.193 2,-0.098-0.731-2,-0.226 1.413-1,-0.064-3.714 0,-0.038 0.006 0,-0.017 1.372-3,-0.006 1.075 1,0.000 1.642 2,-0.002 0.040 1</inkml:trace>
</inkml:ink>
</file>

<file path=ppt/ink/ink5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0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2696.000 3328.000 767,'-4.323'4.323'0,"-0.107"0.107"0,0.001-0.001 0,1.809 2.363-6,-0.096 0.575 6,-2.548-3.763 0,-2.466 0.787 0,1.364-0.205-2,-0.979-0.320 1,0.175-1.048 0,1.689 0.208 1,0.257 3.458 1,2.409-1.091-1,-0.271-0.048 0,-0.504-0.229-1,-2.209 0.649 0,0.341-3.205 2,-1.233-1.962 0,3.278 6.827 2,-0.096 3.208-3,-0.417-0.194-3,-0.202-1.745 0,-0.105-1.739 1,-0.169-1.162 1,-0.109-0.766 2,0.410-0.063 0,0.186 3.005 1,1.070-1.200 0,-3.052-2.266 0,-1.379-3.602-1,-1.315-0.824-2,2.504 1.812 1,3.105 4.136 0,0.058 0.124 0,-1.022 1.899 0,0.376 0.269-1,0.188-0.252-1,-0.298-0.837 0,-0.495-0.778 2,-0.960-0.037 0,-0.273-0.548 1,-0.083-0.349-1,0.959-0.634 0,0.365 1.546 0,2.424 1.047 2,-0.846 0.112-1,-2.512-0.665-1,0.853-2.180 0,-0.042-0.308 0,-1.835 1.611-2,0.888-0.363 1,2.229 0.336 1,1.861 0.702 1,1.018 1.455 1,-0.321-0.633-2,-4.381-1.969 0,-0.888-2.317 1,2.257 1.861 0,2.398 2.585-1,0.676 0.663-1,0.354-1.579 1,0.202-0.141-2,0.069-0.067 0,-0.212 1.350 2,-0.025 1.332 4,-0.667-0.134-5,-1.269-1.116-1,-1.171-1.322 1,-0.426-1.328 1,-0.486 1.636 0,1.294 0.272 1,-2.995-1.686 1,0.249-0.491-2,1.958 1.861 0,1.995 1.098 0,1.194 0.338-1,0.474-0.469 1,0.061-0.733 0,-0.074-0.264 0,-0.070 0.507 0,-0.045 0.210 0,-0.021-0.313 0,-0.006 0.799 0,0.002-0.073 0,-0.874-1.316 1,-1.703-1.212-1,-1.213-0.818 0,-0.495 1.080 0,2.009 1.932 0,0.842 0.466 0,0.697-0.760-1,0.416 1.218-1,0.375-1.265 2,-0.754-0.197 2,-3.560 0.875-1,0.519-2.511-2,0.598 0.051 1,0.138 3.096 0,2.078-2.608 0,0.598 2.527 0,0.467-0.652-1,0.042-0.083 2,-0.099 0.287 0,-0.031 1.119 0,-0.023-0.724-2,-0.014-0.747-1,-0.007 1.549 0,-0.002 1.748 1,0.000-0.571 1,0.001-1.491-1,0.001-0.087 1,0.001 1.454 2,0.001-1.467 0,0.000-2.096-2,0.000 0.300-2,0.000 0.272 1,0.000-0.890 4,0.000 0.519 1,0.000 0.053-5,0.000 1.262-1,0.000 1.653 3,0.000-0.339-1,0.000-1.212-3,0.000-1.249 2,0.000-0.783 1,0.000 2.259 1,0.000-0.228 0,0.000-0.049 0,0.000 2.042-3,0.000-0.791 1,0.000-1.327 0,0.000-1.435 1,0.000 1.126 0,0.000 2.367 0,0.000-0.936 0,0.000 0.042 1,0.000 1.160-1,0.000-0.816 1,0.000-1.583-1,0.000-0.345 0,0.000 1.796 1,0.000 2.000-1,0.255-5.324-1,0.394 0.211 0,0.450 0.116 0,0.449 0.046 0,0.412-0.001 0,0.019-0.464 1,-0.085-0.301-1,1.256 4.985 0,-1.133-1.519 3,-0.823-0.097 1,-0.612 0.228-4,-0.392 0.323 0,-0.212 0.297 1,-0.088 0.225-1,0.576 0.080 1,1.208-1.659 0,1.179-1.694 1,0.917-0.299 0,0.728 0.962 0,0.496-1.456 1,0.241-1.792-2,0.474 1.319-1,-3.235 1.767 3,-1.961 1.496-1,-0.446 0.704-1,0.482-1.333-2,1.276-0.999 0,1.324-0.916 2,0.410-0.178 0,-0.630 0.516 1,-0.923 0.707-1,-0.402 0.757-1,1.820-0.195 1,2.511-0.904-1,1.912-0.794 0,-0.933-0.892 1,-2.255-0.826 0,-1.404 1.500 2,-1.065 2.892-1,0.314 0.315-2,0.903 2.155-1,-0.189-5.667 2,0.553-0.469-1,-0.001-0.634 0,2.584 2.911 4,-2.197-2.247-1,-1.394 0.237-3,-1.733 0.583 0,0.631 1.328 5,0.846-0.442-2,0.711-1.014-4,3.810 2.348 0,-2.640-3.821 2,0.142-0.039 0,-0.057-0.189 1,-0.177-0.268-2,3.554 4.158-2,-0.989 0.391 1,-0.771 0.609 2,-0.307-0.129 0,0.478-0.251 0,-0.443-0.708 2,-1.554-1.006-1,-1.643-0.891 0,-0.645-0.590 0,1.775 1.824 0,1.719-0.542-1,-0.267-1.632 1,1.256 0.937-2,0.579 0.447 0,0.012-0.005 0,0.200-1.024 0,0.238-2.053 1,-1.152-1.138 2,0.388 0.879 0,0.574 0.719-2,-0.576-0.756-1,-0.726-1.114 1,2.277 0.160 0,-0.391 1.631 0,-2.726-0.336 0,1.126 0.751 0,-0.772-2.102 1,1.376-2.424-1</inkml:trace>
</inkml:ink>
</file>

<file path=ppt/ink/ink5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0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2728.000 3312.000 767,'0.000'6.108'0,"0.000"0.100"0,-5.208-2.626-5,-1.707-0.305 5,3.056 2.724 0,-1.237-1.356-1,-0.742-1.646 0,2.126 2.153 1,1.315 0.440 1,-2.883-1.173-1,-1.383-3.415 0,3.592 4.244 0,1.907 0.876 0,-5.482-2.929 0,0.248-3.978 0,4.238-4.995 0,2.521-0.326 0,-0.298-1.116 0,-0.066-0.523 0,-0.001 0.514 0,0.002-0.012-1,0.002 1.227 0</inkml:trace>
</inkml:ink>
</file>

<file path=ppt/ink/ink5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0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2664.000 3328.000 767,'4.555'-4.555'0,"-0.172"0.172"0,-0.020 0.020 0,2.144 2.278-6,1.027 1.708 6,0.728-0.086-1,-0.185-1.374-1,-0.496-1.690 0,0.725-0.632 2,1.377 0.921-1,0.480 1.300 1,-0.183 0.928-1,0.384 0.551 0,0.370 0.342 0,-1.053 0.188 0,-1.927 0.063 0,-1.676-0.005 3,1.267-0.596-1,-1.206-2.484 1,-0.389-2.016-1,1.552 1.768 1,1.977 0.880-1,-0.510 0.985-1,-0.774 0.663-2,0.139 0.383 1,-0.347 0.248 1,-0.819 0.121 0,-0.489 0.040 0,1.679 0.033 0,-1.878-0.077 1,0.527-0.052 0,-0.606-0.032-1,0.167 0.005 1,-0.052 0.004-1,0.035 0.000 1,-0.293 0.000-1,1.248 0.000 0,-0.414 1.873 0,-2.798 3.651 0,-2.521 1.058 1,-1.421 0.482-2,-0.537-0.399 0,6.900-2.833 2,-0.513-3.288 0,0.691-0.363-1,-0.660 0.275-2,0.183 2.786 1,-5.188 3.578 3,0.482-0.159-1,3.070-1.062-2,-0.220-1.363 1,0.476 0.796-1,0.202 0.670 2,0.362 0.840-2,-0.243 0.227 0,-0.591-0.168-1,-1.024-1.264-1,2.860 4.356 0,-0.462-1.238 2,-0.079-0.880 3,-0.599-1.392 0,-0.538-1.080-1,-0.391-0.704-1,0.819 2.001 1,-2.681-0.004 1,-1.167 0.083 0,1.778 0.155-2,2.197 0.282 0,-0.848-2.125-1,0.257-0.059 0,0.068-0.064 1,0.182 0.162-1,0.896 0.913 0,0.271 0.843 2,-1.732-0.676 0,-1.115 1.326-1,-2.472-1.251 0,-0.942 0.367 1,0.090 0.800 0,2.740 0.455-1,0.926-2.342-1,1.151-0.603 1,0.548-1.570-1,2.461-0.843 2,-1.725 2.135 0,-4.321 5.008 0,-1.443-0.495-1,-0.326-1.008-1,-0.111-1.609 0,0.288 0.898-2,4.228 0.809 3,-0.491-2.694 1,-0.596-0.028 0,-0.207 2.310 0,-0.460-1.829-1,3.931-1.680 2,-1.608 0.785-1,-1.220 2.267-2,0.681 0.146 0,0.647-0.613 0,-1.333-0.356 1,-1.833 0.196 0,-1.266 0.066 0,-0.595-0.207 0,-0.168 0.116 1,0.019 2.017-1,0.834-2.140 0,1.467-0.049 0,1.372-0.259-1,0.476 0.065 1,-1.003-0.324-1,-0.506 2.027 2,2.345-1.994 0,0.743-2.857 0,-1.669 4.841-2,-2.604-0.410 0,-0.681 0.153 1,-0.395 0.021-1,0.907 0.971 0,2.092-0.150 1,1.523-0.738 0,1.055-0.440 1,0.588-0.201-2,-1.147-0.785 0,-1.962-1.130 1,-1.221 1.083 1,1.234 2.518 1,0.862 0.587 0,-0.697 0.195-4,-0.965-0.053-1,-0.886 0.043 3,-0.851-1.322 1,-0.527-1.222-1,1.164 1.454 1,2.856-0.637-1,-0.893-2.750 1,-0.539 0.333-1,-0.704 0.891 0,-0.848 0.732 1,-0.733-0.053-1,0.369-0.084-1,1.399 1.597 0,1.294 1.434 0,-0.093-0.196 0,-0.827-1.055 0,-0.881-0.604 1,-0.857-0.109 0,-0.626-0.469 1,-0.304-0.506 1,-0.119-0.241-2,-0.023 0.131 0,0.023 0.340 1,0.043-1.066-1,0.021 0.449 1,0.016 1.606-1,0.012 1.455-1,0.008 1.739-1,0.003-0.483 0,0.000-2.316 1,-0.001-2.162 1,0.000 0.346 0,-0.002-0.084 1,-0.001 2.150 2,0.000-1.624-1,0.000 1.243-2,0.000 0.972-1,0.000 1.151-2,0.000-0.470 1,0.000-1.851 1,0.000-1.647 2,0.000 0.932 0,0.000 0.441 2,0.000 0.988 0,0.000-2.297-4,0.000 1.638 0,0.000 1.697-1,0.000 1.268 1,0.000-0.497-1,0.000 0.784 4,0.000-5.248-1,0.000 0.372-2,-0.255-0.431 0,-1.493 5.226 0,-1.759-1.666 1,-0.365-1.906 1,0.723-1.216-1,1.040-0.801 2,0.629 3.079 0,1.144-1.421-3,0.101 1.412 0,-0.963 1.120 0,-1.330 0.559 0,-1.206-0.470 0,-2.326-0.906-1,1.903-4.719 1,-0.586 0.169 1,0.052-0.102 0,0.315-0.101 0,-3.059 4.387-1,2.294-0.426 4,2.224-0.746-1,0.868 0.361-2,-0.828 3.429 0,0.407-3.246-1,-0.442-0.337 0,-0.363-0.848 0,-0.285-1.096 0,0.112-0.513 0,0.350-0.107 2,0.469 0.153 0,0.505 0.302 1,-0.381 4.378-2,1.051 1.482 0,0.615-4.972 0,-0.464-0.119-1,-0.628-0.286 1,-0.699-0.380 0,-0.702-0.419-1,-0.599 0.330 1,0.091 0.074-1,0.341 0.207 1,0.476 0.277 0,0.361-0.311 0,0.049-0.130 1,-0.060-0.210-1,-0.128-0.249 0,0.102 0.007 0,0.247 0.176 1,0.325 0.275-1,0.355 0.322 1,-2.385 4.727-2,-2.546-2.405 1,1.891-4.427 0,0.159-0.230 1,-2.419 3.047-1,2.577-0.598 3,1.267 0.536-2,-0.225-0.820-2,-0.957-1.032 2,0.347 1.997 0,-0.413 2.754-2,0.746-4.546 0,-0.455-0.130 1,-0.194-0.240 0,-0.017-0.287 1,-2.166 2.607-4,1.776-0.532 0,1.477-0.128 5,-0.177 0.283 1,-0.968 0.501-2,0.350-0.493-2,1.251-1.229 1,0.746 0.864 0,0.199 0.858 1,-3.856 3.543 1,1.939-4.946-3,-0.372-0.175 0,-0.228-0.373 0,-0.118-0.474-2,-0.039-0.508 1,-0.225-0.176 1,-4.222 3.153-2,0.923-0.813 4,1.558-0.297 2,0.312 1.542 0,-0.292 1.915-4,-0.300-0.828 1,0.146-2.789 0,0.894-2.192 1,0.199-0.353 0,0.141 0.227-1,-3.204 3.668 2,3.821-2.988-2,0.055 0.063 0,0.218-0.121-1,-3.601 3.613 0,0.989-0.813-2,1.450-1.373 1,1.003-0.992 4,-2.777 2.783 0,-1.084 1.029 0,4.046-4.067-2,0.115-0.118 0,-3.457 3.625-3,1.310-0.313 1,0.898 0.313 1,0.625 0.388 1,-0.234-0.273 0,-1.010-0.958 0,-1.089-1.013 0,-0.588-0.852 1,0.349-0.406-1,0.598-0.043 1,0.640-0.091 0,0.651-0.988-1,-1.902-0.447 2,1.076-2.353-1,-4.263-0.680 1,-1.025-0.367-2,0.351-0.125-3,1.233 0.000 0,1.476 0.044 1,1.407 0.052 5,0.079 0.036 1,-0.894 0.021-5,-0.905 0.012 0,0.275 0.005 0,0.997 0.002 0,0.823-0.001 2,0.771-0.001 0,-1.860-0.001-1,0.704-0.001-1,0.162 0.000 1,0.050-0.547 0,0.765-2.171 0,0.700-1.749 2,0.928-1.001-1,2.211-1.268 0,-1.313-1.556 0,-0.530 0.314 0,0.685-1.714-3,1.145-0.338-1,1.043 0.266 1,0.786 0.510 1,0.500 0.390 0,0.272 0.311 0,0.112 0.147 3,0.016 0.652 1,-0.037 0.991-2,-0.044-0.977-1,-0.037-4.483 2,-0.028 5.314-2,-0.004-0.223-1,-0.003 0.335-1,-0.002 0.593 0,-0.003-4.021-1,0.000 2.706 4,1.389-0.193 1,5.425 3.903 3</inkml:trace>
</inkml:ink>
</file>

<file path=ppt/ink/ink5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1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2472.000 2736.000 767</inkml:trace>
</inkml:ink>
</file>

<file path=ppt/ink/ink5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1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2392.000 2784.000 767,'0.000'6.253'0,"0.000"-0.209"0,-6.326-1.858-5,-0.023 0.422 5,-0.805 3.503-3,-0.239 1.116 0,3.540-4.424 1,-1.063 1.120 1,-0.549 0.404 0,-0.558 0.393 0,-0.513 0.352 0,0.106 0.019 0,0.270 0.031 0,0.419-0.043 0,0.474-0.084 0,0.467-0.103 1,-0.460-0.836 0,-0.371-0.418 0,-0.058-0.447 0,0.146-0.433 5,0.266-0.392-1,-0.564 0.458-5,-0.215 0.295-1,-0.303 0.436 0,-0.329 0.481 1,0.603-0.430 1,0.402-0.282-1,0.518-0.415 1,0.551-0.465 0,-3.085 3.098 0,1.839-1.458 1,2.040-0.580 0,0.320 2.453 3,-0.159-2.616 1,-0.429 0.688-5,-0.875-0.577-1,-0.945-0.936-1,-0.843 1.505 3,-0.416 1.926-2,-0.213-0.429-1,-0.916-0.569 1,0.978-0.005 1,2.108-0.124 1,-0.779-0.133 1,-2.036-0.111-3,-0.269 0.202 0,2.050 0.369 0,0.096 0.363 3,-2.493 0.267-1,3.285-3.631-2,-0.146 0.014 1,0.045-0.006-1,0.157-0.017 0,0.757-0.208 1,-2.419 3.916 0,2.193-0.724 1,-0.311-0.572 1,0.319 0.130 0,-0.274-0.974-3,-1.313-0.830 0,-1.875 0.762 2,1.347-0.063-2,1.327 0.767 0,0.074 0.665 1,-1.833 0.497 1,1.819-2.680-2,-0.263 0.011 0,-0.021-0.061 0,0.130-0.101 0,0.882-0.696 1,-3.837 3.364-1,1.203-0.766 1,0.961-0.426 1,0.654 0.646 0,0.381 1.096-1,-0.100 1.313-1,-0.661 0.563 0,-0.291-0.729 1,0.031-1.015 1,-0.101-0.614-1,0.011-0.510 0,0.290-0.599 0,0.313-0.465 1,0.933-0.263 0,1.396 0.088-1,1.067 0.343 2,-0.530 0.602 0,-1.131 0.719-2,0.217 0.583-1,0.829 0.127 0,-0.282-0.295 1,-0.823-0.436 0,-0.413 1.535-1,-0.067-0.548 2,0.132-2.103 0,-1.776-0.639-1,2.050 1.940-1,1.473 0.674 0,-2.083 1.681 1,0.417 0.390 2,1.280-0.115-4,1.445-1.579-1,0.806-0.271 1,-0.014 0.010 5,-0.771-1.093 0,-0.959-1.048-2,-0.627-0.733-1,0.386 0.152-1,0.749 0.699 2,0.827 0.250 0,0.689-0.238-1,-0.361 2.760 0,-1.358-0.853-1,-1.168 2.271-1,0.211 0.375 1,1.691-4.377 0,0.326-0.310 1,-0.430 4.990 1,0.981-1.690 0,0.490 0.795-1,0.276 1.120-2,0.067-5.278 1,0.021 0.248 1,0.073 5.022-2,-0.021-2.230 1,-0.036-2.008 3,-0.034 1.188 1,-0.022 0.565 0,-0.014-0.721 0,-0.191-1.275-5,-2.273-0.271 0,-2.862-2.178 4,1.713 2.586 0,1.143 1.263-2,1.024-0.167-2,0.704-0.287 0,0.463 0.645 2,0.255 1.945-1,-0.232-4.356 1,-0.445 0.032 0,-0.528-0.132-1,-2.748 5.721 0,-0.147-0.864 1,1.296-0.830 1,1.172 1.396 0,0.767 0.168 0,0.523-0.688-3,0.304-0.916 0,0.146-1.109 3,0.043-1.028 0,-0.016-0.291 0,-0.028 1.098-1,-0.384 2.575 0,-0.582-4.289-1,-0.610 0.413 1,-0.592 0.312-1,0.155-1.135 0,0.043-0.229 0,0.154-0.299 0,-1.054 5.231 0,0.958 0.433 5,1.229-5.389-4,0.146 0.710 0,0.172-0.390-1,0.075 4.782 0,0.251-2.390 1,0.060-1.104 2,0.004 2.398-2,-0.064-4.010 0,-0.356 2.082-1,-0.550 0.497 0,-0.612 0.230 1,-0.595 0.048-1,-0.176-0.066 0,0.093-0.129 0,0.248-0.156 1,0.319-0.158-1,0.479-1.572 2,0.230-0.289-1,0.208-0.279 0,0.181-0.255 0,-0.058 5.531 1,0.246-3.815-1,-0.181 0.317 0,-0.245-0.182 1,-0.262-0.468 2,-0.249-0.599-1,-0.219-0.624-3,-1.955 4.647-2,1.604-4.551 1,0.471-0.563 0,0.191 0.177 4,0.203 0.013 2,-0.362 5.702-1,0.620-0.726-6,0.414-0.729 0,0.234-0.566 2,0.105-0.371 1,-0.020-2.819 1,0.000 1.063-1,-0.005 0.694 2,-0.007 0.407 2,-0.012-1.026-4,-0.006-0.045-2,-0.006-0.107-1,-0.005-0.142 1,-0.004-0.156 1,-0.003 0.767 1,-0.004-0.711 0,-0.002-0.785 0,-0.003 4.288 1,0.613-0.090 3,1.259 1.306 0,-0.443-5.848-3,0.294-0.009-3,0.221 0.274 1,-0.081-0.283-1,-0.189-0.338 0,1.294 5.007 1,0.874-1.056 4,0.935-1.159-2,-0.675-0.694-1,-1.248 0.700 1,-1.150 2.470 0,-0.527 0.792 0,1.182-0.382-4,1.533-1.343 1,1.257 0.192 3,-2.096-4.633-2,0.370 0.916 1,-0.232 0.088-1,-0.383-0.044 0,-0.452-0.125 0,-0.463-0.168 1,-0.436-0.183 0,0.359 4.953 0,-1.056-1.943 0,-0.612-1.706 2,0.520-0.683 1,1.475-0.934-1,1.424-0.488-1,1.312 2.065 0,-1.768 0.739 0,0.527 0.159-1,-0.125-2.796-1,0.245 1.104 0,-0.828 1.831 0,-0.844 1.916 0,-0.041 0.305 1,0.356-0.955-1,0.440-1.056-1,0.355-0.816 1,-0.182-2.566 0,0.534 0.688 0,0.006 0.238 3,-0.313-0.055 4,1.930 3.469-8,0.386-0.593 0,-2.176-3.900 2,2.162 3.920 1,-2.023-1.596 0,-1.359 0.368 0,0.912 3.127 0,-0.899-5.266 0,2.146 4.004-3,0.604 0.193-1,0.352 0.246 2,0.168 0.218 0,0.051 0.159 0,-0.011 0.101 1,-2.656-4.593 0,-0.366 0.093 0,-0.424 0.081 0,-0.428 0.066-1,-0.396 0.051 2,0.311 0.555-1,0.711 0.723 0,0.911 0.807 1,0.960 0.794-3,0.485 0.517 1,-0.234-0.462 0,-0.530-0.747 0,-0.661-0.853 0,-0.557-1.391 1,-0.069-0.612 2,2.810 4.214 1,0.970 0.041 0,-3.054-4.803-2,0.030 0.196-1,0.010 0.214-1,1.686 3.662 1,-1.380-0.928-1,-1.365-1.020 1,3.033 2.927 3,-1.572-4.491-2,0.424 0.060 0,-0.440-0.644-1,-0.238-0.113-1,2.288 4.559-2,-1.147-0.230 2,0.215 1.329 3,-1.723-3.937-3,0.124-0.124 1,0.078-0.327-1,0.043-0.433 0,0.018-0.469 1,2.104 3.366 0,-1.437-1.155 0,-1.163-0.475 2,0.165-0.246 1,0.813-0.324-3,0.387 1.291 0,-1.086 1.648 0,-1.050 0.647-1,0.702-0.568 0,1.776 0.172 1,1.824-0.107 0,0.498-1.217-1,-0.196-1.145 1,0.053-0.428 0,-0.692-0.306 0,-1.613-0.419 0,-1.640-0.338 1,-0.781 2.719 2,0.057 0.763-2,0.459-0.856-1,0.525-1.345-1,0.712-0.909-1,0.423-0.896 1,0.261-0.513 2,-0.229-0.240-1,-1.013 0.974 1,-1.026 1.618-1,-0.716 1.271 0,0.559 0.216-1,1.147-0.313 0,1.549-0.343 1,0.137-2.685 0,1.848-1.651 1,0.891-2.355 1,-1.861 1.455-1,0.509 2.364-1,-1.558 1.650 0,-2.529 0.467 0,0.937-0.545 1,4.135-3.913 0,-0.199-2.280 0,0.306-0.359-2,-1.039 3.106 0,-4.564 3.339 2,2.598-1.318 0,2.213-4.354-1,-1.812-4.524 0,-4.979-2.781 0,0.168-1.100 0,0.078 0.727 0,0.000 0.844 0</inkml:trace>
</inkml:ink>
</file>

<file path=ppt/ink/ink5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2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2376.000 2848.000 767,'6.027'0.000'0,"0.105"0.000"0,-2.386 6.980-6,-3.636-0.771 5,0.091 0.820 0,1.884 0.845 0,4.013-3.655 2,-1.487 3.360 1,-2.731-0.816-1,-0.871-0.187-3,-0.602-0.461 1,-0.304 0.704-1,-0.151 0.819 2,-0.055 0.607-1,0.000-0.641 0,0.025-1.268 1,0.013 1.060 0,0.044-1.027 1,0.021 1.009 0,0.006 0.594 1,-0.001 0.236-1,-0.002 0.284-2,-0.001 0.655 1,0.000-2.685 0,0.000 0.042 0,0.000 2.640-2,0.000 0.503 3,0.000-1.293 0,0.000-1.693-3,0.000 0.169 0,0.000 2.315 3,0.000-0.662 2,0.000-1.488-4,0.000 1.781-2,0.000-2.188 3,0.000 0.979 0,0.000 0.487 0,0.000-0.682 0,0.000-0.948 0,0.000 1.684 1,0.000-0.734 0,0.000-0.051-1,0.000-0.308 1,0.000-0.072-1,-1.835 1.020 0,-1.296-2.609 0,-0.908-0.063 0,0.648-0.220 0,0.440 2.167 0,1.967-0.530 0,0.981 0.052 0,0.264-0.368 1,-3.749-0.487 0,-3.693-4.290 0,2.588 4.507-1,3.600 1.277 0,0.915 1.503-1,0.247-0.241 1,-0.026-0.927-2,-1.613-0.631 1,-2.877-0.262 2,-1.198-0.084-1,2.085-0.333 1,2.155-0.288-1,1.109-0.007 0,0.338 0.353 0,-1.250 0.663 1,-0.581-1.275-1,-0.265 0.928-2,-0.050 0.522 1,0.095 0.219 0,0.186 0.004-1,0.042 0.816 0,0.335-0.669 0,0.321-0.794 0,0.284-0.803 0,-0.063 3.506 4,0.531-2.419 2,0.309 1.516-1,0.181-0.039-1,-0.059-0.215-3,-0.091 0.090 1,-0.054-2.210 0,-0.014 2.400-1,-0.004 1.762 3,0.000-0.495-2,0.000-1.806-1,0.001-1.916 0,0.000 0.469 1,0.001 0.089 1,0.000-0.307 1,0.000-0.126 1,0.000-12.606-1,0.000 0.119 0</inkml:trace>
</inkml:ink>
</file>

<file path=ppt/ink/ink5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2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2200.000 5408.000 767,'0.000'-6.113'0,"0.000"-0.147"0,0.000-0.895-5,0.000 0.187 5,0.000-1.669-1,0.000 2.462 0,0.000-0.625 0,0.000-1.060 1,0.000 0.820 0,0.000 0.976-1,0.000-1.194 1,0.000-0.478 0,0.000 0.346 1,0.000-0.709-1,0.000 1.633 0,0.000-0.771 0,0.000 0.101 0,0.000-1.255 0,0.000 0.859-1,0.682 1.360 1,5.180 4.352 2,0.564 1.761-1,-3.898-6.062 0,-1.874-2.238-1,-0.351-0.347-2,2.328 2.781 0,2.989 3.216 3,0.591 0.782 0,0.343-1.674-2,-1.347-1.026 0,-1.489-2.009 0,-0.455-0.845 3,0.785-0.404-2,0.088 0.439-2,-0.991 1.288 0,-0.521-0.875 2,-1.513 0.280 2,5.158 2.530 0,-0.997 1.307-1,-1.762-3.894-1,-2.858-0.047 0,-0.974 0.126-1,0.189 0.151 1,0.136-0.215 0,0.001 0.029 0,-0.003 0.034 1,-0.001 0.318-2,-0.001-0.998 1,0.000 0.105 0,0.000 0.488 1,0.000-1.037-1,-4.831 0.480 0,0.771 1.724 1,0.393-2.797-3,1.374-2.854 0,1.293 5.368 1,-0.283 0.024 1,-2.512-5.322-2,1.115 5.778 2,-3.800-4.540 0,-0.099 1.737 0,1.592 1.385 0,1.463 0.379 1,0.435-0.331-1,-0.461 0.187 1,-0.460 0.389-1,0.627 0.272 1,0.896-0.082-1,0.801-0.697 0,0.873 0.353 0,0.528-2.191 1,0.408 0.962-1,0.065-0.145 0,-0.051 0.385 0,-0.073 1.068 0,-0.045-1.449 0,-0.021-0.005 0,-0.001-1.041 1,0.002-0.131-2,0.002 2.841 0,0.000-0.083 1,0.001 0.129 0,0.000-0.490 0,0.000-1.694 1,0.000 0.299 0,0.255-0.615-2,1.493-2.397 1,1.759 0.158-1,1.405 0.327-2,0.620 0.175 1,0.183-0.031 2,-1.200 1.506-1,-1.300 1.029 1,-1.268 0.985 1,-0.751-1.996 3,-1.051-0.388-2,-0.310 2.033-1,-0.022-0.215-2,0.039-0.975 0,0.046-1.533 0,0.672-1.621-1,1.262 0.187 1,1.179 0.613 0,0.626 0.904 0,-0.544 1.400 0,-0.932 1.239 2,-0.688 1.016 1,0.662 0.439 0,1.234-0.020-1,0.571-0.258-1,-0.741 0.139 1,-1.059 0.178-1,-0.626-2.558 1,-1.146-0.652 0,-0.421 2.529-1,-0.075-0.096 0,-0.010-0.525-1,0.037 0.135 0,0.278-0.084 2,1.392-0.993-1,1.554-1.106-1,1.182-0.387-1,0.717 2.185 1,0.349 2.803 1,2.165 1.751 1,-1.396 2.491 1,0.358 1.030-1,-0.477-0.873-1,0.421 0.010 1,-0.008 0.005 1,0.157 0.000-1,-0.411 0.000-2,-0.109 0.171 1,-3.644 7.337 0,-2.178-0.758 1,-0.263 0.088-3,-0.063-0.340 1,0.014 0.367 0,0.028 1.576 2,0.027-1.644-1,0.007 0.313 0,0.004-0.035-1,0.001 0.437 1,0.000 2.372 0,0.000 1.254-2,0.000 0.117 0,-0.001 0.800 1,0.000-5.267 0,0.000 0.067 0,0.000 0.009 0,0.000-0.028 0,0.000-0.050 1,0.000-0.595 0,0.000-0.021 0,0.000 0.000 1,0.000 0.014-1,0.000 0.023 0,0.000-0.121 0,0.000 4.932 0,0.000-1.793 0,0.000-1.333 2,0.000-0.869 0,0.000-0.620-1,0.000 0.569 1,0.000 0.270-1,0.000-0.109-1,0.000-0.540 1,0.000-0.547-1,0.000 2.291-1,0.000 1.454 2,0.000 0.030-1,0.000 0.565-3,0.000 0.801 1,0.000 0.347 1,0.000-0.834-1,0.000-0.997 2,0.000-0.816 0,0.000-1.182 0,0.000-1.138 0,0.000 1.622 3,0.000 4.159 1,0.000-4.882-5,0.000-0.019 0,0.000-0.376 1,0.000-0.652-1,0.000 0.034-1,0.000 0.136 0,0.000 0.191 2,0.000 0.248 0,0.000-0.302 0,0.000-0.409 0,0.000 5.003 1,0.000-1.518 1,0.000-1.219-1,0.000-1.252-1,0.000-0.965 1,0.000 0.904-1,0.000 3.064 1,0.000 0.037 1,0.000-0.654-5,0.000-0.782 2,1.253-0.544 2,2.332-0.306 0,0.825-0.761-1,-0.925-1.200 0,-0.645 1.244 0,0.657 1.086 1,0.559-0.541-1,-0.411 0.167 0,-1.125-0.869-1,-0.827 0.060-1,-0.581 2.287 3,-0.736-0.312 0,0.168-1.729-1,0.905-1.207 0,2.490 1.303 0,0.765-1.001 0,-1.360 2.102 1,-2.105-1.081 0,-0.723-0.292-2,-0.354-0.461 0,0.049 0.136 1,1.267 0.124 0,1.912 0.770 0,1.542 1.084-1,0.703 0.670 0,0.038 0.298-1,-1.057-0.549 0,-1.396-0.828 0,-0.496-0.354 4,0.283-1.130 1,0.665-0.879-2,-0.037-0.219-1,-0.874 0.382 2,1.376 1.200-1,0.399-3.579 0,0.043 0.586 0,-1.219 0.771-1,0.136 0.478-1,0.824 0.385 0,0.672-0.555 0,-0.059-1.796 1,1.951-1.120 0,-0.459-2.172 1,-0.292-0.786 0,1.688-0.307-1,-2.015-1.821 0,0.534-2.438 0,-1.450 0.754-1,0.983-0.242 0,0.905-0.038 0,0.658 0.055 0,-0.139-0.748 0,-2.264-0.725 0,-2.213-0.649 2,-1.589-0.444-1,0.428-0.029 0,3.410-0.329 3,1.287-0.719-1,0.105-0.591-5,-0.419 0.170 1,-0.833 1.301-1,-0.738 1.366 3,-0.520 1.057 1,1.013-1.589 1,-2.267-1.087 0,-0.178 1.286 0,2.614 2.003 0,0.067-1.448-2,-2.255-3.118-1,-2.057 1.461 0,-0.567 0.136-1,-0.312 0.874 2,-0.191-1.473 0,0.074 0.843 1,0.024-2.063 0,0.027-0.794 1,0.023-0.058-5,0.017 0.274 2,0.011 0.814 0,0.006 0.642 2,0.002 0.538-1,0.000 0.512 0,0.000 0.200 1,-0.001 0.501-1,-0.255-2.521 1,-1.495 2.783-1,-1.759-0.139 0,-1.765-0.482-1,-2.039-1.272 0,3.010 3.411 0,-0.337-0.268 0,-0.230-0.393 0,0.125-0.175 0,0.242-0.122 0,0.296-0.078 0,0.307-0.045 0,0.290-0.021 1,0.310-0.735 0,-0.028-0.578 0,-0.104-0.224 0,-0.147 0.023 2,-0.165 0.181 2,-0.165 0.271-6,-0.154 0.312 0,-0.401-0.515 0,0.148-0.050 0,0.229-0.134 0,0.260-0.175 1,0.257-0.185 1,0.234-0.176 0,0.108-0.398 0,0.178-0.115 0,0.142-0.074 1,0.106-0.043-1,0.077-0.020-1,0.051-0.004 1,0.052 0.976 0,-0.228 0.659 0,-0.278 0.740 0,-0.288 0.733 0,-4.196-3.058 2,-0.850 1.945-1,0.771 2.262 1,1.633 1.973-1,-0.572 1.188 2</inkml:trace>
</inkml:ink>
</file>

<file path=ppt/ink/ink5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2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2360.000 3472.000 767,'0.000'6.021'0,"0.000"0.215"0,0.000 0.492-5,0.000 0.256 5,0.000 1.924-1,0.000-2.476 0,0.000 0.133 0,0.000 0.074 0,0.000 0.314 1,0.000 0.022 0,0.000-0.254 0,0.000-0.050 0,0.000 0.524-1,0.000 1.195 1,0.000-2.330 1,1.338 0.706-1,4.440-4.880 2,0.695 1.395 0,-4.168 2.264-2,0.479 0.083-1,3.674-3.830 1,1.598-3.445-1,-2.039-0.911 0,1.510-0.983 0,-0.445-0.449 0,-1.780-0.221-1,-0.952-2.153 3,-2.149-0.191 0,2.163-1.188 0,-0.161 2.777-1,2.635 0.025 0,-0.138 2.827 0,-2.394-2.470 2,0.235-3.553-1,0.276-2.074-3,-0.491-0.469-1,-1.115 0.307 0,-0.496 1.828 2,0.579 2.419 3,1.093 1.780 1,1.288-2.441-1,-0.766 0.959-1,2.168 1.717-1,-2.120-0.551 0,-2.905-2.594 0,-1.675-2.041 0,-0.371-0.667-1,-0.141 0.710-1,-0.018 1.033-1,0.035 1.109 1,0.042 1.091 1,0.023-1.739 3,0.039 0.680 1,0.013-0.761-1,0.000-0.121-1,-0.002-0.186-1,-0.002 2.119 0,0.000-1.570 0,-0.001 1.451 0,0.000-1.617 0,0.000-1.735 1,0.000 1.661-1,0.000-0.781-1,0.000-0.855-1,0.000-0.644 1,0.789 0.712 0,1.499 1.238 0,1.372 1.216 1,-0.162 0.734 1,-0.727-0.958 0,-0.925-1.184-2,-0.187-0.552 1,0.581 0.903 0,0.789 1.181 0,0.519 1.016 0,0.654-1.671 0,-2.042 0.685 2,-1.463-0.068-1,0.100-2.718 0,1.316 0.838-1,1.465-1.943-2,0.105-0.317-1,-0.884 1.137 1,-0.375 4.247 2,0.795-0.367 1,0.508-0.029 0,0.286 0.188 0,0.124 0.314 0,-0.521 0.556-2,2.468-5.082-2,-1.839-0.568 1,-1.668-0.005 3,-1.306 1.166-1,-0.841 1.375 1,0.310 0.880 1,1.370 0.652-1,1.630 0.182 0,1.391 0.003 0,0.842 0.044-1,-0.395-0.003-1,-1.478-0.022 0,-1.410-0.469 2,0.298-1.027 1,1.479 0.315-2,1.676 0.049-1,0.932-0.012 0,-1.105 0.544 0,-2.051 0.904 0,-0.215-2.674 2,0.485-0.085 1,0.150-0.894-2,0.681 1.529-2,1.115 2.028 1,1.026 0.594 2,0.399-0.332-1,-1.445-0.376 0,-2.169-0.144 0,-1.269 0.936 1,0.723-0.540-1,1.578-0.772 1,0.221 1.667-1,2.192 0.887 0,-0.813 2.872 0,-0.334 1.631 1,0.109 0.224-1,-0.175 0.173 1,-5.106 5.544 0,-0.806 2.565 1,-0.238-2.609-4,-0.043-0.168 1,-0.014 0.169 0,-0.006 1.564 1,0.010 0.233 0,0.013-1.380 0,0.007-0.105 0,0.004-0.069 0,0.003-0.039 0,0.001-0.017 0,0.000 1.438 0,0.000 0.153 0,0.000-0.289 0,0.000 0.100 0,-0.001-1.005 0,0.000 0.264 0,-1.578 3.629 0,-0.327-3.927 0,0.072-0.796-1,-0.043 0.058 0,0.083-0.081 0,-1.327 5.663-1,0.890-0.778 2,0.688-1.320 0,-0.815-0.982 0,-1.374-0.211 1,-0.090-0.056-1,0.949-0.594 1,0.981-0.421-1,0.646 1.089 1,0.663 0.554-1,0.472-0.829 0,-0.593-1.487 0,-1.517-0.294 0,-1.519 1.308 1,-0.008 2.397-1,1.000-0.872 0,1.085-1.830-1,0.656 0.509-1,-0.160-1.475 1,-1.892-0.048 4,-0.727-0.858 1,0.485-0.038-4,0.868 1.729-1,0.958 3.418 1,0.790 0.212-1,0.486-1.632-1,0.311-1.386 0</inkml:trace>
</inkml:ink>
</file>

<file path=ppt/ink/ink5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3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3256.000 2256.000 767,'-3.037'6.074'0,"0.069"-0.136"0,0.057-0.115 0,0.003-0.006 0,-0.001 0.002 0,0.090-0.179-10,-0.997 1.992 9,-1.844 3.687 1,2.324-4.647 0,-0.250 0.501-1,0.614-0.963 0,0.280-0.137 0,0.363-0.228 0,-1.596 5.214-1,-0.397-2.723 4,-0.727-2.222 1,-0.744 1.792 0,-1.979 2.275-3,2.874-3.738-2,0.121 0.151-1,0.429-0.153 3,0.595-0.336-1,-1.362 0.162 1,-0.497-0.472-2,-0.156-0.445 4,0.063-0.389 1,0.539-0.442-2,0.434-0.150-3,0.470-0.076 0,-2.950 4.253 1,1.370 0.112 1,-0.236 0.546-1,2.383-4.164 1,-0.514 0.297 0,-0.496 0.271 0,-0.326-0.100 0,-0.247-0.264-1,-0.160-0.368 1,-0.092-0.405 0,-0.042-0.396 0,-0.008-0.360 0,-3.872 2.914-1,1.160 0.671 1,1.130 1.001 1,2.499-3.604-1,-0.509-0.037 1,-0.181-0.131-1,0.043-0.182 4,0.183-0.201-2,0.437-0.067-3,0.165 0.353-1,0.143 0.469 1,0.120 0.515-1,0.108 0.035 2,0.165-0.384 0,-3.520 3.184 0,0.643-2.663 2,0.622-1.319 0,0.422-0.321-1,-1.352 1.721-1,2.216-1.275 0,-0.139 0.284 0,0.146-0.021 0,0.310-0.208 0,-3.470 3.492-2,0.705-0.543-1,-1.167 1.230 2,3.728-3.747 1,-0.277 0.276 0,-0.192 0.190 0,-0.125 0.120 0,-0.072 0.067 0,-0.033 0.028 0,-0.005 0.001-1,0.552-0.556 0,0.271-0.273 1,0.312-0.314-1,-3.474 3.474 0,0.869-0.873 4,1.058-1.060 0,1.147-1.147-2,-1.079 1.079 0,0.640-0.638 0,0.780-0.779-1,-0.559 0.559 1,-0.246 0.245 0,0.701-0.700 0,0.112-0.112-3,0.159-0.159 0,-3.769 3.769 0,1.447-0.668 3,2.078-0.508-1,1.810 0.070 2,1.513 0.080 1,0.968-0.300-3,-0.729-0.148 0,-2.087 0.371 1,-2.072-0.743-1,-1.534-1.887 0,0.939-1.298 0,-0.416 2.362 1,1.311 2.111-1,0.920-1.688 0,-0.416 0.751-1,1.097-0.436 1,0.670 2.019 0,-2.805-2.557 1,-2.196-0.221 1,-0.023 0.207-4,1.847 0.474 0,1.901 0.647 7,1.275 0.386-8,3.072-13.338 6,-0.512-2.666-1,0.017 1.073-4,0.000-0.984-1,0.000 0.025 1,0.171 0.998 0,2.148-0.018 0,2.917 3.995 4,1.096 2.831 2</inkml:trace>
</inkml:ink>
</file>

<file path=ppt/ink/ink5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3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2728.000 2832.000 767,'0.000'-6.033'0,"0.000"-0.149"0,2.544 0.286-5,1.692 1.363 4,1.234-1.087 0,0.763-0.670 0,-0.324-0.368-1,-1.678 0.261 0,-1.718 0.369 3,-1.049-2.206 0,-0.928-0.849 0,1.838 1.705 0,2.519-0.776-3,2.070-0.555 0,0.087 0.159 0,-1.846 0.936 0,-2.073 0.957 3,-1.294-1.389 3,-1.564 0.397-3,0.257 0.049 1,1.320 0.079-2,1.363 1.808 0,1.458-0.764-1,-0.583-0.770 2,1.623 2.076 0,1.205 2.591-1,-0.690 2.104-1,0.156 1.006 1,-0.316-0.543 0,-4.553-6.125 1,-1.518-0.183 0,0.007 0.101 0,0.000-1.051-1,0.000 0.192-1,0.000 1.037 0,0.000-0.309 0,0.000-0.095 0,0.000-0.002 0,0.000-0.423 0,0.000-0.460 2,0.000-0.118 1,0.000-0.520-3,0.000-0.440 1,0.000-0.011 0,0.000-0.541-1,0.000 2.771 1,0.000-0.119-1,0.000-0.069 0,0.000-1.000 0,0.000-1.834 0,0.196-0.936 2,1.168 0.900-1,1.416 1.134 0,1.154 0.981 0,0.641 0.017 0,0.262-0.471-1,0.044-0.560 1,-0.426-0.733-1,-1.452 0.375 0,-1.343 0.510 2,-0.948 0.427-1,-0.342 0.996 0,2.242 0.121 2,3.904 2.283 1,-0.537 0.782 0,0.163-0.856-4,-1.321-0.557 0,-1.628-0.386 0,-1.114-0.458 1,0.529-0.488 1,1.189-0.175-2,0.276 0.858 1,0.683 0.590 0,-4.113 10.865 3,-0.631 0.251 0,5.697-3.654-3,2.553-2.503-1,-0.397 0.151 0,-1.619 3.300 0,-0.220 2.714 1,1.354-1.649 0,-2.131-1.340 0,0.181 0.590-1,0.816 1.249 0,0.134 0.664-1,-0.105 0.057 2,-0.312-1.285 0,-0.226-1.553 0,2.719-0.875 1,-0.680-1.753-1,-0.742-0.601 1,-0.250-0.101-1,-0.715 0.183 0,0.791 0.163 0,-0.482-0.010 1,0.459-0.005-1,-0.769-0.001 1,0.537 0.000-2,-0.181 0.000 1,0.959 0.000 0,-0.912-0.238 1,-2.428-6.525-1,1.823-0.074 1,-1.586 1.692-1,-0.625-0.303-1,1.342-0.142 0,1.984 0.046-1,1.027 0.242 0,-1.457 0.185 1,-2.037-0.046 1,-0.427-0.157 1,3.159-0.635 2,1.596-0.824-2,0.203-0.368-4,-0.656 0.095 0,-4.320 2.263 3,-0.284-0.227-1,3.003-3.789 3,-0.793 2.810 1,1.145 1.970-5,-0.411 2.920 3,-0.212 1.931 1,-2.138 4.414 0,-3.620 1.538-1</inkml:trace>
</inkml:ink>
</file>

<file path=ppt/ink/ink5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3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3016.000 2672.000 767,'0.000'6.090'0,"0.000"0.577"0,0.000-0.122 0,0.000 0.000 0,0.000-0.404-9,0.000 2.678 8,0.000 0.599 1,0.000-3.154-1,0.000 1.037 1,-0.239 1.517-2,-0.385 0.925 0,-0.462 0.760 0,-0.486 0.603 0,-0.615 1.928 0,-0.468 0.529 0,-0.397-0.022-1,-0.324-0.382 1,-0.242-0.360 6,-0.106-0.543-3,-0.034-0.535-5,0.016-0.494 1,0.047-0.434 2,-0.143 0.230 2,-0.005-0.068-1,-0.015 0.034 0,-0.020 0.096 0,0.174-0.704 1,-0.033-0.256 0,-0.039-0.310-1,-0.041-0.324 1,-0.654 1.080 0,0.010-0.482 0,0.047-0.477 0,0.065-0.431 0,0.912-0.727-1,0.438 0.050 1,0.487-0.267-1,0.488-0.457 2,0.491-0.613 2,0.381-0.293-2,0.327-0.226-4,0.270-0.166 0,0.215-0.116 2,-0.270 0.194 0,-0.560-0.064 0,-0.721-0.048 1,-0.778-0.035-1,-0.763-0.023-1,-0.667 0.250 1,-0.269-0.028 0,-0.087-0.033-1,0.037-0.034 1,0.113-0.032 0,-0.108 0.563 0,0.343-0.015-1,0.364-0.027 1,0.345-0.032 0,0.303-0.031 0,0.251-0.029-1,0.199-0.024 1,-1.104 0.528-1,-0.315 0.670 1,0.168 0.751 2,0.445 0.733 6,0.687-1.285-10,0.218-0.524 0,0.157-0.724 0,0.106-0.803 0,-2.075 3.926 1,-1.445-0.745 3,1.712-3.856 0,0.110-0.129-1,0.417-0.327 1,-1.787 3.863-1,2.349-1.785-2,1.541-0.708 0,0.932 1.230 11,2.936-13.363-8,4.716 2.280-3,-0.658 2.335-1</inkml:trace>
</inkml:ink>
</file>

<file path=ppt/ink/ink5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3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2808.000 2848.000 767,'0.000'6.058'0,"0.000"0.146"0,0.000 2.085-6,0.000 0.683 4,0.255 2.825 0,1.493-1.435 0,1.759-3.194 0,1.419-0.349 4,0.927 2.991-2,-2.717-3.549-1,-0.045 0.527 0,0.057 0.699 0,0.040 0.603 0,0.027 0.497 0,0.016 0.393 0,-0.252-0.667-1,0.019-0.084 1,0.025-0.171 0,0.028-0.217 0,0.028-0.235 0,0.037-0.027 2,-0.033-0.063-1,-0.049-0.011 1,-0.056 0.024-1,-0.057 0.046 0,-0.054 0.058-1,0.310 0.822 1,-0.009-0.195 0,-0.003-0.270-1,0.001-0.296 1,0.004-0.288 1,0.141 0.041 0,-0.083-0.422-1,-0.100-0.405 1,-0.101-0.360 0,-0.093-0.300-1,-0.080-0.237 1,-0.376 0.077-1,0.041 0.351 0,0.073 0.029 1,0.089-0.183 2,0.094-0.310 0,0.146 0.945-3,-0.027 0.133-2,-0.062-0.245 1,-0.080-0.468 2,-0.085-0.577 0,2.425 3.689-1,-0.953 0.656-3,-1.272-0.062 6,-1.181-1.191 1,-0.883-1.327-6,-0.536-0.028 0,-0.283 0.775 2,-0.121 0.731 0,-0.024-0.272-1,0.023-0.772 1,0.240-1.042 1,2.540 0.058 0,3.379-3.468 2,0.492-2.758-1</inkml:trace>
</inkml:ink>
</file>

<file path=ppt/ink/ink5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4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2792.000 3088.000 767,'0.000'6.271'0,"0.000"-0.179"0,0.000 0.572 0,0.000 0.002 0,0.000 0.222-9,0.000 0.671 10,0.000 1.340 0,0.000-1.696-2,0.000 0.097 0,0.000-0.253 1,0.000-0.514 0,0.000-0.493 0,0.000 2.490 0,0.000-1.235 0,0.000-0.946 0,0.000 0.148 1,0.000 1.477-1,0.000-0.139 1,0.000-0.085-3,0.000 1.281 0,0.000 1.343 1,0.000-0.932 0,0.000-0.622 0,0.000-0.824 2,0.000-1.170 0,0.000 1.329 0,0.000-0.165 0,0.000-0.387-1,0.000-1.422 1,0.000-0.110 0</inkml:trace>
</inkml:ink>
</file>

<file path=ppt/ink/ink5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4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2744.000 5088.000 767,'0.000'6.047'0,"0.000"0.202"0,0.000 1.343-6,0.000 0.720 5,0.000 4.175-2,0.000-5.110 1,0.000 0.103 1,0.000-0.070-1,0.000-0.168 1,0.000-0.212 0,0.000-0.220-1,0.000-0.205 1,0.000 3.052-1,0.000 2.333 0,0.000 1.317 6,0.000 0.570-1,0.000 0.050-4,-0.954-0.528-3,-0.588 0.501 0,-0.306 0.226 0,-0.096 0.025 3,-0.153 1.435 8,0.194-0.352-8,0.265-0.463-3,0.290-0.501 0,0.254-0.403 3,0.280-1.204 2,0.240-1.252-1,0.196-1.183 1,0.153-1.044 1,-0.096-1.217 0,-0.246-1.144-1,-1.547 3.833 3,-1.287-2.961 0,-0.835 1.813 1,1.861-3.953-2,-0.123 0.276-1,-0.091 0.140-2,-0.064 0.043-1,-0.133 0.386-1,-0.019 0.242 0,0.000 0.259-1,0.010 0.249 2,0.017 0.223 0,0.020 0.189 1,-0.286 2.057-1,0.480-0.982 0,-0.072 0.183 0,-0.085-0.045 4,-0.088-0.190 2,-0.208 0.062-7,-0.072-0.355-1,-0.054-0.366 1,-0.039-0.347 0,-0.026-0.309 2,-0.292 0.315 1,0.091-0.449-1,0.122-0.432 1,0.129-0.383 0,0.122-0.319-1,0.107-0.252 0,0.326 1.474 1,0.429 0.959-1,0.453 0.563 4,0.427 0.273 0,0.017 0.075-6,-0.232-0.052 0,-0.362-0.125-1,-0.408-0.157 2,0.147-1.940 1,-0.292-0.403 0,-0.291-0.417 0,-0.273-0.401 0,-0.474 0.828 0,0.271 0.226 2,0.424 0.376-1,0.486 0.440-1,0.486 0.445-1,0.544-0.753 1,0.320-0.078-1,0.272-0.165 0,0.223-0.210 0,0.176-0.228 1,0.134-0.225 0,0.103 0.522 0,0.073 0.256 1,0.043 0.353-1,0.021 0.389 0,0.005 0.383 0,0.000 0.445-1,-0.013-0.345 1,-0.017-0.517 0,-0.018-0.581-1,-0.017-0.573 1,-0.015-0.521 1,0.004 4.625-1,-0.030-2.226 1,-0.015-1.865 0,-0.009 1.059 3,0.002-0.881-1,0.004 0.202-2,0.002 0.551 1,0.660 0.560-3,2.815-2.625 2,2.490-2.978 0,0.803-1.847-1,-0.100-0.771 0,0.003-2.037-1,-4.369-4.424 2,-2.402-0.891 0,-0.116-0.344-1,0.079 0.501-1,0.080 0.439 0,0.062 0.571 0,0.003 0.163 1,-0.005-1.375 2,-0.002 1.519-1</inkml:trace>
</inkml:ink>
</file>

<file path=ppt/ink/ink5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4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2936.000 4912.000 767,'0.000'7.542'0,"0.000"-0.629"0,0.000 0.199 0,0.000-0.103 0,0.000-0.075 0,0.000-0.021 0,0.000 0.000 0,0.000 0.003 0,-0.969 3.120-17,-1.825 2.145 26,0.748-5.386-10,0.083 0.181-1,0.101 0.906 0,0.202 0.981 0,0.251 0.957-1,0.265 0.871 1,0.253 0.752 0,-0.080 3.242 0,-0.197 1.535-1,-0.295 0.919 0,-0.330 0.464 13,-0.322 0.146-14,0.243-1.387-1,0.117 0.204 1,0.193-0.170-1,0.231-0.404 3,0.068-1.153 19,-0.104-0.760-21,-0.183-0.787 0,-0.226-0.757 1,-0.240-0.689 1,-0.562 0.777 3,-0.237-0.722 0,-0.179-0.635 0,-0.129-0.530 0,-0.086-0.422 0,-0.150 2.240 0,-0.126 0.961 1,-0.121 0.150 0,-0.107-0.367 1,0.081 0.267 0,0.479-0.361-7,0.570-0.325 1,0.575-0.275 1,0.570-0.774 2,0.415-0.111 1,0.341-0.046-1,0.267-0.002 1,0.200-0.129-1,0.152-1.086 1,0.097-1.231-1,0.056-1.209 0,-0.209-0.600 2,-0.338 0.206 3,-0.408 0.052-2,-0.425-0.053 1,-0.408-0.117-4,-0.137-1.106-1,-0.345-0.299-1,-0.336-0.319 0,-0.313-0.316 1,-0.591 1.142-1,0.193 0.511 4,0.361 0.687 0,0.442 0.749-2,0.265 0.046-1,0.132-0.408 0,0.038-0.667 0,-0.026-0.785 0,-0.064-0.802 1,-2.355 4.014 1,-1.246 0.830 1,2.211-4.397-3,-0.399 0.742 0,-0.359 0.720-1,0.092 0.461 1,0.279 0.465 0,0.427 0.362 0,0.500 0.271-1,0.517 0.193 1,0.140 0.517 1,0.156-0.713 1,0.020-0.913-1,-0.068-0.974 0,-0.120-0.941 1,-0.203 0.681 1,-0.241 0.491 1,-0.248 0.333 2,-0.234 0.207-1,0.086 0.112-5,0.286 0.042-2,0.392-0.005 1,0.431-0.035-1,0.042 0.362 3,-0.075-0.098 0,-0.206-0.114 0,-0.270-0.116 1,-0.307-0.285-1,-0.176-0.746 0,-0.124-0.817 0,-0.082-0.791 0,-0.049-0.706 0,-1.648 5.706 2,2.930-4.661 1,0.346 0.312 0,0.334 0.205-1,0.282 0.453-4,0.281 0.215 0,0.234 0.187 0,0.188 0.156-1,0.143 1.139 3,0.132-0.351 0,0.083-0.490 0,0.046-0.530 0,0.020-0.507 0,0.002-0.448 0,0.066 3.667-1,-0.052-2.154 1,-0.051-1.689 3,-0.030 1.698 1,-0.040-1.931-2,-0.009 1.017-3,0.272 0.980 0,1.584-1.219 1,3.689-1.089 2,1.854-0.850 0,-0.103 0.420-3,0.318 0.810-1,-0.266 0.528 2,-1.717 0.229-1,-2.153-0.085 1,-0.323-1.154 0,2.472 0.439 1,2.256-0.225-2,1.108-1.150 1,-3.307-2.486-1,3.593 0.646 1,-3.402-1.592 0</inkml:trace>
</inkml:ink>
</file>

<file path=ppt/ink/ink5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4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2584.000 5424.000 767,'4.490'4.490'0,"-0.076"-0.076"0,-0.089-0.089 0,1.110 1.726-7,-1.587-1.434 7,0.684 1.021-1,0.505 0.829 0,0.354 0.649-1,1.166 1.235-1,-0.105-0.766 0,-0.282-1.138 0,-0.364-1.262 1,-0.267-0.450 2,-0.024 0.201 3,0.061 0.523-1,0.108 0.675-2,0.127 0.710-1,0.415 0.314 0,0.827 0.382 0,0.916 0.275 0,0.897 0.186 0,-0.711-0.667 0,-0.188 0.106 0,-0.388 0.107 0,-0.493 0.101 0,0.424 0.590 1,-0.161-0.478 1,-0.047-0.603-1,0.027-0.631 1,-0.953-0.120 0,-0.029 0.460-1,-0.016 0.278 1,-0.007 0.140 4,0.000 0.039-2,-0.214 0.045-5,-0.683-0.352-1,-0.810-0.431 1,-0.840-0.456 0,-0.125 0.732 1,-0.405-0.041 5,-0.178 0.080 0,-0.025 0.146-4,0.085-0.497 0,0.293-0.500 0,0.341-0.592-1,0.341-0.598 1,0.313-0.553 0,0.269-0.478 0,0.031 1.617 0,0.007 1.575 0,-0.055 1.384 5,-0.089 1.152-4,-0.696-1.029-3,-0.129-0.229-1,-0.121-0.471 1,-0.108-0.604 0,-0.093-0.655 0,0.277 0.787 1,-0.569-0.244 3,-0.625-0.068-1,-0.602 0.044 0,-0.488-1.185 0,-0.006 0.015 0,0.106 0.040-1,0.175 0.054 1,0.210 0.060-1,1.410 0.330 0,0.859 0.043-1,0.495 0.025 1,0.224 0.012 2,0.031 0.002 0,-0.347-0.314-3,-0.061 0.171-1,-0.072 0.214 0,-0.076 0.231 0,-0.064 0.387 1,-0.526-0.313 2,-0.601-0.453-1,-0.609-0.514 0,1.174 4.907 1,-2.010-4.867 1,0.146 0.737 0,0.237 0.839-3,0.355 1.613 0,-0.209-0.198 0,-0.329-0.559 0,-0.372-0.727 0,-0.478-0.522 0,-0.256 0.029 4,-0.225-0.249-1,-0.188-0.414 0,0.002 5.838 0,-0.357-5.888-3,-0.061-0.174-1,-0.097 5.130 4,0.126-1.515-2,1.109-0.547-3,1.404-0.011 2,1.231 0.584 2,-0.173-0.531-1,-1.086-1.454 1,-1.070-1.400 0,-0.631 0.227 1</inkml:trace>
</inkml:ink>
</file>

<file path=ppt/ink/ink5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4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2616.000 5344.000 767,'0.000'-6.697'0,"0.000"0.167"0,0.000 0.125 0,0.000 0.008 0,1.578 0.294-9,2.996 0.643 8,2.744-2.343 0,-1.778 1.894 0,0.389-0.693 0,-0.293-0.067 0,-0.679 0.316 1,-0.852 0.519 0,-0.880 0.596 0,0.295 0.039-2,0.730-0.622 1,0.622-0.452 3,0.512-0.310 0,0.405-0.196 0,0.266-0.290-5,0.380-0.589 0,0.351-0.657 0,0.310-0.665 0,0.024 0.087 2,-0.169 0.589 0,-0.291 0.894 0,-0.355 1.046 0,0.212-0.231 0,-1.051 0.402 2,-1.097 0.104 2,-1.037-0.091 2,1.109-3.564-3,-0.145 0.454-1,0.837-0.052 1,0.487 0.911-1,0.708 0.458-1,0.822 0.095 0,0.041 0.772 0,-0.058 1.775-1,0.528 1.350 2,0.430-0.084 0,0.245-1.301-1,-1.594-2.074 0,-2.610-0.997 0,-2.027-0.311 1,-1.325 1.077 0,-0.833 0.868-1</inkml:trace>
</inkml:ink>
</file>

<file path=ppt/ink/ink5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5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6472.000 4992.000 767,'5.646'2.766'0,"3.071"1.448"0,1.235 0.519 0,0.009-0.092 0,-0.741-0.458 0,-1.133-0.640 0,-1.275-0.697 0,3.182 0.906-22,-3.810-1.997 21,-0.131-1.272 0,0.191-1.379 8,-0.009 0.864 0,0.263 0.049-3,0.581-0.015-4,-0.282-0.001 0,0.276 0.000 0,-1.009 0.000 0,-0.001 0.000 0,2.458 2.001-1,-2.192 1.505 0,-0.049 0.365 1,0.100-0.723-1,-0.099-1.062 1,-0.289-0.909 0,2.584-0.518 0,1.107-0.628 0,-3.563-0.074 0,0.501-0.018 1,0.305-0.007-2,-0.422 0.005 0,0.081 0.004-1,0.044 0.006 0,0.014 0.007 0,-0.005 0.007 1,0.051 0.006 1,-0.392 0.007 0,4.880-0.004-1,-1.385 0.016 3,-0.923 0.010 1,-0.433 0.004-2,1.572 0.000 0,1.526 0.293-2,-0.262 1.750 0,-0.473 1.827 0,-5.138-1.847 1,0.319-0.159 0,0.353-0.240-1,0.152-0.273 1,0.013-0.275-1,-0.078-0.256 1,-0.131-0.224-1,-0.153-0.188 1,5.478-0.003 0,-1.691-0.345 0,-1.777-0.157 0,-1.597-0.037 2,1.993-0.030 1,0.017 0.065-1,0.396 0.055-1,-2.195 0.031-1,1.108 0.008 0,1.074 0.003-1,1.369 0.001-1,-0.808-0.001 1,-1.247 0.234 2,-1.008 1.400 0,-0.546 1.698-1,-0.628 0.448 0,-0.341-0.616 0,2.748-0.199 1,-1.640-2.035 0,1.329-0.567-2,0.628-0.315 0,-0.564-0.132-1,-0.724-0.040 1,-0.247 0.000 2,-0.143 0.028 0,-0.450 0.039 0,1.640 0.023 0,0.468 0.025 0,-2.514 0.008 0,0.111 0.000-1,1.474 0.000-1,1.633-0.001 0,1.155-0.001 0,-0.340-0.001 0,-0.882-0.001 0,-0.917 0.000-1,-0.708 0.000 1,-0.599 0.000 1,-0.197 0.000-1,-0.055 0.000 2,0.018 0.000 0,0.075 0.294 0,0.238 1.751 0,-0.074 1.679 0,-0.517-0.057-1,-0.400-0.739 1,-0.397-0.963-1,0.136-0.817 0,0.693-0.575 1,0.698-0.394-1,0.143 0.024 1,0.029 1.392-2,0.738 1.969 0,0.220 0.473 1,-0.691-0.927-1,-1.403-1.291 1,-0.238-0.776 0,0.600-0.104 2,1.412 2.193-1,-0.775 0.507-1,0.292-0.334-1,0.185 0.062 1,0.100 0.937 0,-0.396 0.043-1,0.081-0.650 1,1.429 0.411 0,-0.204 0.804 0,-0.514 0.008 0,-0.688-1.159-1,-0.866-1.422 2,-0.595-1.077 0,-0.109-0.691-1,1.027 0.519 0,-0.201 1.572 0,0.485 1.303 0,2.220 0.826 0,0.389 0.801 0,-0.644-0.258-2,-0.943-1.283-1,-0.571-1.377 4,-0.484-1.249 1,-0.580-0.897-1,-0.680-0.466 0,0.348-0.188-1,-0.027 0.673 1,-0.240 3.017 0,0.095 2.735 0,0.903-0.948 0,0.705 0.682-3,0.262 0.706-1,-0.005 0.292 1,-0.394-1.352 1,-0.497-1.895 1,-0.494-1.642 1,-0.837-1.231 0,1.787-0.758 1,-2.769 3.786 0,0.313 2.962 0,0.104 0.115-3,1.429-1.618-2,2.416-1.069 1,-0.118 0.062 1,-1.911 0.521 0,-0.949 0.699 2,0.513 1.155 0,0.779-0.484-2,-0.236-1.749 2,-1.633-0.470-1,0.513 2.430 2,0.385-2.893 0,2.068-0.493-2,1.660 1.323-2,-1.238 1.260 0,-2.298 1.121 1,-1.744-0.528 1,-0.043-1.327 1,1.539-0.087 2,0.674 0.422-3,0.456 0.859-1,0.256 0.807 0,0.630 1.095 1,-4.007-3.613-1,3.601 2.851 1,-0.371-1.834 0,-0.813-1.631 0,-1.722 0.866 0,-1.776 2.080 1,-0.261 0.829-2,1.416-1.261 1,1.886-1.883 0,0.943-0.962 0,-1.535-0.107 0,1.094 2.863 2,1.385-0.439 0,0.302 0.225-3,-1.069-1.397-1,-0.641-1.366 0,-0.272-1.218 2,-0.472-1.069 1,1.733-0.740 0,-0.826 2.989 2,-2.586 1.272-2,2.189 0.598-1,-1.968-1.133-1,-2.175 2.177 1,-1.762 0.250 2,-1.023 0.147-3,-0.140-0.227 0</inkml:trace>
</inkml:ink>
</file>

<file path=ppt/ink/ink5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5:01"/>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9869.192 2719.677 767</inkml:trace>
</inkml:ink>
</file>

<file path=ppt/ink/ink6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5:27"/>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610.192 3899.677 767,'6.394'0.000'0,"-0.242"0.000"0,-0.099 0.000 0,0.944 0.000 0,0.883-2.809-9,0.374-1.295 10,-2.440 2.125-2,0.835 0.136 0,0.125 0.276-1,-0.183 0.292 1,-0.367 0.281-1,5.753-0.301 1,-5.666 0.949 1,0.234 0.156 1,0.293 0.111-1,-0.535-0.150 0,0.457-0.307-1,0.505-0.381 1,0.502-0.405-1,0.467-0.392 0,1.550-0.392 0,0.320 0.072 0,0.169 0.219 0,0.063 0.290 0,-0.008 0.308 0,-0.034 0.136 1,0.695-0.157-1,0.374-0.250 0,0.138-0.293 5,-0.025-0.301 0,0.598-0.224-7,-0.483 0.141 0,-0.573 0.258 0,-0.584 0.313 0,-0.545 0.321 3,-0.478 0.302 0,-1.765 0.327 0,-0.590 0.175 1,-0.581 0.146-1,5.207 0.004 2,-1.432 0.293 7,-0.777 0.150-5,-1.795 0.046-4,-0.354 0.018 1,-0.601-0.088 0,-1.615-3.444 0,-4.555-2.819 2,-3.990 0.054-2,-3.499 5.325-2,-0.069 1.110 0,0.162-0.256 0,-4.653-0.079 0,1.339 0.006 3,-1.883 0.000-4,-0.722 0.000-1,-1.083 0.000-1,-1.012 0.000-1,-0.984 0.000 1,-0.900 0.000-1,-0.783 0.000 3,-2.243 0.255-1,-0.493 0.394 0,-0.272 0.450 0,-0.112 0.449 0,-0.003 0.412 1,3.098-0.119 1,1.434-0.063 0,1.644-0.156 1,1.677-0.208-1,1.592-0.229 0,1.433-0.228 4,1.225-0.213 3,1.009-0.189-2,0.800-0.161 0,0.610-0.132 0,-4.924-0.027 1,1.883-0.255 5,16.041-0.443-9,1.650 0.438 0,-0.140 0.026 1,-0.823-0.166-1,-1.739-3.579 1,-2.873-2.192-1,1.256 0.952-1,2.313-0.483-2,-0.909 1.449 1,1.240-0.371 0,0.775 0.086-1,0.420 0.372 2,0.162 0.528 0,0.639 0.139-3,-0.204 0.257 1,-0.301 0.140 0,-0.334 0.058 0,-0.325 0.001 3,0.973 0.058-1,0.878-0.081 0,0.570-0.096 2,0.332-0.098 4,0.156-0.091-8,-0.177 0.164-1,1.157-0.140 0,1.354-0.152-1,1.394-0.150 1,0.199 0.292 2,0.762 0.262-1,0.588 0.347 0,0.434 0.383 0,0.964 0.029 1,-0.296-0.048 0,-0.509-0.172 0,-0.615-0.243 0,1.639-0.389 1,-0.989 0.269 1,-0.976 0.400 0,-0.882 0.443 0,-3.401 0.619 0,-0.677 0.266 0,-0.596 0.236 0,-0.506 0.201 0,-0.325 0.162 1,-0.517 0.137 1,-0.472 0.104-1,-0.412 0.076 0,-0.347 0.052-1,0.086 0.047 0,-1.292 0.020 14,2.105 0.102-23,-14.669 0.124 14,-0.392-0.334-2,-1.837 0.680-5,-0.613 1.305-1,-2.277 1.232-1,5.130-1.244 1,0.423 0.106 1,0.071 0.297-1,0.154 0.304 1,0.199 0.288-1,-5.182 2.463 3,4.981-3.068 0,-0.323-0.324 0,-1.829-0.125-1,-0.887-0.443 0,-0.855-0.394-1,-0.767-0.332 0,-0.010-0.263 0,0.742-0.208-1,1.042-0.151 1,1.139-0.102 0,1.104-0.064 0,-4.473-0.130 4,0.008-0.002 2,1.275 0.040-1,1.631 0.051-4,-3.883 3.256-3,4.027-0.905 5,-1.002 0.037-1,-0.805-0.146-2,-0.619-0.251-2,-0.019-0.179 0,-0.137-0.042 0,-0.014 0.016 1,0.066 0.051-1,0.114 0.071 1,0.137 0.079 2,0.143 0.079-1,-0.232-0.182 0,-0.273-0.163 0,0.068-0.210 1,0.292-0.229 1,0.423-0.227 8,0.067-0.167-6,1.145-0.218-5,1.214-0.183 0,1.169-0.146 0,-3.032-0.057 3,2.962-0.229 2,0.170-1.123 2,9.682-3.895-2,2.302-0.285 0,-1.212 0.771 0,0.325-0.630-4,1.444-1.549 0,0.385-0.394-1,0.887 1.121 1,2.390 1.639-2,1.660 0.825 3,-5.231 1.555 0,0.411-0.263 0,0.904-0.304-1,-0.221 0.155 0,-0.420 0.277 0,-0.517 0.334 0,-0.154 0.285 0,-0.501 0.365 3,4.976-0.243-1,-1.111 0.850-1,-0.089-0.954 0,1.687-2.938 3,-5.104 2.176-1,-0.641 0.463-2,0.072 0.247-2,0.013 0.268 1,-0.025 0.263-1,5.812-0.326 2,-0.620 0.700-1,-1.788 0.462 1,-1.687 0.233 2,-1.204 0.075 0,-0.024 0.005 0,1.106-0.017 0,0.426-0.041-1,-0.954-0.037-1,-0.142-0.019-1,0.387-0.012 1,0.667-0.007 0,0.046-0.002 0,1.869 0.001-1,-3.784 0.002 0,0.751 0.000 0,1.803-0.356-1,-0.131-0.540 0,-0.480-0.602 1,-0.649-0.587-1,-0.853-0.416 2,-0.708-0.355 1,-0.640-0.264 0,3.649-3.612 1,-2.371 1.493-2,-0.475 1.323 1,0.531 1.262 1,1.198 1.266 1,0.717 0.943-4,0.539 0.471 0,1.232-0.590-1,1.099-1.460 2,-0.027-1.347 2,-5.164 1.607-3,0.483 0.111 0,0.523 0.177-1,0.518 0.211 0,-0.478 0.284 1,-0.096 0.182 0,-0.229 0.169 0,-0.309 0.151 0,0.331 0.106 0,-0.476 0.132 1,4.993 0.041 5,-1.066-0.702-2,1.007-1.820-2,-4.318 0.506-1,-0.104-0.028-1,-0.278 0.165 0,-0.364 0.271 1,4.076-0.685 0,-1.071 0.973 1,-1.145 0.766 1,-0.323 0.455-1,0.143-0.673 0,-0.926-3.644 1,-4.400-1.722 0,-3.548 12.403 0,-4.510-0.100-1,-5.683-2.922-4,4.128-1.085 1,-0.640 0.247 0,0.999-0.057 0,0.521 0.189 0,-3.850 2.862-1,2.612 0.306 2,-1.697-0.856 4,3.138-2.798-2,-0.390-0.173-1,-0.602 0.088-1,-0.488 0.193 0,-0.383 0.256 0,-1.464 0.474 0,0.331-0.145 0,0.575-0.281 0,0.689-0.346 1,0.743-0.424-1,0.148-0.315 2,0.000-0.286 1,-0.098-0.248-1,-0.156 0.060-1,-0.184 0.258 0,-0.190 0.372 0,-0.181 0.421 0,-0.893 0.418 0,0.287-0.058-1,0.417-0.213 1,1.608-0.505 0,-5.059 0.732 2,0.231-0.743 0,0.476-0.729-1,0.911-0.510 0,-1.354-0.229-1,4.711 0.008-1,-5.234 0.994 0,0.633 2.096 0,0.867 0.984 2,0.706-0.543 0,1.083-1.010 0,1.788-1.030 0,-0.407-0.619-1,0.539-0.842 1,0.185-0.084 0,-2.616 0.013 0,-2.525 0.021-1,0.394 0.039-3,1.275 0.028 3,1.150 0.016 0,1.392 0.007 0,-1.681 0.004 1,0.319-0.001-1,2.359-0.002 1,-0.119-0.001-1,-3.332 0.000 0,-0.721 0.000 0,1.312 0.000 1,1.761 0.000-3,-0.884 0.000-1,-0.500 0.000 5,1.439 0.000 1,0.976 0.000-3,0.062 0.000-1,-0.021 0.000 0,-0.146 0.000 2,-0.972 0.000 1,0.987 0.000-2,0.056 0.000 0,-0.061 0.698-1,1.190 2.992 1,-1.873 2.056 0,1.281-2.590 0,-0.706-0.860-1,-3.005 0.479 1,3.033-0.942-1,-1.429 0.504-1,-0.542 0.302 0,-0.261 0.250 0,-0.056 0.199 0,0.084 0.152 1,-0.518 0.164-1,0.331-0.326 1,0.377-0.436 0,0.380-0.473 1,0.354-0.462 0,0.064-0.351 1,0.872-0.420 0,-3.992 0.003 0,2.856-0.756 2,-0.142-0.439 0,1.393-0.188-1,0.331 0.332 0,-0.093 0.131 0,-2.219-0.014-1,2.122-0.003-1,0.286 0.000 0,-0.840 1.178-2,-4.133 2.804 1,4.557-1.816 1,-0.369-0.141 0,-1.517 0.938-3,-0.962 0.383 1,-0.536-0.001-1,-0.224-0.247 4,1.241-0.623 0,0.431-0.359-2,0.540-0.369-1,0.582-0.354 0,0.719-0.365 0,0.142-0.254 3,0.015-0.218 2,-0.073-0.181-1,-0.944-0.137-2,-0.173-0.135 0,-0.156-0.096 0,-0.135-0.064 0,0.154-0.038 0,0.334-0.019-1,0.430-0.005 1,0.465 0.004 0,0.207 0.011 0,0.024 0.014 1,-0.098 0.015 0,-0.172 0.015 0,-0.225 0.296-1,-0.246 0.461 0,-0.243 0.540 0,-0.225 0.555-1,0.366 0.174 1,0.331 0.032-1,0.446-0.104 1,0.495-0.188-1,-5.458 1.198 1,5.137-1.398 2,0.036 0.158-1,0.207 0.201 0,0.309 0.218 0,-4.588 1.996-2,1.301-0.776-1,0.456-0.918 3,0.125-0.994 2,0.915-0.823-2,0.558-0.413-1,-0.254 0.035 1,-1.522 1.344-1,-2.946 2.015-1,5.178-1.396-1,0.280-0.112 1,-4.801 1.321 0,1.637-1.135 0,0.010-0.991 1,-0.827-0.698 0,0.104 0.547 1,0.170 1.745-1,-1.716 1.335 2,5.199-2.264-2,-0.404-0.263 0,-4.152 0.430-1,0.463-0.735 0,-0.707-0.539 1,1.564-0.523 2,1.086 1.090-1,0.770 2.957 1,0.665-0.060 0,1.256-1.552-4,-0.382-0.909 1,-1.447-0.769 2,-2.402-0.553 0,-1.450-0.347-3,0.022-0.184 0,4.747-0.019 1,-0.186-0.009 1,-0.225 0.001 0,-0.231 0.007 0,0.527 0.263 0,0.380 0.403-1,0.483 0.465 0,-4.450 2.435 1,0.733 2.305 1,0.984 1.366 0,1.189-1.044 0,0.058-1.635 0,-0.543-1.653 0,-0.204-1.463 0,0.883-0.913 0,0.558-0.431-1,0.555-0.188 0,-0.137-0.066 0,-2.452-0.030-1,0.467 0.140 0,0.146 0.089 1,0.421 0.035-1,-0.456 0.006 1,1.112-0.003 2,-0.681-0.002 0,-0.786-0.001-3,-0.869-0.001 1,-0.657-0.001-2,0.710 0.000 1,0.734 0.000 0,0.853 0.000 2,-0.447 0.000 0,1.927 0.000 0,0.158 0.000-1,-0.595 0.000 1,0.053 0.955 0,1.745 3.750 1,-0.923 0.480-2,-0.028-2.346-1,0.044-1.145 0,-1.979-0.694 0,-1.880-0.935 1,2.879-0.189 4,0.363-0.105-6,13.161 0.138 4,-0.092 0.098 0,0.379-0.007-4,0.720 0.000 1,-0.876 0.000 0,-0.008 0.000 1,-0.058 0.000-1,0.577 0.000 1,-0.534 0.000 0,1.685 0.000-1,2.239 0.000-1,-4.287 0.000 1,-0.067 0.000 0,4.998 0.000 2,-2.439 0.000-2,-1.406-0.997-1,1.504-2.512 2,0.338-0.407 3,-0.125 0.482-2,-1.038 1.052-3,-1.003 0.977 2,-1.312-0.119 1,-0.784-3.044 2,-1.401-0.421-2,3.604 1.528 1,1.435 2.146-3,-2.270 0.852 0,0.043 0.181-1,-0.316 0.134 1,4.604 0.102-1,-2.754 0.141 2,-1.613 0.017 0,-0.312-0.012 0,0.715-0.019 2,-0.123-0.033-1,-0.288-0.234 0,-0.416-1.256-1,-0.275-1.511 0,0.074-1.218 0,0.377 0.337-1,0.226 1.219 1,1.802 0.808 0,-1.593 1.346 1,0.464 0.616-1,-0.425 0.039 1,2.388-0.083 0,-2.471-0.076-1,0.318-0.020-1,-0.120-0.012 0,-0.507-0.005 1,-0.208-0.001 0,0.564 0.001-1,0.117 0.001 2,-0.497 0.001-1,-0.227 0.000 0,0.103 0.001 0,0.586 0.000-1,0.104 0.000 2,-0.127 0.000-1,0.104 0.000 0,0.124 0.000 0,0.321 0.000-1,0.240 0.000 2,-0.072 0.000-1,0.209 0.000 0,1.253 0.000-1,1.384 0.000 0,0.576 0.000-1,-0.368 0.000 1,-0.668 0.000 0,-0.633 0.000 1,-0.564 0.000-1,1.011 0.000 1,1.807 0.000 1,-5.318 0.000-1,5.363 0.000 1,-0.034 0.000-1,-4.483 0.000 0,0.948 0.000-1,-0.096 0.000 0,0.747 0.000 0,0.717 0.000 0,0.658 0.000 0,1.343 0.000 0,-0.364 0.000-1,-0.696 0.000 1,-0.869 0.000 0,-1.494 0.000 0,-0.333 0.000 0,-0.190 0.000 4,-0.081 0.000-1,0.490 0.000-1,-0.138 0.000 0,-0.152 0.000-1,-0.152 0.000 1,-0.143 0.000-1,0.953 0.000 0,-0.038 0.000-1,-0.026 0.000 1,-0.017 0.000 0,-0.751 0.000 0,0.073 0.000 1,0.111 0.000-1,0.128 0.000 0,0.486 0.000 0,-0.512 0.000 0,-0.649 0.000 0,-0.682 0.000 0,3.988 0.000 1,-0.456 0.000 1,2.416 0.000-2,-5.414 0.000 0,-0.262 0.000 0,-0.355 0.000 0,0.534 0.000 0,0.284 0.000 0,-0.103 0.000 1,-0.337 0.000 1,-0.456 0.000-1,4.040 0.316-2,-3.993 0.587-1,-2.204 4.257 4,-4.920 0.990 1,0.779 0.704-1,0.081-0.425-2,-3.440-0.543 1,-5.696-3.836-1,-3.254 0.413-2,4.828-0.418 1,-0.315 0.400-2,0.038 0.276 1,0.248 0.177 0,0.353 0.101 0,0.385 0.046 1,0.370 0.009 1,-0.021-0.565-1,-0.384-0.308 1,-0.085-0.352 0,0.115-0.356 4,0.237-0.334 0,0.300-0.296-4,0.320-0.251-2,-0.408 0.095 0,-0.561 0.293 0,-0.734 0.411 0,-0.790 0.455 2,-0.474 0.155 0,-0.237-0.048-1,-0.067-0.174 1,0.046-0.243 0,-0.423-0.171 0,0.833-0.317 0,0.949-0.285 0,0.935-0.240 0,0.746-0.198 1,0.111-0.135 2,-0.092-0.099-1,-0.211-0.069-2,-4.944-0.081 0,1.290-0.052 0,0.734-0.005 1,0.378 0.025 1,0.947 0.039-2,0.592 0.027 1,-0.038 0.016-1,-0.214 0.009 1,-0.025 0.003-1,0.065 0.001 0,-0.640-0.001 0,-0.507 0.000 0,0.186-0.001-1,0.202 0.000-1,0.335-0.001 1,1.140 0.000 0,-1.280 0.000 2,1.748 0.000 1,-0.002 0.000 0,-0.837 0.000-1,0.293 0.000 0,0.906 0.000-2,-0.731-0.371 1,3.380-4.551 1,3.664-1.250 0,0.124-0.690 0,0.257-0.326-1,4.540-0.428-1,1.415 2.661-1,1.116 0.244 1,-1.297 0.038-1,-1.916-0.194 2,-0.167-2.150 1,1.268 2.741 0,2.283 2.584-1,-1.648 1.406-1,1.228-1.290 1,1.557-0.798 0,1.208-0.583 1,0.475-0.360-3,-0.036-0.190 0,-0.366-0.066-1,0.764-0.394-1,0.044-0.056 1,0.135-0.033 0,0.181-0.016 2,0.132 0.158 1,-0.781 0.561 1,-0.940 0.638-1,-0.953 0.627 0,-0.875 0.564 1,-0.750 0.477 0,-1.047 0.424 0,0.174 0.232 0,0.372 0.179 0,0.476 0.131-1,0.512 0.091 1,0.506 0.070-1,-0.635 0.037 0,-0.904 0.014 1,3.544 0.116-1,-3.526-0.063 1,0.096-0.015 1,4.370-0.364 0,1.028-0.362-2,2.965-0.405-1,1.671-0.423 1,0.702-0.409-5,-0.727-0.354 1,-0.990-0.376-2,-1.365-0.343 2,-1.537-0.299 1,0.347-0.546-1,-1.501 0.290 5,-1.206 0.458 5,-0.925 0.525 1,-0.602 0.485-5,-0.745 0.507 0,-0.604 0.434 0,-0.465 0.352-1,-0.341 0.272 0,-0.585-0.082 0,0.570-0.335 0,0.760-0.450 0,0.835-0.495-2,0.670-0.324 1,-0.275 0.004-1,-0.581 0.155 0,-0.733 0.240 1,-0.777 0.277-1,-0.344 0.215 2,3.986-0.320 1,-2.210 0.849 1,-0.830 0.496 0,0.002 0.230-1,0.508 0.125 2,-13.777 0.012-2,-1.399-0.218 0,0.053 0.005-4,-3.333 0.001-1,-0.394 0.283-1,0.905 1.711-5,-0.859 2.587 10,4.045-1.290 5,-0.979 0.376-11,-0.968 0.257 5,-0.875 0.185 0,-0.740 0.124-2,-0.594 0.076 0,-0.452 0.041 1,1.819-0.966 0,-0.069-0.381 0,-0.052-0.442 1,-0.038-0.455-1,-0.026-0.436 0,-2.847-0.254 1,-0.136-0.455 0,0.466-0.360 0,0.795-0.272 4,0.927-0.194 1,-2.302 0.223-8,-0.813 0.458-1,0.037 0.560 5,0.547 0.572 2,2.123-0.138-2,0.114-0.036-3,-0.017-0.142-1,-0.103-0.202 0,-0.134-0.177 3,0.835-0.254 1,1.015-0.236-1,1.056-0.207 0,1.364-0.192 0,0.490-0.121 3,0.328-0.096 1,0.199-0.074-2,-5.634-0.071-2,1.228-0.098 1,1.382-0.025 0,0.231 0.015 0,-1.484 0.027 0,4.147 0.046-1,-3.953-0.008 8,4.064 0.023-12,13.359 0.028 8,1.614-0.010-3,0.655-0.001-4,2.959-0.224 0,-5.138-0.342 1,0.381-0.387 0,0.271-0.382 0,0.180-0.347 0,0.109-0.296 1,-0.413 0.015 0,-0.492 0.149 0,-0.581 0.240 0,-0.590 0.277 0,4.579-1.019 6,0.822-0.610 0,-5.311 1.146-6,0.349-0.211 0,1.600-0.589 0,0.821-0.327 0,0.789-0.292-1,0.704-0.247 1,-0.310 0.482 0,0.087 0.256 0,-0.435 0.344 1,-0.754 0.379-1,-0.917 0.379 2,-0.967 0.355 2,-0.286 0.298-1,-0.119 0.283-4,0.134 0.230 0,0.291 0.181 2,0.374 0.135 0,2.013 0.105 1,0.343 0.073-1,-0.276 0.041 0,-0.638 0.018 2,-1.215-0.004 1,-0.831-0.007-2,-0.802-0.012-3,4.196 0.047 1,-3.137 0.287 4,-6.125 5.492 2,-7.102-0.971-3,0.518-0.158 1,-0.826 1.360-4,1.211-1.723-1,-3.179-1.007 1,-3.467-1.339-1,4.578-1.461 1,-0.754-0.212 0,-0.631-0.165 0,-0.501-0.121-1,0.959-0.081 1,0.328-0.047-1,0.461-0.031 1,0.515-0.017-1,0.514-0.007 1,-4.803-0.059 2,-2.260 0.023 1,2.737 0.061 0,-1.504 0.009 4,-0.955 0.008-8,0.134 0.006-2,0.800 0.005 1,1.149 0.004 0,1.274 0.002 0,1.276 0.002 1,0.530 0.001 5,0.306 0.000 2,0.140 0.000-4,-0.007 0.000 0,0.488 0.000 0,0.526 0.000-1,-4.877 0.000 1,1.536-0.001-1,-1.206 0.000 0,3.199-0.001 0,-0.547 0.000 3,-0.056 0.000 1,-0.219 0.000-7,0.471 0.000 1,0.566 0.000 0,0.578 0.000 0,0.538 0.000 2,-5.038 0.000 0,-1.196 0.000 0,5.525 0.000 2,-0.254 0.000 2,-0.117 0.000-1,-0.643 0.000-5,0.104 0.000-1,0.175 0.000 1,0.206 0.000 0,0.209 0.000 2,0.517 0.000 0,-0.233 0.000 0,-0.335 0.000 0,-0.379 0.000 0,-0.382 0.000 0,-1.150 0.000-1,0.505 0.000 1,0.737 0.000-1,0.812 0.000 1,0.049 0.000 1,-0.416 0.000 2,-0.659 0.000-2,-0.748 0.000-2,0.543 0.000 1,0.439 0.000-1,0.648 0.000 0,0.728 0.000 1,-5.058 0.000 1,0.727 0.000 2,-0.114 0.000-4,5.131 0.000 1,-0.377 0.000 0,-0.392 0.000 0,-0.366 0.000 0,-0.850 0.178 0,-0.560 0.276 0,-0.041 0.317 1,0.289 0.317 0,0.475 0.293 0,0.555 0.255-3,0.562 0.211 1,-1.190 0.057-1,-0.376-0.167-1,0.003-0.249 4,0.236-0.278 4,0.360-0.272-2,0.406-0.247-5,0.926-0.221 0,-4.136 0.029-1,2.747-0.376 2,-0.343-0.236 6,0.976-0.013 8,0.757 0.025-15,0.298-0.003 0,12.508 0.110 4,0.677-0.007 0,0.595 0.000-4,-0.127 0.000-1,0.249 0.000 1,-0.961 0.000 0,1.210 0.000 2,-0.647 0.000 1,0.740 0.000 0,0.577 0.000 0,-0.078 0.000-3,0.323 0.000 0,0.212 0.000 0,0.239 0.000 1,0.184 0.000 0,-0.741 0.000-1,-0.830 0.000 1,0.417 0.000 2,-0.236 0.000 3,-0.968 0.000-1,-0.952 0.000-3,2.043 0.000 0,0.651-0.236 1,-0.806-1.401 0,-1.219-1.698-1,-0.469-0.579-1,1.291 0.688 0,1.749 0.992 1,-0.228 0.982-1,-1.572 0.738 1,-1.529 0.415 0,2.322-0.719 0,-0.647-1.871-1,1.293-1.257 1,-0.521 0.394 0,-0.714 0.826 0,-0.865 0.764 0,-0.751-0.255 0,-0.543-0.765 0,0.272-0.990 1,0.926 0.272 0,-0.141 1.376 0,-0.514 1.049-1,0.053 0.627 0,3.373-0.541 0,-0.607-1.585 0,-1.925-1.562 0,1.108-0.885 0,2.441-0.382-3,-4.482 2.759 2,0.697 0.197 0,0.633 0.345-1,0.568 0.399 1,0.482 0.401-1,0.390 0.371 2,2.049 0.029-1,0.924-0.136 0,0.372-0.252 1,0.002-0.301 5,-0.224-0.305-6,-1.837 0.098-2,-0.078-0.178 0,-0.006-0.160 0,0.042-0.139 1,0.072-0.115 1,0.086-0.092 1,1.665-0.272-1,-0.190 0.344 1,-0.301 0.435 0,-0.343 0.452-1,-0.340 0.424 2,-0.826 0.178 0,0.216-0.101 0,0.347-0.210 0,0.406-0.265-1,0.413-0.280 0,-0.806 0.129 0,0.021 0.096-1,-0.045 0.173 1,-0.086 0.214-1,-0.108 0.228 1,1.477-0.133 1,0.148-0.161-1,0.162-0.258 1,0.158-0.297-1,0.143-0.299-1,-0.721 0.083 0,-0.418 0.159 1,-0.503 0.252-1,-0.521 0.293 0,-0.967 0.344 3,-0.374 0.253 0,-0.301 0.226 0,-0.234 0.194 1,-0.676-0.009-3,-0.683-0.151 1,-0.744-0.230 0,4.290-1.682 1,-1.717-1.334 0,0.225-1.350 0,0.889-0.748-2,0.103 1.391-1,-3.875 2.652 1,0.919 0.281-1,3.173 0.023 0,0.856 0.412 1,0.501 0.356-1,-1.068 0.093 0,0.010-0.174 0,-0.058-0.280 0,-0.099-0.331 0,-0.119-0.341 0,-0.349-0.292 0,-0.594-0.214 0,-0.665-0.157 1,-0.666-0.110-1,-0.620-0.071 1,-0.548-0.041 1,-0.056 0.081 0,-0.104 0.313 0,0.028 0.376 0,0.111 0.389-1,0.156 0.369 1,0.173 0.329-1,-0.025 0.279 0,-0.150 0.227 0,-0.219 0.176 1,-0.247 0.131-1,-0.247 0.093 0,-0.228 0.061 1,0.248-1.467-1,-0.448-0.761 1,-0.451-0.264 4,4.540-2.001-1,0.773 1.287-6,-4.763 2.075 1,0.466-0.035 0,0.424-0.255 1,0.364-0.371-1,0.297-0.413 0,-0.114-0.081 1,-0.360 0.132-1,-0.484 0.254 1,-0.522 0.309-1,3.735-0.344 3,0.925 0.733 0,1.446-0.215-2,-5.599 0.242-1,0.335-0.382 1,1.340-0.524-1,-0.260-0.013 1,-0.470 0.143-1,-0.569 0.233 0,-0.905 0.365 0,-0.200 0.236 2,5.768-0.425 1,0.761 0.691-2,-5.647 0.610 0,0.262 0.102 0,0.251 0.073 0,-0.035 0.049-1,-0.216 0.030 1,-0.315 0.015-1,-0.355 0.005 1,-0.355-0.002-1,5.148 0.047 1,-0.264-0.032 1,-1.324-0.040 0,-1.659-0.027 3,-0.323-0.013-1,-0.613-0.007 2,-0.443-0.006-8,-12.763 0.004 6,0.122 0.005 0,-2.851 0.000-3,-2.035 0.000-4,4.636 0.367 3,-0.357 0.581-1,-0.155 0.681 0,-0.012 0.698 0,0.082 0.663-1,0.137 0.593 2,-0.954 0.114 0,-0.590-0.160 0,-0.283-0.345 0,-0.062-0.442 3,0.086-0.476 2,-0.363 0.001-6,0.649 0.028 0,0.736 0.176 0,0.731 0.253 1,-3.404 2.497 3,1.637 0.503 1,0.695 0.730-2,-0.814 1.730 1,3.778-3.413-3,-0.347 0.421 0,-0.280 0.329 0,0.155-0.139 0,0.287-0.289 0,0.350-0.365 0,0.365-0.385 0,-3.207 3.079 2,1.052-2.308 1,0.675-2.154 0,-2.852-1.290 1,2.456-1.627-1,-0.039 0.072-2,-0.154 4.206 2,4.417 2.036-1,5.125-1.251 0,3.259-4.688-1,0.954-2.868 0,-0.993-3.105-1,1.354 0.763 0,-0.554 0.403 0,0.801-2.923-1,-3.336 2.424 1,0.523-0.342 1,0.554-0.147-1,0.533-0.012 0,0.462 0.094-1,0.383 0.155 1,0.304 0.183 0,0.231 0.187 0,-1.239 0.828 1,-0.174 0.062-1,-0.231 0.023 1,-0.259-0.005 0,-0.277-0.011-1,-0.275-0.015 2,-0.259-0.017 0,-0.234-0.017 0,0.308-0.215 0,-0.241 0.436-1,4.240-2.069 1,-0.762 0.901 1,-2.980 0.252 1,-1.163 0.248-2,4.094 1.101 2,4.126 0.896-4,-6.159 1.703-1,2.881 0.484 0,-10.995 6.800 3,-4.680-3.563 2,0.572-0.147-1,0.995 4.399-1,0.871-0.090-2,-2.615 2.340-3,1.265-2.933 2,-0.864 0.316 0,-0.683 0.118-1,-0.513-0.012 1,-0.364-0.090 0,-0.242-0.129 0,-0.147-0.141 0,-0.076-0.135 0,1.657-1.108 1,0.787-0.220-1,0.909-0.210 1,0.930-0.189 0,-2.258 4.125 9,1.381-1.256 2,0.424-1.060-9,-2.062 1.952 0,1.863-4.344-1,-1.012-0.422 1,-0.948-0.551-2,-0.521-0.201 0,-0.208 0.038-1,0.006 0.188 1,0.144 0.271 0,0.221 0.303-1,0.254 0.302 1,0.433 0.176 1,0.088 0.377-1,0.034 0.374 0,-0.003 0.346 1,-0.028 0.305 0,-0.028 0.258 0,-0.027 0.208 0,-0.024 0.163 0,-0.021 0.121 0,-0.017 0.086 0,-0.995 0.969-1,-0.206 0.182 1,0.256-0.275-1,0.538-0.552 2,0.683-0.693 1,0.730-0.736 0,0.709-0.713-2,-3.200 3.107-3,-0.694-0.531 1,3.532-3.506 2,-0.562 0.196 0,-0.545 0.217 0,-2.152 0.631 1,0.781-0.805-1,-0.151 0.057 0,0.115 0.045 1,-0.721 0.544 3,1.289-0.604-2,1.456-0.726-4,-1.352 1.242 0,13.184-2.341 10,-0.091-4.449-3,0.610-4.075-6,0.186-2.203-13,-2.663 2.643 26,0.504-0.953-14,0.208-0.271 0,0.369-0.331 0,0.319-0.162-1,0.265-0.040 1,0.212 0.045 0,1.120-1.000 1,-0.339 0.651 1,-0.500 0.761-1,-0.554 0.762 0,-0.538 0.695 1,-0.482 0.594 0,-0.406 0.481 0,3.657-3.546 0,-2.748 1.756 0,0.563-0.680 0,1.282-1.073 15,1.177-0.734-16,1.300-1.238-4,-0.491 0.283 2,-0.999 0.607 0,-1.249 0.771 0,-1.533 1.489 0,-0.650 0.597 1,-0.491 0.527 6,-0.354 0.449-1,-0.060 0.134 0,-0.265 0.458-1,3.120-3.603 1,1.026 0.770-1,-2.663 3.746-2,0.125-0.057 1,-0.156-0.099 0,-0.321-0.118-1,-0.399-0.121-1,3.181-4.360-2,-2.504 2.218 1,-2.140 11.686 11,-2.987 1.957-5,-0.561-0.908-5,-3.582-0.001 0,-4.336 1.851-2,2.825-3.537 2,0.235 0.796-1,0.254 0.566 0,0.502 0.171 1,0.634-0.102-1,0.681-0.277 3,0.669-0.376 1,-1.158 1.797-2,-0.388 0.482-2,-0.120 0.110 3,0.055-0.127 2,0.158-0.263-3,0.209-0.325-2,0.182 1.085 0,0.056 0.749-1,0.012 0.408 3,-0.017 0.164 6,0.460-2.042-6,-0.438-0.343-2,-0.546-0.405 0,-0.592-0.426 0,-1.372 0.865 0,0.358-0.623 3,0.698-0.574-1,0.852-0.497 0,-1.683 3.964 4,2.830-1.515-2,1.966-1.229 1,2.609-0.580-1,4.494-9.737 0,-1.125-1.627 0,-0.532 0.859-1,0.747-0.629-2,-0.626 0.225 0,0.578-3.096-1,-2.231 2.479 1,0.135-0.929-1,0.133-0.678 1,0.050-0.292-1,0.020-0.078 1,-0.002 0.069-1,-0.016 0.162 1,-0.024 0.213 0,0.486-2.087 0,-0.108 0.054 1,-0.130 0.595-1,-0.133 0.868 5,-0.122 0.956-1,-0.105 0.924-3,1.355-0.946-2,0.691-0.475 1,0.228-0.149 3,-0.072 0.062 1,-0.247 0.183-3,-0.330 0.240-2,-0.247-1.417 0,-0.175-0.867-1,-0.116-0.457 4,-0.070-0.168 6,-0.368 1.205-9,0.043 0.537-1,0.076 0.629 1,0.090 0.642 0,0.075 0.290 2,0.059 0.044 2,0.045-0.117-1,0.033-0.212 0,0.119 0.115-1,-0.096 0.754 0,-0.125 0.929-1,3.490-1.970 2,-1.123 3.565 2,-0.186 5.032 0,-5.166 4.358 0,-2.009-0.150-1,-1.588 0.957-2,-0.994 1.586-2,0.411 0.167 0,0.081 1.431 0,-1.058 0.722 1,-1.161-0.712 0,-0.809 0.333 1,2.921-4.949 0,-0.079 0.217-1,0.051 0.705 0,0.447 0.382 0,0.527 0.354 0,0.529 0.306 1,0.566-0.497 0,0.349 0.192 1,0.291 0.180-1,0.233 0.159 0,0.176 0.448 0,0.143-0.245 0,0.095-0.340 0,0.057-0.371 0,0.029-0.358-1,0.009-0.321 1,-0.001-0.326 0,0.071 4.242 0,-0.067-2.134 1,-0.058-1.580 2,-0.035-0.385 0,-0.019 0.388-3,-0.009 0.505-1,-0.002 0.181 8,-0.002-0.167-12,0.003-13.208 10,4.284 0.693-2,1.439 3.601-5,-1.033-5.152 0,1.879-5.923 0,-2.514 4.314-1,0.152-0.499 0,0.074-0.227 1,-0.333 0.965 0,-0.134 0.698 0,-0.161 0.830 1,-0.165 0.847 0,-0.155 0.792 0,2.991-3.542 4,-0.182 0.011 0,-0.013-1.120-3,-0.123-0.165 0,-0.201 0.993 0,-0.196 1.224 1,-1.201 1.211 0,-1.283-0.058 1,-0.513 0.541 0,2.244 0.053 1,1.583-1.020-3,-3.452-0.185 1,-1.152-0.261-1,-0.894-2.365-3,-0.633 1.724 8,-0.442 1.927-7,-0.169 12.294 4,0.287 1.611-2,-1.344 2.579-1,-1.027-4.105 0,-0.723 1.204 0,-0.479 0.735 1,-0.287 0.379-5,-0.598 0.748 3,-0.107-0.435-1,-0.019-0.640 0,0.037-0.716 1,0.262-0.718 1,0.032-0.139 3,0.022 0.015 0,0.014 0.112-1,0.236-0.718-1,0.016-0.650 0,0.010-0.783 1,-4.117 2.871-4,1.593-0.282 5,2.768-0.485-1,1.670 0.394 7,1.157 1.222-7,0.785 0.267-1,0.331-0.287 0,0.075-0.554-1,-0.056-0.960 2,-0.076-0.419-1,0.008 0.667 0,0.301-0.969 0,1.510-0.170 0,4.535-5.493 1,0.087-3.943 0,-0.599-2.975 0,-1.154 1.921-2,-1.243-0.966 0,0.463-1.681 1,2.554-2.256-1,-2.291 4.040 0,0.117-0.394-1,-0.374-0.142 1,-0.588-0.039-1,-0.665 0.027 1,-0.653 0.064 0,-0.587 0.082 1,1.521 0.386 0,1.248 0.369 0,0.957 0.392 6,0.696 0.373-3,0.477 0.329-5,-0.707 0.284 0,-0.570-0.219 0,-0.748-0.333 1,2.054-5.461-1,-1.963-0.270 3,0.056 0.028 0,-0.617 1.357 0,-0.789 0.278 0,-0.171 0.202 0,0.801 0.129 0,1.343-1.324-1,-1.109 1.374-1,-1.479 1.344 1,-1.162-0.585 1,-0.935-1.638 0,-0.395-0.543 0,-0.214-0.639-2,-0.056 1.158-2,0.033 1.312 4,0.051 0.578 0,0.041-0.014 0,0.031 0.728-1,0.020-1.265 0,0.017-0.118 0,-0.002 1.505 0,-0.006-0.667 1,-0.046 0.658 1,-5.462 3.315-1,-0.838 2.963-1,-0.232 2.828 0,1.796 1.247 0,-3.263 1.849-1,3.038-2.671 0,-0.520 0.124-1,0.156 0.328 1,0.557 0.424-1,0.753 0.447 1,0.809 0.422-1,-1.422 5.266 3,-1.196-0.553-1,1.852-4.978 0,0.003-0.340 0,-3.514 4.226-1,1.221-0.050 0,0.318 0.046 4,-0.214-0.369-2,-0.269-1.779-2,-0.174-2.223 1,-0.598 2.333 1,0.179 1.479 4,0.602 0.060-6,1.688-0.054-2,1.735 0.142 2,1.461-0.522 2,0.993-0.869 0,0.530-0.887-1,0.309 2.598 0,-0.054-2.600 1,-0.041-0.005 0,-0.018 2.692-1,-0.090-0.635 0,-0.044-0.132 0,-0.016 0.966 1,0.001-1.821-1,0.001 0.763 0,0.002 0.234-1,0.002-0.177 0,0.001-0.331 1,0.000-0.724-1,0.000-0.540 1,0.001 2.413 1,-0.001-2.570 0,0.000-12.146-2,0.199-0.695 0,4.205 0.656 1,0.328 0.774 1,0.861-0.547 0,0.370-0.110-2,0.038-3.118 0,-0.142-1.202 2,-0.183 0.668-1,1.163-0.119-3,-2.688 4.581 1,0.515-0.249 1,0.476-0.254 1,-0.617 0.637-1,-0.350 0.189 1,2.606-3.975-1,-2.265 1.163 1,-1.773-0.121 3,-1.710 0.651 0,-0.896 0.820-2,-0.452-2.335 1,-0.578 0.333-2,-5.959 6.633 1,1.321 6.147 1,-1.529 0.449-2,-2.592 1.284-3,1.111 0.463 1,2.377 0.174-1,-0.118 0.280 3,-2.521-0.454 0,3.272-3.536 0,-0.683-0.100-1,-0.775 0.999 0,-0.230 0.756 0,0.384 0.422 1,0.750 0.177 0,-0.276-0.044 1,-0.460-0.635 0,-0.727-0.781-2,-0.833-0.809-1,0.665-0.376 1,0.159 0.314 1,0.341 0.548 0,0.439 0.666-1,0.149 0.395 1,0.499-0.240 1,0.458-0.483-1,0.398-0.603 0,-4.287 2.625 3,0.937 0.026 0,1.582 0.315-3,2.311 0.140 1,0.861 0.571 0,-2.488 1.073 0,-1.177-1.065-1,-0.294-1.920-2,0.160-1.911 1,0.052-1.486 1,0.308-1.098 2,0.647-0.642-1,0.418-0.282-1,-1.025-0.199 0,0.216 0.102 0,0.990 0.334 1,-4.260 0.036 0,2.930-0.005 0,-0.584-0.001-2,-0.152 0.000-1,0.127 0.000 0,0.434-0.001 0,0.810 0.000 0,-4.147 0.000-1,2.993-0.001 4,-0.547 0.000 3,0.665 0.000-1,0.162 0.000-1,-1.307 0.000-1,2.783 0.000-1,-1.932 0.000-1,1.218 0.000 0,0.578 0.000 1,0.117 0.000 0,0.022 0.000 1,-0.236 0.000 0,-0.406 0.000-1,-1.071 0.000 0,-1.279 0.000 0,2.893 0.000-1,0.167 0.000 1,-2.446 1.221 0,2.381 0.260-1,-1.312 0.601 0,0.016-0.007-1,-0.351-0.029 1,-0.148-0.158 0,-0.006-0.231-1,0.088-0.264 1,-0.802 0.111 0,0.288 0.107 1,0.329 0.202-1,0.325 0.243 1,0.295 0.247 0,1.255-0.293 0,-4.722 1.457 0,1.794-1.015 2,0.877-1.008 1,-0.796-0.695 0,-1.792-0.139-4,-0.663 1.595 1,1.141 1.663-1,1.130-0.177 1,0.417-0.858 1,0.150-1.051 0,0.550-0.917-1,-0.441-0.526 1,-1.386-0.274-2,0.064 0.517 0,2.147 1.292 0,2.559 1.364 2,-3.000 0.976 1,-2.393-0.871 2,-1.031-1.212-6,1.056-1.038-1,1.740-0.647 0,1.731-0.366 4,0.762-0.167 0,-2.041-0.045 1,-1.958 0.021-3,-0.043 0.036 1,0.055 0.264-1,0.671 1.425 1,1.044 1.714 0,1.168 0.431 0,0.571-0.599 0,0.034-0.921 2,-0.938-0.911-1,-1.104-0.708-1,-0.359-0.435-2,0.344-0.202 1,0.340 0.171 0,1.662 1.545 2,-0.220 3.490 2,-0.216-0.325-1,1.441-2.552-3,-1.188-0.729 1,-0.734-0.699-1,0.161-0.541 1,0.531-0.300-1,-0.251-0.132 1,-1.236-0.066 1,0.465 0.015 0,0.853 0.042-1,-1.334 0.023-1,2.090 0.052 1,-0.539 0.025 0,0.354 0.004 0,-0.216-0.005 1,-0.855 2.632 0,0.371 2.635-1,0.862-1.722 0,-1.214-1.016-1,-0.908-1.030-1,-2.073-0.806 0,-0.841-0.430 2,0.927-0.246 2,0.614-0.123-3,1.031-0.030-1,0.807 0.019 4,0.650 0.034 0,0.376 0.032-2,0.505 0.024 1,0.568 0.016-1,-1.920 0.009 0,-0.301 0.003 0,1.900-0.002 0,-0.605-0.001 0,-0.984-0.001 0,-1.046-0.001 0,-0.888 0.000-1,-0.556 0.000-1,1.303 0.000 0,1.468 0.000 3,0.830 0.000 0,-0.784 0.000 0,-1.082 0.000-2,-0.392 0.000 1,1.156 0.000-1,1.407 0.000 2,-1.098 0.000 0,-0.056 0.000 0,0.761 0.000-1,-0.700 0.000 1,0.825 0.000-1,-0.332 0.000 0,-0.789 0.000 0,0.125 0.000 0,0.510 0.000-1,0.272 0.000 1,-0.632 0.000 0,-0.692 0.000 0,-0.258 0.000 0,0.460 0.000-1,0.945 0.000 1,0.829 0.000 0,-2.166 0.000 0,-0.791 0.000 1,-0.219 0.000 0,0.111 0.000-1,1.251 0.000-2,1.258 0.000 0,0.452 0.000 2,0.140 0.000 9,-0.148 0.000-12,12.614 0.000 5,0.162-0.213 1,-2.898-7.841-4,1.394 1.919-2,2.606-0.306 0,0.994 0.252 1,-0.540 0.490 0,-1.025 0.474 1,-0.146 0.713 2,1.952 1.256 0,0.365 1.135 1,2.044-0.632-3,-4.733 0.419-1,0.233-0.122 2,0.015 0.103 0,-0.125 0.239 1,-0.206 0.309-3,-0.243 0.330 1,0.227-0.608-1,0.297-0.356 0,0.005-0.086 3,-0.190 0.100 1,-0.309 0.218 3,0.125-0.036-6,0.094-0.093-1,0.197-0.171 0,0.251-0.212 1,0.337-0.098 1,-0.231 0.237 0,-0.352 0.341 0,-0.404 0.383 0,0.197 0.329 0,0.100 0.386 2,0.219 0.333-1,0.275 0.272-1,-0.376-0.094 0,-0.213-0.343-1,-0.300-0.461 1,4.430-2.390 0,-1.465 0.200 1,-0.351 0.652 0,-0.076 0.911-1,0.635 0.847 1,2.187 0.681 0,-4.869 0.444-2,-0.370-1.107 0,4.771-2.709 0,-2.347-0.153 3,-2.205 0.896 0,0.280 0.459-4,1.040 1.978 2,4.928 0.450 5,-4.773 0.245-6,0.917-0.136-2,0.113-0.260 1,-0.163-0.323-1,-0.331-0.343 1,-0.418-0.332 0,-0.447-0.302 1,-0.314-0.094 1,-0.304 0.076-1,-0.235 0.171 1,-0.174 0.221 0,-0.122 0.238 0,-0.080 0.233 0,-0.047 0.212 0,-0.022 0.185 0,5.474-0.044 0,0.249 0.353 0,-5.800 0.167 1,0.107 0.033 0,-0.028 0.020 0,-0.058 0.011 0,5.827 0.062 1,0.475-0.019-3,-5.485-0.061 1,0.009-0.007 0,-0.211-0.007 1,-0.345-0.006 0,1.079-0.004 1,-0.020-0.006-5,0.065-0.004 1,0.111-0.003 2,-0.952-0.001 1,0.145-0.001-1,0.178-0.001 0,0.188 0.000 1,0.908 0.000-1,0.671 0.000-1,0.709 0.000 1,0.682 0.000-1,-0.526 0.000 0,0.486 0.000 0,0.460 0.000 0,0.415 0.000-1,2.423 0.000 1,0.050 0.000 0,-0.170 0.000 0,0.215 0.000 0,-0.226 0.000 2,-0.222 0.000 0,-0.201 0.000-1,-0.548 0.000-1,-0.709 0.000 1,-0.743 0.000-1,-0.698 0.000 1,-0.207 0.000 2,0.108 0.000 0,0.288 0.000 0,0.372 0.000-3,-1.243 0.000 1,0.100 0.000 0,0.085 0.000-1,0.070 0.000 1,0.055 0.000 0,0.630 0.000-1,0.284 0.000 1,0.301 0.000-1,0.289 0.000 1,-1.136 0.000 0,-0.734 0.000 0,-0.916 0.000-1,-0.979 0.000 1,-0.957 0.000 0,4.578 0.000 4,0.398 0.000 0,-5.041 0.000-4,0.579 0.000-1,-0.047 0.000 1,0.326 0.000 0,0.263 0.000-1,0.204 0.000 1,0.045 0.000 0,-0.360 0.000 0,-0.493 0.000 0,-0.551 0.000 1,6.474 0.000 0,-5.358 0.000 0,0.717 0.000 0,0.791 0.000-2,-0.982 0.000 0,-0.184 0.000 0,-0.338 0.000 0,-0.415 0.000 0,-0.436 0.000 1,-0.420 0.000 0,5.550 0.000 0,-5.328 0.000 1,0.742 0.000-1,0.823 0.000 0,0.037 0.000 0,-0.229 0.000-1,-0.484 0.000 1,-0.623 0.000 0,-0.675 0.000 0,6.472 0.000 2,-5.209 0.000 0,-0.182 0.000 0,-0.390 0.000 0,4.148 0.000-2,0.136 0.000-3,1.139 0.000 3,-5.915 0.000 0,5.270 0.000 1,-2.292 0.000-1,-1.098 0.000 1,0.601 0.000 1,2.701 0.000 0,-0.323 0.000-2,-1.019 0.000-2,0.366 0.000 0,-0.664 0.000 2,-1.879 0.000 1,-1.663 0.064 0,-0.040 1.211 0,-5.705 4.959 1,-1.427 0.475 0,-7.000-2.794-3,-2.541-0.037-1,-0.040-0.499 0,-0.220-0.590 0,3.595-1.437 1,-0.229-0.321 1,-0.219-0.286 1,-0.193-0.239-1,-0.974-0.203-1,-1.334-0.123 0,-1.014-0.092 1,-0.736-0.065 2,-0.797-0.043-4,-0.778-0.026-1,-0.708-0.014-1,-0.612-0.004 0,-1.013-0.004 2,1.299 0.007 1,1.691 0.010-1,1.777 0.010 1,0.602 0.389 1,-0.162 0.582 7,-0.609 0.647-4,-0.824 0.629-4,0.833-0.049 1,-0.065-0.062-1,0.060-0.194 0,0.136-0.264 1,0.174-0.290-1,0.590-0.099 1,0.118 0.103 0,0.084 0.192 0,0.057 0.239-1,0.034 0.252 2,0.592-0.031-1,0.467-0.111 0,0.537-0.196 0,0.549-0.238 0,0.521-0.252 1,0.470-0.245 0,-0.842-0.188 0,-0.881-0.222 1,-1.152-0.183-1,-1.240-0.144-2,-1.529 0.216 0,-0.597 0.417 0,-0.308 0.514 0,-0.103 0.533 0,0.670 0.070 0,0.058-0.042 0,0.071-0.170 0,0.075-0.238 0,0.959-0.315 2,0.441-0.237-1,0.484-0.221 0,0.480-0.195 0,0.938-0.177 1,0.331-0.123 1,0.265-0.098-1,0.204-0.076 0,-0.552-0.061 0,0.508-0.045 0,0.547-0.028 0,0.531-0.014-1,0.482-0.004 1,0.416 0.003-1,0.320 0.001 17,-2.351-0.033-26,15.605 0.023 16,0.322 0.079-5,0.228-0.001-5,0.564-1.051 1,-1.784-2.071 0,-0.456-0.737 2,2.130 0.467 1,3.798 0.165-2,-5.069 1.285 0,0.125-0.290 0,1.173-0.743 1,0.476-0.515-2,0.485-0.490 0,-1.172 0.369 0,0.148-0.179 2,0.115-0.135-1,0.087-0.098 0,-0.164 0.146 0,-0.329 0.308 1,-0.426 0.403-1,-0.471 0.448 1,0.857 0.151-1,-0.180 0.592 3,-0.060 0.524 0,0.022 0.442 0,0.810 0.339-2,0.421 0.307 0,0.453 0.219 0,-0.182 0.143 0,-0.175 0.087-1,-0.299 0.047 1,-0.354 0.019 0,-0.359 0.000 0,-1.758-0.037-1,5.055 0.079 1,-0.824-0.055 0,-0.713-0.053 4,2.018-0.043-1,-3.172-0.036-3,0.911-0.007 0,0.601-0.004 1,0.359-0.002-4,-1.239 0.000 0,-0.359 0.000 1,-0.463 0.000-1,-0.498 0.000 1,-0.487 0.000 1,-0.447 0.001 2,0.206 0.000 0,-0.807 0.001 0,3.891 0.000 1,-2.339 0.002 2,0.894 0.000 0,-1.007 0.000-2,-1.615 2.133 0,-3.111 4.003-2,-2.067 2.693-1,-0.922-2.409 1,-1.607 0.367-1,-4.076-3.458 2</inkml:trace>
</inkml:ink>
</file>

<file path=ppt/ink/ink6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5:35"/>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1610.192 3719.677 767,'0.000'6.024'0,"0.000"0.127"0,0.000 0.732-5,0.000 0.207 4,0.000-0.726 1,0.000 1.370-1,0.000 0.623-1,0.000 1.053 2,0.000-0.282-1,0.000-0.417 1,0.000-0.350 0,0.000-1.589 1,0.000 0.285-1,0.000 1.575 0,0.000 0.909 0,0.000 0.717-2,0.000-0.314 0,0.000-1.776 1,0.000-1.841 1,0.000 0.675 2,0.000-0.937-1,0.000 0.586 1,0.000-0.051 1,0.000-12.759-1,0.000-0.337 0,0.000-0.640-4,0.000 0.052 0,0.000-1.518 1,0.000-2.483 0,0.000-1.570-2,0.000 5.474 1,0.000-0.527-1,0.000-0.492 1,0.000-0.433 1,0.000-0.127 0,0.000 0.077 0,0.000 0.203 0,0.000 0.268 0,0.000 0.291 1,0.196 0.572 1,0.308 0.711-1,1.577-4.426 1,1.333 2.549 2,0.061 2.161-1,-0.618 0.904 0,-0.155-2.187 1,-1.623 0.051 0,-0.928 0.231-4,-0.256-0.897 1,-0.029-0.559 1,0.024 1.364-1,0.015-0.560-1,0.061-0.819-2,0.033-1.478 5,0.003-1.433-1,0.001 0.061 4,0.000 3.160-12,0.000 15.802 13,-0.004-1.097-5,0.000 0.322-3,0.000 1.340 0,0.000 1.228 2,0.000 0.937-2,0.000 1.785-1,0.000-4.733 2,0.000-0.338 1,0.000-0.580-1,0.000 4.078 1,0.000-2.593 0,0.000 0.177 1,0.000-1.575 0,0.000 1.008 2,0.000 0.633-2,0.000 0.344-3,0.000 1.378-1,0.000-0.317 1,0.000-0.527-1,0.000-0.611 1,0.000-0.613 1,0.000-0.563 2,0.000 0.484-1,0.000 0.526 0,0.000 0.234 2,0.000 0.031 3,0.000-0.102-3,0.000-0.001-4,0.000-0.591 0,0.000-0.656 0,0.000-0.644 0,0.000 5.816 6,0.000-5.837-1,0.000-0.074-2,0.000-0.049 0,0.000 4.836-2,0.000-1.861-2,0.000-0.924 4,0.000-0.299 1,0.000-0.859-1,0.000-0.826 0,0.000 2.615-1,0.000-2.148 1,0.000-12.998-1,0.000 0.338 1,0.000-1.112 0,0.000-0.894 0,0.000 1.384-2,0.000-2.489-1,0.000-0.876 0,0.000 0.608 1,0.000-0.439 1,0.000-3.628-2,0.000 4.579 1,0.000-0.887 0,0.000-0.753 0,0.000 1.302-1,0.000 0.509 1,0.000 0.725-1,0.000 0.823 1,0.000 0.834 0,0.294-5.681 3,0.461 5.375 2,0.534 0.090-2,0.542 0.245 1,0.393-0.347-2,-0.040 0.100-3,-0.212 0.056 1,-0.299 0.024 0,-0.327 0.003 1,0.294-3.881 0,-0.753 1.450 0,-0.518 1.384 1,-0.315 0.134 1,-0.157-0.207 0,-0.040-0.521-3,0.013-0.774 1,0.037-0.037-1,0.041 0.683 1,0.030 0.647 1,0.015-0.706 0,0.008-0.850-2,0.001 2.650 1,0.000-1.014-1,0.000-0.546 1,0.000-0.210 1,0.000 0.017 0,0.000 0.110-4,0.000 0.668 1,0.000 0.757 0,0.000-4.538 1,-0.001 3.445 4,0.000 1.057 0,0.000 0.472 1,0.000 12.916-4,0.000-0.255 0,0.000-0.178 0,0.000-0.198 0,0.000 1.850-1,0.000 1.097 1,0.000 0.279 0,0.000 0.724-1,0.000-0.039 1,0.000-0.490-2,0.000-0.548 1,0.000 2.899 0,0.000-5.517 1,0.000-0.179 3,0.000 4.456-1,0.000-2.023-5,0.000-1.230 2,0.000-0.326 2,0.000 2.358 0,0.000 3.229-3,0.000-5.671 1,0.000 0.303 0,0.000 0.167 0,0.000 0.064 0,0.000-0.008 1,0.000 1.495-1,0.000-0.053 1,0.000-0.108 0,0.000-0.131 0,0.000-1.274 0,0.000-0.646 0,0.000 4.617 0,0.000-2.446 2,0.000-1.993 0,0.000 1.614 1,0.086-1.838-1,0.497 2.048 0,0.568-1.703-2,1.350-1.141-1,3.548-3.987 1,1.136-4.523-1,-0.515-3.944 2,-2.467-1.681-1,-1.402-2.713-2,-1.904 4.759 1,-0.275-0.343-1,0.790-3.638 0,1.392 0.399 0,1.369-0.452 3,-0.438 1.098 2,-1.019 0.443-2,-1.027-2.812 0,-1.162 4.258-2,-0.141-1.768-1,-0.170 0.077 1,-0.122 0.490 0,-0.082 0.695-1,-0.040 1.610 1,-0.087-4.234 4,-0.016 2.167-1,0.018 0.831 0,0.035-1.133 0,0.037-1.522-3,0.026 0.150 0,0.013 0.245 0,-0.649 1.991 2,-2.853 0.296 2,-5.346 4.148-1,-1.984 2.769-2,-0.230 0.587-3,1.410 0.184 2,1.955 0.000 0,1.690-0.074 1,0.597 3.292 1,3.497 2.689-1,-0.091 2.040 1,-1.370-1.271-1,-0.204-1.638 2,0.489 0.110-2,-0.086 0.606 1,-1.084 0.758-1,-1.967 1.466-1,-1.067 0.258-1,0.209 1.040 1,1.974 1.198 0,3.355-4.962 0,-1.046-0.199 1,-0.801-0.103 0,-0.542-0.177 2,-0.336-0.211-1,-0.309 0.271 0,0.511-0.248-3,0.690-0.229 1,-1.373 4.316 0,2.394-0.056 3,0.405 1.117-1,0.614-4.368-1,-0.424 0.521-1,-0.118 0.030 1,0.107-0.354-1,-1.239 4.451-1,1.165-2.335 2,1.021-2.130 1,0.500 2.325 1,0.522-1.563-1,0.124 0.124 1,0.031-0.178-1,0.056-0.314-2,-0.140-13.565 2,-0.065 0.587 0,0.007 0.443 0,0.003-1.327 0,0.000-1.197-2,0.000-0.977-1,0.000-1.339-1,0.000 0.625 2,0.000 1.280 1,0.000 1.134 0,1.051-1.164 1,0.240 2.860-2,0.542-1.212 0,0.586-0.981 0,0.307 0.172 0,0.184 0.566 0,0.093 0.762 0,0.029 0.818 0,-0.012 0.784 1,2.233-5.195 0,-1.815-1.256 1,-2.355 5.655 0,0.122-4.919 0,-0.834 1.976 1,-0.397 0.761-1,-0.124-1.708 0,-0.014 0.241 0,0.029 0.833-2,0.046 1.302-1,0.044 1.431 2,0.250-2.675 2,1.329-0.203-1,1.552-0.267 0,0.898 0.924-3,-0.521 0.036 0,-0.936-0.706 1,-0.923-1.067 0,-0.797-0.255 1,-0.545 0.445 1,-0.281-0.167 0,0.206 1.081 0,0.579 2.990 0,3.213 1.207 0,2.133 5.373 1,0.308-0.222-1,1.886-0.331-1,-1.520-0.063 1,-0.676-0.004-2,0.993 0.004-1,-0.372 0.008 2,0.427 0.002 1,-1.047 0.000-1,0.207 0.000 0,1.593 0.000 0,-1.216 0.000 0,0.198 2.924 0,-3.429 4.189 1,-2.420-0.677 0,-1.200 0.420-2,-0.179-0.364 0,0.318 1.810 1,0.026-0.416 1,-0.001-0.329 0,-0.003-0.693-2,-0.002 1.646-1,-0.001-1.228 1,0.000 1.100 0,0.000-0.198 0,0.000-1.068 0,0.000-1.054 2,-1.561 0.138-1,-5.036-2.618 4,-0.422 1.587-3,1.680 1.238-2,-1.316 3.990-2,3.082-4.065 1,-0.132 0.606 1,0.626-0.603 0,0.304 0.175 0,0.376 0.110 1,0.401 0.060-1,0.393 0.023 0,0.112 0.430 1,0.147-0.599 0,-1.288 4.356 0,-0.256-2.741 1,-0.376-2.052 0,0.284 6.411 3,1.775-4.100 0,0.220 0.761-5,0.251-0.594-1,0.171-0.356-1,0.149-0.582 1,0.126-0.695 0,0.102-0.725 0,-0.179 4.558 2,-1.127 0.439 3,0.152-4.913-4,-0.400 0.555 1,-0.189 0.395-1,0.015 0.084 1,0.133-0.063-1,0.202-0.155 1,0.236-0.207-1,0.243-0.228 1,0.151 0.331 0,0.262-0.733 1,-0.075 3.965-1,0.533-2.644 3,0.327 1.046 1,0.102-0.540-2</inkml:trace>
</inkml:ink>
</file>

<file path=ppt/ink/ink6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5:54"/>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2052.192 3785.677 767,'-4.338'4.339'0,"-0.152"0.151"0,0.010-0.011 0,2.146 3.530-7,1.673 0.795 6,-2.393 1.492 0,0.340-4.513 0,-0.780 0.315-1,-0.483 0.298 0,0.053-0.195 1,0.301-0.332-1,0.443-0.398 1,-2.130 4.706 0,0.100-0.907 4,-0.758-0.692-1,-1.975 0.750-1,3.155-4.183-2,-0.480 0.323 0,-0.549 0.410 0,-0.009-0.110-1,0.135-0.225 1,0.210-0.273 0,0.809-0.473 2,0.728-0.190 0,-1.659 4.207 1,1.292-1.264 1,-0.440-2.705 0,-1.506-2.258-1,1.828-7.072-1,4.802-1.814 0,-0.228-0.836 0,-0.148-1.926-2,-0.002-3.736-1,0.002 5.050 1,0.000-0.104-1,0.000 0.426 0,0.000 0.687 0,0.000-4.362-1,0.001 2.871 4,0.001 1.470 1,0.000-2.301-1,0.000-1.690 0,0.000-1.173 0,0.275-0.088-4,0.419 1.186 0,0.471 1.654 1,0.463 1.799 0,2.219-3.422 3,-0.549-0.452 7,-1.930 5.235-5,-0.221-0.200-4,-0.089-1.566-1,-0.283-0.231 0,-0.240-0.139 0,-0.193-0.071 1,-0.155 1.340 1,-0.086 0.429 0,-0.069-4.981 0,-0.116 0.755 2,0.028 4.629 0,-0.001-0.129-1,0.003 0.043 0,0.002-0.232 0,-0.027-4.842-3,0.033 2.188 0,0.025 0.628 4,0.016-0.145 6,0.010 1.061-10,0.008 13.632 4,-0.011 1.809-2,0.000 1.392-1,0.000-0.150 0,0.000 0.567 0,0.000 0.024-2,0.000 2.706 1,0.000-5.210 2,0.000 0.208 1,0.000-1.037-1,0.000 0.198 0,0.000 0.229-2,0.000 0.235 0,0.000 0.331 2,0.000-0.081-1,0.000-0.175 1,0.000-0.225 0,0.000-0.244-1,0.000-0.241 1,0.000 1.292 0,0.000 0.271-1,0.000-0.107 1,0.000-0.341 3,0.000-0.484 0,0.000-0.540-3,0.000-0.536-2,0.000 4.822 1,0.000-0.294 4,0.000 0.499-3,0.000-0.507-2,0.000-0.551 1,0.000-1.075 3,0.000-0.342 0,0.000 0.769-1,0.000-0.946 0,-0.213-1.481-1,-1.336-0.771 0,-1.735 0.535 0,-0.474 0.444 0,0.608 0.010-1,0.660-0.179 5,0.945-13.592 0,1.550 0.477-4,-0.007-0.300-2,-0.001-2.725-1,0.002 2.952 1,0.000-0.316 0,0.000 0.029 2,0.000 0.244 1,0.000-5.119-3,0.000 1.594-1,1.375 0.632 0,0.722-2.317 2,0.261-0.982 1,-0.043-0.081 0,-0.225 0.477 1,-0.252 2.156-2,0.093 0.975-1,0.161 1.013-1,0.194 0.968 1,0.203 0.874 3,0.315-1.398 2,-0.278-0.024 0,-0.393 0.273 2,-0.427 0.429-2,0.411-4.314-3,-1.046 1.403-3,-0.681 0.292 6,-0.370-0.777-2,-0.159-0.922-2,-0.034 0.749 0,0.031 1.621 0,0.051 0.525 2,0.041-2.149 0,0.027-0.781 1,0.018 0.564-4,0.009 1.334 0,0.003 1.771 3,0.000 0.885-1,-0.078-2.442 2,-0.934 2.828-1,-4.712 3.387 1,-1.062 3.416-2,-0.025-0.505 1,-0.769 4.545 0,0.479 3.782-1,3.077-3.489-2,-0.241 0.227 0,-0.187 0.096 0,-0.179 1.796 0,-0.003 1.145 0,0.049 0.716 0,0.078 0.391 6,0.732-0.792-4,0.482-0.140-2,0.539-0.226-1,0.539-0.267 1,0.503-0.276 1,0.498 0.165 1,0.336 0.208 1,0.280-0.097-1,0.224-0.298 2,0.175 1.045 1,0.163-0.168-1,0.104-0.122-4,0.059-0.083 0,0.021-0.566 2,0.004-0.509 0,-0.010-0.558 0,-0.018-0.545 0,0.065 4.664 0,-0.080-1.396 0,-0.060 1.888 0,-0.042-5.230 1,-0.006 5.633 6,-0.012-1.109-8,-0.004-1.209-2,0.002-1.220 1,0.002 1.576 0,0.003-3.275 3,-0.001 4.313 10,0.002-4.034-15,0.002-13.290 8,0.000 0.274-3,0.000-0.465-2,0.000-1.433-1,0.000 0.748 1,0.000-2.937 0,0.000 1.021 2,0.000 2.096-2,0.000-0.265-1,0.000-2.788 1,0.000 3.123 1,0.000-0.642 1,0.000-0.239 0,0.000 0.053-2,0.000 0.252-1,0.000 0.378 0,0.000-0.053-1,0.000 0.628 2,0.000 0.636 2,0.000-4.479 0,0.000 1.112 2,0.000 2.360-2,0.000-0.851 2,0.000 0.626-1,0.000-1.405-1,0.000 0.178 0,0.000 0.400-4,0.000 0.763 1,-0.200-0.797 4,-1.163-2.423-1,-1.354 0.694-1,-1.076 1.688-3,0.058 1.840 2,-0.015-0.729 0,1.982-0.076 4,-1.567 0.332 0,-1.064-1.822-3,0.679 0.150 0,1.096 0.931-2,0.859-0.121 0,1.549 0.799 3,1.133 0.421 1,5.305 5.277 0,0.293 1.516-1,0.997-0.156-1,-0.649-0.009 0,0.705 0.000 0,0.803 0.001-1,-2.249 0.001 0,0.587 0.000 0,0.090 0.000 1,-0.491 0.000 0,2.771 0.000 0,-2.438 0.000 0,0.000 0.000 0,-0.457 0.000 1,2.132 0.000-2,-1.144 0.000 1,1.823 0.000 1,-1.909 0.000 0,2.902 0.000-3,1.379 0.000 1,-5.317 0.000 0,5.393 0.626-1,-2.229 1.166 1,-2.193 1.039 1,-1.570 0.704 1,0.647 0.633-1,-0.126-1.777 2,0.690-1.461 1,1.342-0.799-2,-1.134 1.884-2,-1.021 3.916 2,-0.442-2.487 0,0.446-1.164-2,0.481-0.866 0,0.466-0.662 0,-0.181-0.485 0,-0.289-0.265 1,0.231-0.119 1,0.348-0.022-1,-0.396 3.481 0,-0.233 2.672 2,-0.301 1.036-2,1.168 0.476-3,0.431-2.328 1,-0.018-2.358 3,0.227-1.538 0,-0.988-0.916 0,-0.313-0.403-1,-0.310-0.174 0,0.010-0.053 0,2.079-0.038 0,-0.915 0.407 0,0.814 3.408 0,-0.541 0.992 0,0.690-0.746-1,-1.346-1.568 1,-0.417-0.886 0,-0.439-0.668 0,0.565 1.467 1,-1.181 2.961 0,0.820-1.686 0,2.753 0.210-3,0.510 0.536 1,1.633 0.823-1,-4.106-2.571 1,0.094-0.341 0,-0.201-0.379 2,-0.793-0.417-1,4.418 0.375-2,-2.348-0.887 1,-1.836-0.540 3,-0.299 1.230 0,-3.136 4.936 1,-2.686 1.100 0,-0.464-0.425-4,-0.093 0.364 0,0.004 0.355 0,0.056 0.471 0,0.072-0.018 1,0.056-0.837 0,0.035-1.063 0,-0.179 1.398 0,-2.514-0.469 0,-1.136-1.892 0,-1.653-0.765 0,-1.448-1.133 0,-1.910 0.018 0,-1.759 0.641-1,4.470-1.739 0,-0.866 0.270-1,-0.918 0.268 1,-0.891 0.248-1,-1.598 0.275 1,-0.241-0.315-1,0.046-0.450 1,0.220-0.497 0,0.483-0.545 0,-0.180-0.402 1,-0.274-0.349 0,-0.314-0.288 0,1.373-0.254 0,-0.315-0.133-1,-0.359-0.103 1,-0.370-0.077 0,-0.145-0.055-1,0.019-0.037 1,0.132-0.022-1,0.203-0.011 1,-0.326-0.009-1,0.315 0.005 2,0.326 0.009-1,0.315 0.011 1,-1.193 0.004-1,0.443 0.017 1,0.439 0.015 0,0.401 0.013 0,1.045 0.011-1,0.208 0.007 1,0.136 0.005-1,0.079 0.004 0,0.037 0.002 0,0.007 0.002 0,0.020 0.001-1,0.474 0.000 1,0.554 0.000-1,0.566 0.000 1,-3.870 0.002 4,1.547-0.002 1,0.854-0.164-4,0.041-1.928 1,4.504-4.040 0,3.198-0.442 0,0.588-1.595-2,1.667 0.292 0,1.934 1.025-1,1.263 0.960-1,2.272 2.120 1,-0.484 0.561 2,2.874-3.344-1,-4.628 2.681-1,0.144 0.010 0,0.001 0.237-1,-0.095 0.377 1,0.621 0.209 0,0.054 0.084 1,-0.333-0.005 0,-0.574-0.065 1,-0.105-0.092 0,3.969-2.069 0,-0.997 1.681-2,-0.453 1.500 1,0.903 1.091 0,3.225 0.643 0,-5.324 0.274 1,0.146 0.054 1,0.023 0.032-3,0.851 0.028-1,0.137 0.003 0,0.126-0.007 0,0.109-0.014 0,0.090-0.016 2,0.071-0.017-1,-0.862-0.018 1,-0.461-0.012 0,-0.541-0.010-1,4.545 0.001 1,-1.928-0.020 5,-1.551-0.010-1,-1.013-0.003-3,2.568-0.003 1,-0.737 0.004-1,-0.444 0.003 0,0.101 0.002-1,0.889 0.000 0,-2.385 0.000 0,0.819 0.000 0,-13.168 0.000 1,-0.152 0.000-1,-1.184 0.000 0,1.228 0.000 1,-1.486 0.000-2,0.942 0.000 0,-4.458 0.000-1,0.820 0.000 0,-2.039 0.000 1,-1.329 0.000-1,-0.930 0.000-1,0.701 0.000-1,1.230 0.000 0,1.477 0.000 1,1.527 0.000 0,2.478 0.000 1,0.878 0.000 5,-4.336 0.000 3,0.640 0.000 2,1.575 0.000-2,1.432 0.000-5,-0.010 0.000 0,-1.953 0.000-1,-0.745 0.000 0,0.051 0.000 0,1.348 0.000-1,0.973 0.000 0,-0.382 0.000 8,0.036 0.000-11,14.305 0.000 8,1.329 0.000-2,0.313 0.000-5,-0.437 0.000 1,3.047 0.000 0,-4.253 0.000 0,0.241 0.000 1,0.116 0.000 0,0.030 0.000 0,-0.774 0.000 0,0.027 0.000 0,0.048 0.000 0,0.058 0.000 0,0.061 0.000 1,0.595 0.000 1,0.017 0.000-1,-0.017 0.000 0,-0.036 0.000 0,-0.046 0.000 0,-0.269 0.000 0,-0.267 0.000 0,-0.292 0.000 0,5.186 0.000 0,-0.884 0.000 0,-3.356 0.000 0,1.422 0.000 0,0.796 0.000 3,0.332 0.000 1,0.006 0.000-7,0.470 0.000 1,-0.729 0.000-1,-0.860 0.000 1,-0.871 0.000-1,-0.828 0.000 4,4.614 0.000 4,-2.079 0.000-2,-1.846 0.000 0,-1.378 0.000-3,3.082 0.000 0,0.580 0.000 1,0.311 0.000 0,-2.039 0.000-3,-1.851 0.000 0,-12.420 0.000 4,-0.508 0.000-1,-0.564 0.000 1,-0.087-0.490-1,0.977-1.482-2,0.752-0.765-1,0.202-0.146 0,-0.008 0.036 1,-0.030 0.035-1,-0.012 0.010 1,-0.002 0.000-1,0.001-0.001 0,0.001-0.001 1,0.000 0.000-1,0.000 0.000 0,0.000 0.000 1,0.000 0.000-1,0.000 0.000 0,0.000 0.000 1,0.000 0.000-1,0.000 0.000 1,0.000 0.000-1,0.000 0.000 0,0.000 0.000 1,0.000 0.000-1,0.000 0.000 0,0.000 0.000 1,0.000 0.000-1,0.000 0.000 0,0.000 0.000 1,0.000 0.000-1,0.000 0.000 1,11.939-0.512 43,2.406 2.905-37,0.606 0.242-7,-0.082 0.136-1,-0.317 0.060 0,-0.319 0.015 1,-0.234-0.006 0,-0.139-0.012-1,-0.066-0.011 1,-0.630-0.008 0,1.388-0.003 1,1.836-0.002 5,-0.097-0.001 0,-1.790 0.000-1,-1.781 0.000-3,-0.529 0.445 0,-10.966 4.478-2,-0.685-1.666 1,-0.479 0.578-1,0.132-0.025 0,-0.015 0.001 1,-0.008 0.001-1,0.001 0.000 1,0.000 0.000-1,0.000 0.000 0,0.000 0.000 1,0.000 0.000-1,0.000 0.000 0,0.000 0.000 1,0.000 0.000-1,0.000 0.000 1,0.000 0.000-1,0.000-0.001 0,0.000 0.000 1,0.000 0.001-1,0.000 0.000 0,0.000 0.000 1,0.000 0.000-1,0.000-0.001 1,0.000 0.001-1,0.000 0.000 0,0.000 0.000 1,0.000 0.000-1,0.000-0.001 0,0.000 0.001 1,0.000 0.000-1,0.000 0.000 0,0.000-0.001 1,0.000 0.001-1,0.000 0.000 1,0.000 0.000-1,0.000 0.000 0,0.000 0.000 1,0.000 0.000-1,0.000 0.000 0,0.000 0.000 1,0.000-0.001-1,0.000 0.001 1,0.000 0.000-1,0.000 0.000 0,0.000-0.001 1,0.000 0.001-1,0.000 0.000 0,0.000 0.000 1,0.000 0.000-1,0.000 0.000 0,0.000 0.000 1,0.000-0.001-1,0.000 0.001 1,0.000 0.000-1,0.000 0.000 0,0.000 0.000 1,0.000 0.000-1,0.000 0.000 0,0.000 0.000 1,11.639-5.895 37,0.928-1.594-14,1.350-0.144 4,0.358 0.872-9,0.198-0.574-17,-0.973-0.483-2,2.797-0.080-1,-0.626 1.260 5,-2.239 1.251 1,0.085 0.769-5,-0.986 0.839 0,-0.108 0.096 4,-0.719-0.015 0,0.261-0.012-1,-0.207-0.063-3,0.290-0.051 0,0.740 0.010 4,1.759 0.000 1,0.266 0.001-5,-0.396 0.000-1,-0.758 0.000 1,-1.058 0.000 0,-0.876 0.000 4,0.719 0.453 1,-3.585 4.665 0,-3.941 0.995-2,0.517 0.901 0,0.006 1.682-1,-0.004-2.302 0,-0.358 0.690-2,-2.040 2.751 1,0.309-3.860 0,-0.358-0.110 0,-2.888 3.861-1,0.008-3.475 1,-2.084-2.194 2,-4.411-0.226 1,4.026-1.576-3,-0.433-0.105 1,-0.044-0.235 0,0.203-0.298-2,1.012-0.396 1,0.424-0.256-1,0.438-0.232 0,-4.968 0.161 1,1.392-0.541 6,1.165-0.308-3,0.984-0.139-1,0.626-0.042-1,-0.049 0.005 1,-0.239 0.033-1,-0.306 0.036 1,-0.221 0.029 0,-1.977 0.020-1,-1.291 0.014-1,-0.546 0.005-1,1.097 0.000 1,1.386-0.001 0,1.447-0.001 1,0.660-0.001 1,0.340 0.000 1,0.199-0.001-1,0.104 0.000 0,-0.915 0.000 1,14.127 0.000 2,1.316 0.000-3,-1.387 0.000-3,0.953 0.000 0,-0.790 0.000 1,-0.065 0.000 0,0.806 0.000 0,2.760 0.000 1,-4.233 0.000-1,0.572-0.356 0,0.479-0.540 0,0.380-0.603-1,0.287-0.587 1,-0.650-0.037 0,-0.460 0.075 1,-0.573 0.210-1,4.450-0.985 1,-2.790 1.244 2,-0.902 0.719 0,0.056 0.494-1,0.450 0.333 1,-0.351-0.167-1,0.220-3.719-1,-2.161-1.661 1,2.027 1.382 0,-0.919 2.509-1,1.231 0.709-1,0.123 0.575 0,1.560 0.341 0,-3.027 0.107 1,0.273 0.023 0,-0.029 0.009 0,4.536 0.058-1,-1.375-0.029-2,-1.432-0.036 3,-0.972-0.030 2,-0.433-0.021-1,-0.262-0.013-1,-0.398-0.007 1,2.674-0.005-1,-0.586 0.000 1,-1.080 0.003-1,0.289 0.002-1,-1.289 0.001 2,2.444 0.000 0,-2.483 0.000-1,0.284 0.000 0,0.045-0.456 0,-5.021-5.542 1,-1.519-0.371 0,3.422 0.623-1,2.786-0.666-1,-0.977-0.555 1,-2.680 0.518-1,-1.723-1.152 0,-0.760 0.954 1,-0.051-0.081 1,0.021-0.984-1,0.047 0.613 0,0.028-0.346-1,0.021-1.067 1,0.016-0.004 0,0.007 0.964 0,0.002 0.281 0,0.000 0.237 0,-0.001 0.232 0,-0.001 0.188-1,-0.001 0.455 5,-0.001 12.417-1,-5.534-3.700-2,-0.737 0.506-3,1.233 4.729 0,0.465-0.746 1,-0.342 1.093-1,-0.672 3.181 0,2.605-4.458 0,-0.206 0.670 1,0.056-0.210-1,0.107-0.500 1,0.132-0.653 0,0.139-0.707 0,-2.361 3.442 0,-1.304-0.452 2,1.602-3.174 0,-0.360 0.071 1,-0.068-0.141 0,0.117-0.259 0,0.524-0.259-3,0.136 0.331-1,0.122 0.450 0,0.103 0.493 1,0.287-0.410 1,0.047-0.442 0,-3.849 3.136 1,0.059-2.792 1,0.256-2.435 1,0.247-1.708-2,-0.023-1.011 0,-0.100-0.641-1,1.380-0.965 0,0.791-2.317 1,3.199-3.795 0,2.007-0.413-1,0.183-2.713-2,-0.006-0.164 0,-0.061 0.362 1,-0.064-2.120 1,-0.075 4.861-1,-0.240-0.711-1,-0.376 0.431 1,-0.437 0.817 0,-0.448 1.015 0,-2.604-4.416 2,0.030 0.203 5,1.051 1.856-4,1.152 1.932-3,0.697-1.790-1,0.966-1.075 3,0.202-2.557 2,0.030 4.775-5,0.011 0.098 0,0.001 0.295 0,-0.005 0.398 1,0.042-5.051-1,-0.040 1.504 2,-0.302 1.896 0,-1.748 1.557 0,-3.912 8.943 2,0.593 0.719-1,-0.767-0.155 1,0.015-0.075 0,0.851 1.544 0,4.188 3.387 0,0.700 1.719-2,-0.507 1.904-2,-1.292-0.560-1,-1.341-1.424 1,-0.237-1.137 2,0.625 0.113 0,0.917 0.494 0,0.829 3.266 0,0.931-5.813 0,0.138-0.210 1,0.045 5.038 1,-1.329-3.636-4,-3.279 3.521 1,1.585-5.614 2,-0.818 0.829 0,0.139-0.279-1,0.377-0.337-2,0.501-0.349 1,-1.293 4.004 0,1.788-1.166 3,1.311-1.001-1,0.978-1.189 1,0.958-13.046-4,-0.555-0.031 1,-0.108-1.896 4,-0.048 1.959-1,-0.008 0.512-2,-0.002-0.591 0,-0.001-2.412 0,0.002-2.253-1,0.004 4.278 0,0.000 0.116 0,0.001 0.361 0,0.000 0.476-1,0.000-0.569 2,0.000-0.313 1,0.000 0.053 0,0.000 0.277 0,0.000 0.707 1,0.000-5.055-5,0.000 1.520 2,0.000 1.544 3,0.000 1.244-1,0.000 0.917-1,0.000-2.480 0,0.000 2.375 1,0.000-0.462 0,0.000 0.034-1,0.000 0.015 0,0.000-0.044 0,0.236 0.210 0,1.401 0.232 1,1.698-0.049-2,0.423 0.145 1,-0.602-0.188-1,-0.650-0.272 1,0.350 1.228 1,2.817 0.997 0,1.231 3.057-1,0.483 1.315 0,-0.128 0.294 0,0.191-0.068 0,0.683-0.120 0,-1.432-0.088 0,1.090-0.022-2,0.908-0.012 1,-0.357-0.005 0,-1.175 0.000 0,-1.109 0.002 2,1.310 0.001-1,0.054 0.003 2,-0.418 3.034-1,-3.426 5.708-1,-2.665-1.003 0,-0.635-0.056-1,-0.313-0.412 1,-0.114-0.769-1,-0.078 2.128 1,0.071 0.071 1,0.100-1.766 0,0.033 0.545-2,0.019 0.414 0,-0.187 0.567-1,-1.173 0.707 1,-1.456-1.531 3,-1.636-1.827-1,-1.480-0.660-1,-0.629 0.015-1,-0.239 0.405-1,-0.031 0.434 1,0.209-0.050 0,0.447-1.483 0,0.354-1.706 2,-1.840-1.064 3,0.994-1.424-2,0.481-0.482-1,-1.040-1.908 0,2.021-1.136-1,-0.115-0.873-1,-0.710-0.350 1,-1.126-0.311-1,-0.929-0.145-1,0.901-2.991 1,1.782-2.221 2,3.369 4.405 1,0.499-0.120-2,-0.314-5.916-3,1.143 0.187 2,0.645 0.636 0,0.284 1.714 0,0.057 1.568 2,3.160-2.089 3,1.178-0.593-3,-0.688 0.936-1,1.476 1.142-2,0.256-0.306 3,-1.151-0.595 0,2.356 0.856-3,2.045 2.103 3,0.668 2.131 0,-1.213 1.984-3,-1.527 1.308 2,1.026 0.810 0,-0.660 0.391 1,1.380-0.028 0,0.356-0.167 0,-1.398-0.150-1,1.872-0.048 0,0.110-0.020 0,-0.386-0.009-1,-0.683-0.002-2,-1.003 0.002 3,-0.527 0.003 2,0.280 0.003-1,0.725 0.002 0,0.172 0.001 0,-1.347 0.000-2,0.369 0.000 1,2.042 0.000 0,-0.094 0.000 0,-2.289 0.569 0,-0.453 2.428 0,-3.286 2.324 1,3.449-0.595 0,1.048-3.014-2,-0.066-0.615 0,0.041 0.677 0,-3.790 3.346 2,-4.312 0.982 0,0.352 0.613 0,0.183 0.835-1,0.052 0.407-1,0.014-0.397 1,-0.002 0.697-1,-0.006-0.997 1,-0.002 2.364 0,-0.001-0.924 0,0.000-1.943 0,0.000 0.136-2,-1.399 0.504 0,-0.751-1.702 4,-0.289 0.669 0,0.022 0.091-1,0.213-0.275-5,0.313-0.479 4,-0.957 4.584-3,0.074-0.490 1,-0.594-2.203 5,-0.833-2.336 0,-0.454-1.386-4,-2.178 1.004 2,0.439 1.437-1,2.294 1.628 1,-0.015 0.342 0,-0.039-0.919-3,0.221-0.645 0,-0.361 1.850 1,-1.543 2.073 4,2.769-5.472-3,-1.736 2.164-2,0.490-12.265 6,4.453-2.324-2,-0.092-2.960-4,-0.032 2.200 0,-0.007-0.756 1,-0.005-0.388-1,-0.003-0.131 1,-0.001 1.832 0,-0.001 0.461 0,0.000 0.533 0,-0.003-4.847-1,0.001 0.761 5,0.001-0.041 0,0.001-0.931-4,0.001 0.066 1,0.000 1.046 1,0.000 1.365 0,0.000 1.278-1,-2.703-0.153 1,-4.591 5.115 3,-1.191 5.368-3,3.064 1.100-2,-0.038 0.384 0,-1.904 0.833 0,-1.632 0.895 0,0.831 1.774-1,2.038 1.947 0,3.338-3.474 2,0.144 0.069-1,-0.021-0.107 1,-0.122-0.208 0,-2.474 3.545 1,-0.879-0.623 0,2.299-3.241-1,0.374 0.383 0,0.534 0.446 1,0.584 0.444-2,-1.258 3.374 1,-0.578-2.327-1,-1.333-1.457 4,-1.027-0.472-1,-0.487 3.491-2,3.674-3.822-1,0.171 0.183 2,0.186 0.000-1,0.181-0.119-1,0.167-0.188-1,-2.378 4.866-1,0.246-1.421 0,0.205-1.664 3,0.083-1.234 2,0.080-0.876-1,-0.524 0.089 1,-0.918 0.433 0,-2.032 0.443-1,-2.040 0.223-2,4.277-3.076 0,-4.309 1.834-1,2.544-1.949 1,0.383-1.206 2,0.518-1.853 0,2.116-6.264 3,2.294-2.238 0,-0.956-0.182-5,0.838 1.927-1,0.087-1.229 1,0.243-1.123-1,0.316-0.958-1,0.453 1.306 2,0.242 0.393-1,0.218 0.608 1,0.188 0.707 0,0.155 0.724 0,0.020-4.743 3,0.266 0.339 1,0.130-0.374-3,0.042 0.782 1,-0.013 1.561-1,-0.034 1.526 1,-0.033 1.035-1,-0.018-2.236 2,-0.031 0.239 0,-0.224-0.306-1,-1.336 2.461 0,-2.113-1.209-2,-0.700 1.392 0,-1.560 4.611 2,3.423 7.779 2,-5.274-3.042-2,0.428-0.231-2,0.704 1.078-1,2.871 1.389 1,1.045 6.909-1,1.754-5.277 2,0.235 0.157-1,0.204-0.093 1,0.170-0.248-2,0.137-0.512 0,0.103-0.514 0,0.078 4.559-1,0.152-1.083 6,0.049 0.516 3,-0.024 0.801-7,-0.046-0.705 0,-0.036-1.334 0,-0.026-1.417 2,-0.015 1.165 2,-0.010-0.636-2,0.000-1.410 0,0.001 0.537 0,0.002-0.721-1,0.001 0.047 0,0.001-0.031-1,0.000-0.428 1,0.000-12.821 0,0.000-0.706 0,0.000-0.340 0,0.000-0.760-1,0.000-0.524 0,0.000-2.693 1,0.000 5.277 0,0.000-0.406-1,0.000-0.357 0,0.000-0.297 0,0.000-0.235 0,0.000-0.178 0,0.000 0.677 1,0.000-0.101-1,0.000-0.102 1,0.000-0.096-1,0.000 0.550 1,0.000 0.270 0,0.000 0.337 0,0.000 0.362 0,0.000-0.208 0,0.000-0.039 1,0.000-0.149 1,0.000-0.212-2,0.000-0.524 0,0.000 0.397 0,0.000 0.541-1,0.000-4.589 1,0.000 2.156 2,0.000 2.226-1,0.000-0.646 1,-1.562 0.854 0,-4.946 4.208 0,0.335 4.603-1,3.833 3.398-1,1.678 1.090 0,0.448 2.525-2,-0.908 1.770 0,-2.111-0.305-1,1.037-5.186 3,0.068 0.299 0,0.231 0.375 0,0.308 0.387 0,0.356-0.410-1,-0.387 4.729 1,0.865-2.722-1,0.527-2.318 2,0.315 1.793 0,0.039 0.768 1,-0.018 0.697 1,-0.034-0.097-5,-0.033-0.268 0,-0.024-0.806 3,-0.014-0.980 0,-0.006-0.857-1,-0.002 2.305 1,0.000 1.073 0,0.001-0.521-1,0.001-1.207-2,0.001-0.808 0,0.001-1.050 3,0.000 0.020 0,0.000 0.126 0,0.132 1.135 1,3.594-1.654-1,3.196-4.993-1,-0.312-0.996 0,1.339 0.061 0,-1.888 0.113-1,0.907 0.028 1,1.018 0.011 0,0.434 0.001 0,0.227-0.001-1,-1.508-0.002 0,-1.059-0.001 0,1.402 0.000 0,-0.079 0.000 0,2.134-2.668 0,-2.840 0.723 2,0.652-0.077-1,0.314 0.079 0,0.070 0.177 0,1.113 0.005-3,-0.594 0.351 1,-0.738 0.337 0,-0.759 0.299 0,3.743-0.025 5,-0.068 0.475 1,0.921 0.286-5,-1.101 0.155 1,-2.669 0.033 0,-0.283 0.020 1,1.290-0.071 0,-1.521-0.096 1,-0.471-0.006 0,0.328-0.004-2,-0.397 0.001-1,-0.086 0.006-1,1.170 0.000 4,-0.115 0.000 0,0.595 0.000-1,-0.656 0.000-2,-0.987 0.000 1,1.281 0.000 0,-1.030 0.000 0,0.833 0.000 0,-0.333 0.000-1,-0.570 0.000 1,-0.519 0.000 0,0.249 0.000 0,0.563 0.000 1,0.632 0.000-1,0.470 0.000 0,-0.882 0.000-1,-0.342 0.000 1,-0.152 0.000 0,0.937 0.000 0,-0.333 0.000 1,-1.169 0.000-1,-0.078 0.000 0,0.036 0.000 0,1.618 0.000 0,0.166 0.000 1,-1.612 0.000 0,0.324 0.000-2,-0.065-0.190 0,-1.072-3.507 1,-1.134-0.716 0,0.026 0.080 0,-1.351-2.607 0,-2.486-0.458 1,-0.359-0.819 0,-0.133-0.169-3,-0.021 0.121 1,0.017 0.276 1,0.019-0.076 0,0.012-0.184 0,0.005 1.226 0,0.002-0.385 0,-0.001 0.739 0,-0.001-1.456 1,0.000 0.889 0,0.000-0.016-1,0.000-0.155 0,-0.049-1.676-1,-0.573 1.846 1,-4.035 3.274 0,-1.715 4.526 0,0.039-0.581 1,-0.513 0.013-1,0.149 1.153 1,-0.367 2.205-1,1.672 2.046-2,2.032 1.459 2,1.620 1.311-1,1.144 0.469 1,-0.246-1.866 0,-1.477 0.220 0,-2.386 1.197-1,-1.778 0.254 1,0.475-0.036-1,1.004 1.739-1,1.372 1.150 1,1.305 0.057 0,1.496-5.008 1,-0.021 4.903 0,0.682-2.106 1,0.311-1.972 0,0.198 1.416 0,-0.055-0.766 0,-0.116-14.021-2,3.832 0.608 2,0.118 1.160 0,0.890-2.946 1,-1.960-1.483-2,-2.085 1.563-1,-0.646-0.143 0,-0.309 0.308 1,-0.118 0.225 0,0.768 0.165 0,1.526 0.411 0,1.410 0.332 0,0.150-1.258 0,-0.886-2.893 0,-0.233 0.087-1,0.951 2.249 0,0.992 2.197 2,-0.505-0.606 0,-1.258-1.853-1,-1.157-1.424-1,-0.947 0.685 0,-0.540 1.126 1,-0.239 0.475 1,-0.065-0.461-1,0.015-0.646 0,0.041-0.358-1,0.039 0.985 1,0.029 1.408 0,0.017-1.119 0,2.066 1.150 2,4.158 5.507 0,0.106 0.286 0,-4.670-6.393-1,-2.330 0.115-1,-5.727 5.074 0,-0.241 1.850 0,0.266-0.179-1,-0.137-0.003 1,-1.183 0.000 0,1.301 0.775-1,-0.532 1.656 0,1.415 0.573 0,-1.167 1.154 0,-1.202 1.062 0,-1.115 0.911-1,0.526 0.050 0,0.760 0.027-1,1.099-0.162 2,1.220-0.267-1,0.202 0.360 1,-0.448 0.720 4,-0.815 0.885-2,-0.978 0.917-2,-0.258-0.220-1,-0.433-0.185 1,-0.287-0.414-1,-0.172-0.529 1,0.634-0.609 0,0.397-0.057 1,0.497 0.069 1,0.530 0.147-1,0.528-0.354 1,0.178-0.298-1,0.070-0.387 1,-0.006-0.422 0,-0.057-0.419-1,-0.110-0.202 1,0.180-0.292-1,0.234-0.225 0,0.254-0.165 0,-0.516 0.515 2,0.324-0.112-1,0.302-0.090 1,0.262-0.069-1,-2.407 2.954-1,2.474-0.929 1,2.149-0.804 0,-2.564 2.039 3,-1.575-2.317-2,-0.862 0.125-3,-0.139-1.075-1,0.179-1.463 0,0.321-1.277 2,0.344-0.899 0,0.240-0.534 2,0.470-0.263-1,-2.098-0.170-1,1.083 0.074 0,1.038 0.104 0,-1.155 0.066 0,-0.074 0.037 1,0.464 0.000 0,0.382-0.002-1,-0.370-0.003-1,0.471-0.002 0,12.605 0.000 4,0.482-1.621-1,0.022-3.595-4,2.626 1.120 1,-3.270 2.478-1,5.296-1.349-1,-0.723-0.714 1,1.081-2.787 2,-3.753 1.095 0,0.640-0.542 0,0.343-0.156 0,-1.405 1.241-1,-0.168 0.523-2,-0.225 0.624 1,-0.248 0.650 0,-0.248 0.626 0,-0.232 0.570 3,0.396 0.386 0,-0.651 0.521 0,4.040 0.159 0,-2.271 0.813 2,0.963 0.256 2,0.533 0.036-3,-0.842-0.060 0,-0.514-0.080-4,1.122-0.084 0,1.368-0.065 1,-1.290-0.035 0,-0.804-0.014 1,-0.989-0.005 0,-0.826 0.000 2,-0.549 0.001-1,2.659 0.138 0,-2.480 1.611 0,-3.277 4.810 0,-3.627 0.940 0,-1.435 0.420-1,-1.356 0.345-1,-1.906 0.794-2,-0.499-1.247 1,-0.019-1.142 2,0.098-0.658 1,-0.151 0.014-1,0.054-0.282 0,-1.556-0.006 1,-3.652 1.464-2,4.375-2.754-1,-0.148 0.328 1,0.952-0.886 0,-0.209-0.327 0,-0.250-0.433 1,-0.263-0.479-1,0.343-0.363 1,0.092-0.059 0,0.170 0.054 0,0.216 0.129 0,-1.001 0.832 1,0.469 0.228-1,0.487 0.185 1,0.458 0.143-1,-3.069 2.209 1,1.071-1.487-1,0.521-1.558 2,-0.106-1.331 0,-0.296-0.951-1,-0.283-0.557-1,-0.206-0.269 0,0.086-0.085 0,0.261 0.016 0,-0.051 0.046-1,0.743 0.068 1,0.656 0.054 1,-2.833 0.034 0,-0.250 0.019 0,1.536 0.006-1,-0.573 0.004-2,1.558-0.160 0,0.391-0.916 3,-1.260-2.513 2,3.719-1.624-3,2.545-2.181-1,1.550 0.482 2,0.093 0.242-1,-0.206-0.042 0,-0.122-0.551 1,-0.025 0.895-2,-0.001-2.746 0,0.746-0.513-1,1.442 0.739 1,1.356 1.176 0,3.030 0.868 2,4.471 0.468-2,-3.980 3.260 0,-0.771 0.572 0,-0.363 0.301 0,3.959-1.206 0,-2.618 1.177 0</inkml:trace>
</inkml:ink>
</file>

<file path=ppt/ink/ink6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5:56"/>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905.192 4161.677 767,'6.012'0.000'0,"0.119"0.000"0,-2.222 4.732-5,-3.948 1.661 5,-2.409-0.812 0,-4.841-5.109 0,-0.593-0.591 0,1.133 0.074-1,-0.858 0.026 0,-0.044 0.015 0,-0.375 0.004 0,0.334 0.000 2,0.363 0.000-1</inkml:trace>
</inkml:ink>
</file>

<file path=ppt/ink/ink6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6:24"/>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994.192 4375.677 767,'6.462'0.000'0,"-0.248"0.000"0,-0.028 0.000 0,0.001 0.000 0,0.000 0.000 0,0.158-2.527-10,0.510-0.979 10,1.037-0.675 0,0.725-0.075-1,-0.996 0.910 1,0.740-0.028 0,0.081 0.284 0,-0.834 0.567-3,-0.585 0.451 2,-0.670 0.447-1,4.395-0.454 1,-2.554 1.181 4,-0.732 0.612-1,-0.887-0.554 0,-0.565-3.507 1,-3.696-3.285-2,-2.123 0.038-1,-0.808 1.063 0,-5.007 1.868 0,-2.469 2.470 1,1.137-0.010-2,-0.795-0.694-1,-0.853-0.556 0,-0.435 0.501 0,0.452 0.745 2,0.317-1.123 2,0.579-1.171-2,-0.661-0.689-1,-2.068-0.832 0,4.418 3.145 0,-0.482 0.253 0,-0.428 0.316 0,-1.864-0.367-1,0.219-0.018 2,0.486-0.138-1,0.613-0.201 0,1.060 0.284 1,-0.353-0.176 1,-0.567-0.183 0,-0.677-0.177-1,-1.915-0.501-1,0.102 0.383 0,0.424 0.521 0,0.586 0.563 0,0.637 0.541 1,0.616 0.482 0,-1.321 0.391 0,-0.601 0.341 0,-0.254 0.256 3,-0.023 0.182 4,1.041 0.115-8,0.757 0.068-2,0.851 0.039 1,0.843 0.016 0,-3.866 0.111 15,3.069 0.009-18,13.980-0.125 10,-0.740-0.120 0,1.397 0.006-7,1.040 0.004-1,2.896 0.001 1,-4.432 0.001 0,1.029 0.000 0,0.968 0.000 0,2.571 0.000 0,0.738 0.000 0,0.432 0.000-1,0.209 0.000 1,-0.866 0.325 1,-0.489 0.500 0,-0.583 0.569 0,-0.594 0.565 1,-1.430 0.117 1,0.158 0.323 0,0.341 0.278 0,0.441 0.231-1,0.481 0.185-1,2.389 0.347 0,0.857-0.335 0,0.756-0.461-1,0.633-0.501 1,1.134-0.161 0,0.054 0.063 0,-0.622 0.198 0,-0.991 0.266 2,-1.545-0.154 8,-0.712-0.196-12,-0.575-0.285 0,-0.445-0.320 0,-0.329-0.319 3,-0.230-0.295 0,-0.675-0.272 0,-0.332-0.204 0,-0.322-0.165 0,-0.293-0.128 0,-0.254-0.095 1,-0.211-0.067 0,0.883-0.047 0,-0.144-0.027 0,-0.597-0.013 0,-0.843-0.002 2,-0.938 0.004 2,-0.930 0.008 0,2.973-0.040-8,-15.212 0.016 5,-1.176 0.097 0,0.325-0.003 1,-1.465-0.001-1,-2.498 0.000-4,4.537-0.001 1,-0.414 0.000 0,-0.847 0.000 0,-0.869 0.000-1,-0.826 0.000 1,0.593 0.000 0,-0.243 0.000-1,-0.133 0.000 1,-0.051 0.000 0,-1.033-0.200 0,-0.370-0.320 0,-0.403-0.381-6,-0.401-0.398 14,-0.374-0.385-8,-0.879-0.271-1,0.043 0.026 0,0.186 0.152 1,0.266 0.223-1,0.299 0.253 1,0.300 0.256 0,0.279 0.239 0,0.246 0.211 0,-5.808-1.838-1,-2.387-1.322 14,-0.956-0.939-22,-0.005-0.625 15,0.569-0.378-3,0.865-0.196-8,1.251 0.324 1,0.512 0.319 0,0.362 0.399 0,0.240 0.415 3,0.144 0.390 3,0.073 0.342 0,-0.002-0.052 0,0.754-0.117 0,0.841-0.215-1,0.818-0.255 2,0.731-0.257-1,0.614-0.236 1,0.254 0.159-1,0.444 0.017 1,0.875 0.064-1,1.071 0.088 7,1.844 0.774 2,0.862 0.475-9,0.764 0.529-2,-4.532-1.413 1,3.942 1.392 4,7.004-3.256 1,4.737 2.356-3,0.996 0.024 0,2.793 2.148-2,-2.299 1.035 0,-0.086 0.267-1,0.099 0.155 0,-0.409 0.071 0,2.088 0.039 2,-0.727-0.034 0,2.169-0.028-2,2.000-0.020 1,-5.090-0.005-1,0.153-0.001 1,0.007 0.000-2,-0.213 0.000 0,0.013 0.000 0,0.020 0.000 1,0.023 0.000-1,0.023 0.000 3,0.353 0.000-1,-0.178 0.000 1,-0.223 0.000-1,-0.231 0.000 0,-0.218 0.000 0,5.067 0.000 0,-2.411 0.000 0,-2.395 0.000 1,-0.037 0.000 0,3.923 0.000 2,-3.793 0.000-3,0.910 0.000 0,0.258 0.000 0,-1.341 0.000 0,5.033 0.000-2,-1.833 0.000-1,-1.306 0.000 5,-0.458 0.000 0,-0.307 0.000-1,-0.071 0.000 1,0.026 0.000-2,0.131 0.000 0,0.387 0.000 0,-0.015 0.000 0,-0.327 0.000-1,0.419 0.000 1,-1.773 0.000 0,0.326 0.000 1,-0.357 0.000-1,-12.479 0.000 5,-0.778 0.000-4,-2.288 0.000-3,-1.351 0.000-1,4.342 0.000 2,-0.568 0.000 0,0.571 0.000 0,0.201 0.000 0,-5.192 0.000-1,5.283 0.000 1,0.147 0.000 2,-0.735 0.000 0,-0.582 0.000 0,-0.442 0.000 0,-0.298 0.000-1,-0.039 0.000-2,0.079 0.000 0,0.151 0.000 0,0.188 0.000 1,0.085 0.000 1,0.528 0.000 0,0.567 0.000-1,-5.053 0.000 2,1.052 0.000 4,0.323 0.000-5,0.294 0.000-1,0.089 0.000 0,-0.355 0.000 0,-1.334 0.000 1,5.023 0.000 0,-0.165 0.000 0,-0.129 0.000 0,-0.096 0.000-1,-0.068 0.000 0,-0.045 0.000 1,-0.863 0.000-1,-1.416 0.000 0,-0.896 0.000 0,-0.490 0.000 3,-1.688 0.000 0,0.735 0.000-2,1.076 0.000-3,1.201 0.000 0,1.104 0.000 1,0.266 0.000 5,0.463 0.000 0,0.566 0.000 0,0.600 0.000 0,0.094 0.000-2,0.065 0.000-2,-0.094 0.000-1,-0.193 0.000 1,-1.707 0.356 2,-0.776 0.540-1,-0.762 0.603 0,-0.686 0.587-1,0.771 0.037 0,0.640-0.075-1,0.862-0.210 1,0.932-0.277 0,0.902-0.298 0,-4.448 0.395 5,0.550-0.819-2,-0.260-0.533-2,-0.530-0.291-1,-0.224-0.111 1,5.059 0.036-1,-0.380 0.000 1,-0.357 0.004 0,-0.319 0.006 0,-0.436 0.005-1,0.405 0.009 1,0.583 0.008 0,0.655 0.008 0,-4.093-0.003 1,-0.823 0.016 2,0.340 0.009 1,1.490 0.003-1,1.317 0.000-5,-0.461 0.000 0,-1.268-0.001 1,-1.287-0.001 1,0.838 0.000 0,1.472-0.001 1,1.203 0.000 0,0.561 0.000 0,-0.173 0.000 0,0.258 0.000-1,0.144 0.000 1,-1.241 0.000 0,-1.900 0.000-3,-1.192 0.000 0,0.677 0.000 1,1.629 0.000 1,1.073 0.000 1,-0.256 0.000 0,-0.054 0.000-1,0.463 0.000 1,0.912 0.000-1,0.341 0.000 0,-2.611 0.000 0,0.344 0.000 1,-0.198 0.000-1,-0.232 0.000-1,0.827 0.000 1,-0.674 0.000 0,-2.033 0.000 2,0.910 0.000-2,0.669 0.000-3,0.790 0.000 2,0.734 0.000 2,0.557 0.000-1,0.520 0.000 0,-0.364 0.000 1,-0.448 0.000-1,-0.354 0.000 1,-1.533 0.000-1,0.678 0.000-1,1.512 0.000 1,0.766 0.000 0,-0.844 0.000 0,-0.843 0.000 0,-0.708 0.000 0,-1.037 0.000 0,-0.618 0.000-2,-0.479 0.000 1,1.269 0.000-1,2.097 0.000 2,-0.691 0.000 1,1.790 0.000 1,-0.667 0.000 0,-1.539 0.000 1,2.093 0.000-3,-0.305 0.000 0,-0.780 0.000-1,-0.693 0.000 0,-0.670 0.000 0,0.550 0.000 0,1.548 0.000 1,-1.044 0.000 0,0.534 0.000 0,-1.831 0.000 2,0.998 0.000 0,1.735 0.000-3,0.040 0.000 0,-0.967 0.000 1,-0.693 0.000 1,0.396 0.000-1,0.694 0.000-2,-0.671 0.000 0,0.954 0.000 4,0.114 0.000-1,-0.037 0.000 0,-1.538 0.000-1,1.688 0.000 0,0.100 0.000 0,-1.720 0.000 0,0.009 0.000 0,1.746 0.000 1,-0.104 0.000-1,-0.181 0.000 0,-0.548 0.000 0,0.605 0.000-1,0.104 0.000 1,-0.304 0.000 0,0.615 0.000 0,-0.029 0.000 1,-0.381 0.000-1,0.175 0.000 0,-0.064 0.000 0,-0.635 0.000 1,0.934 0.000-1,-0.162 0.000 0,-0.030 0.000-1,0.722-3.531 1,5.316-2.749 1,-4.524 0.667 0,-2.143 4.269-1,0.065-1.225-1,1.745-1.683 0,0.988-0.284 0,7.802-0.372 2,2.653 4.929 2,0.335-0.026-4,0.703 0.002 0,0.674 0.000-1,1.860 0.000 0,0.086 0.000 1,-0.537 0.000-1,-0.743 0.000 1,-0.652 0.000 0,-0.585 0.000-1,-1.295 0.000 2,1.215 0.000 3,-1.219 0.000 1,0.511 0.000-3,-0.207 0.000 0,2.815 0.000-1,-1.037 0.000 0,-2.064 0.000-1,-0.171 0.000-1,-0.043 0.000 1,1.377 0.000 2,0.299 0.000 1,-0.909 0.000-1,0.234 0.000-1,-0.943 0.000 0,-0.026 0.000 0,0.693 0.000 1,1.160 0.000-1,0.401 0.000-1,-2.313 0.000 1,0.572 0.000 0,0.462 0.000 0,0.466 0.000 0,-0.486 0.000 1,-0.627 0.000-1,1.206 0.000 0,-1.591 0.000-1,0.684 0.000 1,0.025 0.000 0,-0.680 0.000 0,1.282 0.000 0,0.597 0.000 0,-0.187 0.000-1,-0.651 0.000 0,-0.691 0.000 1,-0.350 0.000-1,-0.024 0.000 2,0.671 0.000-1,0.606 0.000 1,0.204 0.000-1,-1.021 0.000 1,1.332 0.000-2,-1.446 0.893 1,0.811 3.747 0,-1.148-0.152 0,0.480-0.932 0,-0.290-1.185 0,-0.146 0.469 0,0.958 1.326-1,0.874-0.002 1,-0.308-0.974-1,-1.723-0.097 1,-0.514 2.480 1,0.713 2.065 1,1.913 0.246-1,1.175-2.063-2,2.266-2.189-4,-0.005-1.628 6,-4.608-1.114-1,-0.127 0.243-2,-0.625 0.384 1,3.868 2.589 5,1.446 1.333-5,-4.317-2.204-1,0.133-0.099 1,-0.012-0.193 0,-0.258-0.313-1,-0.407-0.373 1,-0.481-0.391 0,4.867 0.641 2,0.646-1.059 1,-4.151-0.664-1,-0.205 0.281-1,-0.390 0.413 0,-0.473 0.461 0,-0.330 0.108 1,-0.124-0.084-1,-0.022-0.209 0,0.043-0.271 0,0.080-0.288 0,5.868 2.471 0,-5.479-1.494 0,0.042-0.010 0,2.042 0.835 1,0.429 0.397 0,0.411 0.435-4,-1.463-0.566 2,-0.399-0.230 0,-0.520-0.343 0,-0.569-0.397 1,-0.565-0.409-1,1.656-0.210 2,0.046-0.474 1,-0.325-0.393 0,-0.524-0.310 0,-0.600-0.232 1,3.754-0.160-6,-2.047-0.270 1,-1.416-0.066 4,4.067 0.024 2,-3.939 0.126-4,0.458 0.017 1,0.251 0.016-2,-0.774 0.015-1,4.892-0.002-1,-2.389 0.023 0,-2.081 0.011 5,0.860 0.007 0,0.766-0.001 0,-1.441-0.005 0,0.515-0.001-1,0.065-0.001-3,-0.163-0.001 2,-0.271 0.000 0,-0.292 0.000-1,0.005 0.162 2,0.394 0.947 0,0.338 1.108-2,0.294 0.887 0,-0.061 0.370-1,-0.927-0.647 1,-1.050-0.938 1,1.376-0.552 1,1.916-1.048 1,0.395-0.328-2,0.785-0.063 0,-0.551-0.004-1,-0.813 0.021 0,-0.412 0.026 0,0.161 0.023 3,-0.282 0.019 0,-0.952 0.011-2,0.136 0.005 0,0.316 0.002 0,-1.008 0.000 0,1.490 0.000 0,-0.533-0.002 0,-1.739-0.001 1,-12.950 0.000-4,-3.077 0.000 1,-1.293 0.000-1,-0.492 0.000 0,-0.060 0.000 1,0.117 0.000-1,0.152 0.000 1,0.124 0.000-1,0.080 0.000 0,0.042 0.000 1,0.017 0.000-1,0.002 0.000 1,-0.003 0.000-1,-0.005 0.000 1,-0.004 0.000-1,1.375 0.000 1,0.956 0.000 0,0.101 0.000 20,-1.895 0.000 5,4.558 0.000-24,-4.313 0.000 0,-1.633 0.000 0,4.458 0.000 0,0.082 0.000 1,0.292 0.000-1,0.405 0.000 1,0.578-0.200-1,-0.200-0.320 2,-0.344-0.381 0,-0.418-0.398-2,-0.442-0.385 0,-1.445-0.705 0,0.547-0.195 0,0.830-0.062 0,0.928 0.025 0,0.906 0.075 1,-3.562-2.244-2,2.191 0.389 2,1.212 0.286-1,0.518 0.169 0,0.121 0.080 0,-0.059 0.025 0,-4.596 2.060 0,-4.105 0.008 8,-1.651 0.004 0,0.027 0.002-9,1.086 0.000-2,1.671 0.000 0,1.912-0.001 1,1.918-0.001 0,1.774-0.001 0,2.023-1.202 2,-0.051-4.649 5,5.793-0.150 9,3.848 1.018-5,2.143 1.257-9,2.353 1.120 0,-2.879 2.723 0,0.191 0.375 0,5.382-0.322 3,-0.565 0.922-4,-4.308 0.572 1,0.980 0.097-1,1.016 0.060 1,-0.960 0.019 1,-0.290 0.011-1,-0.505 0.002 0,-0.611-0.004 1,4.260 0.051 0,-0.039-0.035 3,0.555-0.043-3,1.120-0.030 0,-5.619-0.016-1,1.187-0.002 1,-0.054-0.002-1,-0.708 0.000 1,3.637-0.003 3,-4.309 0.001 0,-0.073 0.000-4,-0.061 0.004-1,0.000 0.000 1,0.000 0.000-1,0.000 0.000 0,0.000 0.000 0,0.000 0.000 1,0.000 0.000-1,13.369 7.647-1,2.220 1.819 0,1.274 0.567 0,-1.318-0.572-1,-2.753-1.203 2,-3.364-1.473 0,-3.425-1.500 0,-3.150-1.380 1,-2.699-1.184 0</inkml:trace>
</inkml:ink>
</file>

<file path=ppt/ink/ink6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6:35"/>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1560.192 4211.677 767,'0.000'6.149'0,"0.000"0.123"0,0.000 0.329-5,0.000 2.751 4,0.000-2.072 1,0.000 0.868-2,0.000 0.177 0,0.253-1.461 0,0.410 0.103 0,0.491 0.131 0,0.517 0.143 0,0.660 1.331 2,0.021-0.264 0,-0.184-0.398 0,-0.295-0.447 0,-0.339-0.439-1,-0.337-0.398 1,0.217 3.657 0,-0.708-1.704-1,-0.460-1.361 4,-0.260-0.770 0,-0.188 2.035 1,-0.005 1.136-3,0.119-0.604-1,0.041 1.137-2,0.027-2.404 5,0.033-15.008 2,-0.015-2.541-8,0.000-2.002 0,0.000 4.818 1,0.000-0.519 1,0.000 0.990 0,0.000 0.306 0,0.000-4.864 0,0.000 1.906 0,0.000-0.716 3,0.000-0.898 1,0.000 4.622-1,0.000-5.213-4,0.000 1.567 0,0.000 0.853 3,0.000-1.630-1,-0.823 1.026-1,-1.759 1.708 1,-1.313 0.260 1,0.210-1.308 1,0.700-1.761-3,1.038-0.112 0,0.949 4.673 0,-0.280-0.288 1,-0.395-0.331 0,-0.435-0.330 0,-0.429 0.439-1,-0.794-0.245 0,-0.849-0.237 0,-0.830-0.217 0,-0.787-1.020 0,0.309-0.150 0,0.637-0.075 0,0.790-0.022 0,1.133 1.386 1,0.604 0.465 0,0.549 0.531 0,-0.419-4.594 0,1.310 1.448 4,0.690-0.979-1,0.290 3.438-3,0.078 0.035 0,0.034 0.232 0,0.004 0.336 0,0.163-3.728 8,-0.034 3.088-13,-0.215 13.064 9,0.879-0.170 1,4.128 0.834-7,-0.719-1.460 0,0.606 1.680-1,0.333 1.572 2,-0.353 1.754-1,-2.977-4.674 1,-0.360 0.273 0,-0.348 0.222 0,-0.256 0.901 1,-0.322 0.275-1,-0.260 0.223 1,-0.201 0.173 0,0.119-0.617-1,0.335 0.154 1,0.438 0.165 0,0.476 0.162 0,0.781 1.092-1,0.423-0.150 1,0.306-0.260 0,0.208-0.305-1,0.130-0.306 1,-0.497-0.169-1,0.118 1.049 1,0.132 0.943-1,0.134 0.816 7,0.239 1.539-6,-0.354-0.151-3,-0.467-0.488 0,-0.505-0.668 0,-0.492-0.733 0,-0.211-0.737 3,0.097 0.065 1,0.234 0.266-1,0.309 0.379 1,-0.068-0.637-1,-0.095-0.390 0,-0.188-0.548 0,-0.239-0.622 1,-0.322-0.989-1,-0.231-0.532 1,0.453 4.700 3,-0.611 0.543 0,-0.666-2.119-1,-0.178-1.678-2,1.460-0.903 0,4.843-4.230 1,-0.274-3.796-1,-4.573-4.979 0,-1.780 0.383-1,0.231-0.319 0,0.014-1.087 0,-0.002 0.732 0,-0.001-1.450-1,0.000-2.566-1,-0.001 3.326 1,0.000-0.563-1,0.000-0.369 1,0.000-0.219 0,0.000 0.636 0,0.000 0.263 0,0.000 0.331 0,0.000 0.348 0,0.000 0.332 1,0.000 0.295 0,0.000 0.008 0,0.000-4.948 0,0.000 1.736 2,0.000 1.076 2,0.000 0.376-4,0.000 0.097-1,0.000 0.400 0,0.000 1.037 0,0.000-1.639 2,0.000 1.379 1,0.000 0.007 0,0.000-0.831-1,0.000 0.633-1</inkml:trace>
</inkml:ink>
</file>

<file path=ppt/ink/ink6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6:40"/>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2052.192 4293.677 767,'-3.275'-11.517'0,"-1.241"-4.485"0,-0.423-1.655 0,0.171 0.419 0,0.518 1.646 0,0.684 2.250 0,0.727 2.424-1,0.689 2.319-21,0.606 2.053 10,-0.140-1.761 10,1.311-3.606 11,0.510 3.343 9,0.012-0.564-17,-0.005 0.562-3,-0.015 1.208 0,0.066-2.804-1,-0.026 17.325 5,-0.180 2.705 1,0.009-1.947-3,0.001 1.604-1,0.000 1.022 1,0.000 0.578-2,-0.324 2.735-2,-0.500 1.784-1,-0.569 0.854 2,-0.565 0.208 5,-0.425-0.853-1,-0.343-1.187-5,-0.252-1.400 0,-0.175-1.422 1,-0.113-1.323 2,0.115-1.245 3,0.387-1.472 0,0.470-1.323-1,-0.883 3.335 5,1.256-0.780 2,0.787-2.484-5,-0.309 1.062 0,-0.357 0.837-3,-0.355 0.628-2,-0.003-0.655-1,-0.229 0.324 1,-0.205 0.284-1,-0.176 0.239 0,-0.144 0.192 3,-0.369 0.531-1,0.024-0.886 1,0.083-1.098-1,0.113-1.139 1,0.122-1.071 0,-2.599 3.133 3,1.156 1.194 0,1.487 1.189 6,1.308 0.005-9,0.910-0.939-4,0.541-4.008 3,0.642-13.458 2,-0.395-1.632 1,-0.076-0.186 0,1.137-4.005 0,0.680 3.145-3,0.317-1.228-1,0.058-0.227-1,-0.115 0.440 0,-0.220 0.846 1,-0.108 0.543-1,-0.041 0.382 0,0.011 0.220 1,0.044 0.098 0,0.063 0.013 2,0.071-0.044 0,0.071-0.078 0,1.653-2.005 0,0.802-0.447 0,0.319 0.072 0,-0.008 0.389 6,-0.208 0.553 0,-0.316 0.609-9,-0.357 0.593 0,-0.803-1.158 0,-0.501-1.274 0,-0.503-0.721 6,-0.470-0.310 9,-0.417-0.020-15,-0.304-0.595-1,-0.343 1.351 1,-0.257 1.581 0,-0.182 1.589 0,-0.121 1.461 1,-0.199-3.688 9,-0.057 2.397-1,0.049 0.712-5,0.077-0.100 0,0.067 1.493 9,-2.530 12.241-5,-0.477 0.056-6,-1.211 1.599-1,0.400-0.416-1,0.083 0.551 0,0.300 0.395 1,0.425 0.266-1,0.480 0.163 0,0.486 0.084 2,0.106 0.038-1,-0.153 0.004 1,-0.315-0.019 0,-0.403-0.033 0,-0.435-0.040 0,-0.428-0.042 1,-0.648 2.512 0,0.342 0.334-1,0.558-0.206 1,0.641-0.519 6,0.637-0.665-2,0.191 1.077-7,-0.305 0.820 0,-0.494 0.121 2,-0.579-0.336 3,-0.591-0.603 1,0.037-1.291-6,-0.154-0.270 1,-0.058-0.162 0,0.009-0.080 0,0.054-0.020 1,-0.743 1.345 2,0.114-0.845-1,0.135-1.000 0,0.135-1.004 1,1.023-1.935 1,-2.055 3.764 2,1.919-2.123 0,1.143 0.363-1,-0.899 1.420 0,-1.371-2.625-2,-3.408-4.075-1,2.452-4.896 0,-0.696-3.387 1,-1.016-3.432-2,3.328 3.566 0,-0.199-0.512-1,-0.161-0.388 1,0.474-0.104-1,0.441-0.526 0,0.540-0.532 0,0.563-0.496 1,0.537-0.437 0,0.555 0.379 1,0.353-0.305 0,0.295-0.282 0,0.238-0.250 0,0.185-0.212-1,0.143-0.893 1,0.111 0.094-1,0.069 0.201 1,0.037 0.255-1,0.014 0.271 1,-0.001 0.261 0,-0.024 1.334 0,-0.013 0.497-1,-0.016 0.515 1,-0.016 0.498 0,-0.006-1.065 1,-0.020 0.113 4,-0.016-0.025 0,-0.013-0.106-5,-0.010 0.565 0,-0.006-0.156 0,-0.004-0.179-1,-0.003-0.180 1,-0.001 0.958 0,0.000-0.196 0,0.000-0.228 0,0.000-0.238-1,0.313-1.260 1,0.491 0.277 0,0.568 0.451-1,0.576 0.530 1,0.576 0.389 0,0.366 0.689 1,0.254 0.647-1,3.562-3.651 1,-0.329 2.006 0,0.070 0.669 0,0.409-0.435 0,0.707-2.576 0,-3.624 3.574-2,0.262-0.244 0,0.028 0.544 0,-0.003 0.808 1,3.579-1.651 0,-0.756 2.868 2,-0.148 1.765-1,-0.010 2.058 0,0.267 2.508-1,-0.955 1.893 1,-1.491 1.625-1,-1.718 1.414 0,-1.221 2.270 0,-1.187-3.167-1,-0.257-0.015 0,-0.187-0.296 0,-0.128-0.448 0,0.063 5.092 0,1.409 0.672 2,-0.022-5.963 0,0.498 0.102 0,0.473 0.179-2,0.428 0.221-1,0.373 0.235 1,0.245 0.651 0,-0.188 0.234 0,-0.342 0.192 1,-0.421 0.152-1,-0.532-0.558 1,-0.389-0.283 0,-0.359-0.366 0,-0.317-0.400 0,-0.196 1.163 0,-0.309-0.121 2,-0.224-0.024 0,-0.153 0.036-2,0.166-0.711 0,0.343-0.458-1,1.850 4.750 1,1.216-2.166 1,-0.325-1.242 0,-0.370-0.125 1,0.748-1.602-1,3.447-1.418 0,1.017-3.195 1,-1.728-1.508-3,0.581-1.878 1,-0.081-1.868-1,-0.043-2.645 1,0.472-3.598-1,-3.807 4.351 0,-0.431 0.121 0,1.522-4.534 0,-1.973 1.981 0,-1.083 1.081 2,1.144-1.895 0,1.476-1.773-2,-1.709 5.046 1,0.333-0.503 0,0.298-0.459 0,-0.110 0.620-1,0.217 0.049 0,0.206 0.147 0,0.187 0.207 0,1.314-1.319-1,0.070 0.478 3,-0.046 0.498 0,-0.113 0.466 0,2.828-2.155 0,-0.721 2.584-1,-0.585 2.229 2,-0.536-2.946-1,-2.001-2.432 5,-1.738 0.402-3,-1.109 1.440-7,-1.700 12.833 8,0.659 2.377-2,0.071-1.317-4,0.002 1.320-1,-0.001 0.909 0,-0.002 1.334 1,-0.001 0.436 0,-0.001 0.235 1,0.000-0.025 0,-0.001-3.407 1,0.000 0.758-1,0.000 0.245 2,0.000-0.089 1,0.000-0.286-1,0.000-1.499-3,0.000-0.492 0,0.000-0.495 0,0.000 5.424 1,0.000-0.253 7,0.000 0.173-6,0.000-5.448-1,0.000 0.080 0,0.000 0.058 1,0.000 0.040-1,0.000 0.025 1,0.000 5.355 1,0.000-0.253-1,0.000-0.225 0,0.000-4.354 14,0.000-0.304-16,0.000 3.676-1,0.000-3.815 1,0.000-12.802 4,0.000-1.431 0,0.000 0.509 0,0.000 0.462-2,0.000-1.088-3,0.000-4.888 0,0.325 3.888 1,0.500-0.644 0,0.569-0.300 0,0.565-0.062 0,-0.029 1.296 0,-0.024 0.538 1,-0.143 0.621 1,-0.211 0.634-1,-0.187-0.003 1,-0.272 0.117 2,-0.255-0.043 1,-0.225-0.143-3,-0.189 0.118 0,-0.152 0.275 0,-0.117 0.356 0,-0.079-5.266 1,-0.162-0.534 1,0.021 5.464-2,-0.046-4.490-2,0.016 0.445 1,0.022-0.797 2,0.047 5.237 0,0.006-0.329 0,0.004-1.914-2,0.006-0.301 0,0.005-0.153 1,0.003-0.051-1,0.002 1.132 0,0.001 0.774 1,0.003-4.223-1,0.000 3.212 1,0.000 0.160 3,-2.228 2.143 0,-4.487 5.353 0,0.282 1.540 1,0.345 2.903-5,1.094 0.241 0,-1.964 2.336-1,2.634-2.517 2,-0.146 0.165 0,0.043-0.030 0,0.158-0.150-1,-3.588 3.603-2,0.917-0.912 0,0.720-0.724 1,1.536-0.684-1,-1.918 2.484 2,-1.632 1.962 2,-1.346 1.495 1,-2.514 2.618-2,0.127-0.662-5,0.727-1.414 1,1.057-1.791 0,1.190-1.900 0,1.006-1.586 1,0.300-0.844 5,0.052-0.519 3,-0.113-0.271-3,-0.214-0.091-1,-0.402 0.048 0,0.414-0.413 0,0.556-0.457 0,0.604-0.450-1,0.586-0.410 1,0.530-0.354 0,-4.388 2.187-1,0.708-0.506 1,-0.720 0.252 1,4.645-2.296-1,-0.166-0.204 0,-3.483 0.084 1,1.612-5.072 4,5.115-6.966-2,2.154 0.303-6,0.390-0.859 0,0.113-2.036 0,-0.156 5.363 1,-0.013-0.388 0,-0.001-1.305 0,-0.027 0.240-1,-0.026 0.449 1,-0.023 0.538 0,-0.020 0.545 1,-0.016 0.502 0,1.275-5.533 0,0.892 5.288 1,0.606-0.176 0,0.368 0.016 2,0.188 0.140-1,0.058 0.211-3,-0.031 0.242 0,0.485-0.356-2,0.231 0.212 1,0.260 0.184 0,0.255 0.150 1,0.231 0.117 2,0.197 0.087-1,0.313 0.143 0,0.092 0.439 1,0.045 0.474-1,0.013 0.453 0,-0.008 0.399 1,-0.019 0.332-1,0.996 0.644 1,0.757 0.489 0,0.340 0.481 0,0.050 0.439 2,-0.135 0.377 0,-0.241 0.310-5,-0.112 0.235 0,-0.748 0.199 0,4.084 0.182-1,-2.540 0.202 6,-1.582-0.010 1,0.788-0.040-3,1.195-0.052-1,1.564-0.042 0,-1.055-0.039 0,-1.360-0.021 0,-0.205 1.662 1,0.960 3.107-1,1.119 2.772-2,-4.603-3.246 2,0.502 0.676-1,0.542 0.674 0,0.528 0.623 0,0.333 0.255 0,-0.095-0.278 0,-0.258-0.495 0,-0.341-0.593 0,-0.367-0.609 0,-0.355-0.572 1,-0.320-0.504 0,3.653 3.289-1,-2.499 1.679 4,-2.318-0.091 3,-1.824-0.888-4,-1.214 0.890-4,-0.752 1.327 1,-0.436 0.737 2,-1.113 0.054-1,-1.315 0.381-1,-1.222 0.218 0,-1.085-0.792-1,-0.701-1.317 1,0.756-1.689 3,1.252-0.816-2,1.367-0.525 3,0.192-0.277-2,-2.434-0.875 0,-1.939-3.270-2,-1.179-1.461 0,-0.439-0.349 0,-0.061 0.067 0,0.053 0.128-1,0.053 0.080 1,0.469 0.031 0</inkml:trace>
</inkml:ink>
</file>

<file path=ppt/ink/ink6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6:44"/>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2790.192 4260.677 767,'-12.260'3.923'0,"4.575"-1.464"0,0.342-0.109 0,0.872-0.279 0,-3.093 0.990 0</inkml:trace>
</inkml:ink>
</file>

<file path=ppt/ink/ink6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6:44"/>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2740.192 4276.677 767,'-8.805'-5.261'0,"-5.160"-2.537"0,-2.484-0.650 0,-0.632 0.563 0,0.559 1.261 0,1.242 1.582 0,1.557 1.645-36,1.617 1.544 34,1.518 1.351 0,1.328 1.119 1,1.099 0.881-1,1.584 0.258 1,-3.714 1.885-1,3.021-0.659 7,-0.270-0.312 11,5.066-8.795-2,5.262-0.286-14,1.140-0.907 1,0.998 0.602-1,0.776 1.077 0,0.479 0.996-2,0.240 0.706 1,7.476 0.499-1,0.441 2.083 2,1.197 0.292 1,-0.417 0.271-4,-1.353 0.234-1,-1.799 0.191 1,-1.908 0.148 0,-1.803 0.109 0,-1.580 0.076 2,3.046 0.091-2,-0.883 0.053 0,-2.809-0.059 10,0.022-0.006 4,4.413 0.025-1,-3.234-0.029-12</inkml:trace>
</inkml:ink>
</file>

<file path=ppt/ink/ink6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6:48"/>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2757.192 4194.677 767,'6.538'0.000'0,"-0.142"0.000"0,-0.129 0.000 0,-0.028 0.000 0,0.970 0.000-7,1.853 0.000 4,2.096 0.000 2,-3.200 0.000 1,1.608 0.000-2,2.187 0.000 0,1.388 0.000-1,1.120 0.000 0,0.870 0.000 0,2.233 0.000 0,-0.302 0.000 0,-0.693 0.000 0,-3.346 0.253 1,-0.817 0.410 2,-0.789 0.491 2,-0.722 0.517 0,-0.887 0.488 0,-0.946 0.440-1,-0.930 0.381 0,-0.863 0.318 0,0.805 0.760 1,-0.429-0.345 0,-0.188-0.539 1,-0.024-0.609-2,-0.889-0.431 0,-0.303 0.011-1,-0.325 0.143 0,4.057 2.929 1,-2.828 2.206 1,-2.745 3.248-2,-3.914-4.665 0,-1.380-0.098-1,-1.289-0.248 1,-1.135-0.325-1,-0.738-0.550 1,-0.734-0.328 0,-0.589-0.300 0,-0.455-0.261-1,-0.336-0.218 1,-1.062 0.101 0,-0.521-0.175-1,-0.473-0.142 0,-0.405-0.109 1,-0.330-0.081-1,1.133 0.340 0,-0.081 0.313 0,-0.063-0.023 0,-0.047-0.248 2,-2.233 0.592 2,-0.405-0.155-2,-0.369-0.102-3,-0.313-0.060 0,0.995-0.564 1,-0.708-0.040 0,-0.812-0.021 0,-0.826-0.007-1,-0.778 0.002 1,-5.120 0.546-2,-0.949 0.052 1,0.451 0.041-1,1.255 0.030 6,2.726-0.486 1,2.180-0.473-6,2.173-0.539-1,1.992-0.536 1,1.718-0.490 0,-3.327 0.255 4,3.322-1.087-1,-1.035-0.663 1,0.477-0.300-1,0.287-0.238 0,3.665-4.678 0,6.754-0.905-2,-0.121 0.041 0,-0.250 0.067 0,-0.017 0.004 0,0.010-0.003 0,0.002 0.000 0,0.000 0.000 0,0.000 0.000 0,0.000 0.000 0,0.000 0.000 0,0.000 0.000 0,0.000 0.000 0,0.000 0.000 0,0.000 0.000 1,0.000 0.000-1,0.000 0.000 0,0.000 0.000 0,0.000 0.000 0,0.000 0.000 0,0.000 0.000 0,0.000 0.000 0,0.000 0.000 0,0.000 0.000 0,0.000 0.000 0,0.000 0.000 0,0.000 0.000 0,0.000 0.000 1,0.000 0.000-1,0.000 0.000 0,0.000 0.000 0,0.000 0.000 0,-10.894 2.953 7,0.018 2.701-1,-1.632 0.270 1,-0.843 0.139 1,-7.707-0.086 5,1.299-0.235-9,-1.783-0.246-6,-0.083-0.249-1,0.999-0.231 1,1.605-0.203 0,1.865-0.168 1,1.885-0.134-2,1.753-0.103 1,0.530 0.096 0,0.556 0.153 0,0.685 0.201 7,0.716 0.218 16,0.684 0.212-9,0.613 0.192-13,0.522 0.166 0,0.426 0.137 0,-5.169-0.233-1,2.345-1.249 0,2.376-1.681 3,1.760-1.444 2,1.083-0.997 0,1.050-0.266 0,4.436-0.606 3,6.967 3.489-4,-0.278 2.654 1,1.895 0.350 0,1.810 0.150-3,1.145 0.103-2,0.638 0.064-1,0.272 0.036 0,0.021 0.015 0,-0.136 0.000 0,0.420-0.004 4,-0.337-0.015-1,-0.363-0.017 1,-0.346-0.016 0,-1.318-0.015 0,-1.887-0.012 1,-2.020-0.010-1,-1.919-0.008 0,1.422-0.005 1,-1.425-0.028-1,0.113 0.023 0,-0.059 0.000 0,0.001 0.000 1,0.000 0.000-1,0.000 0.000 0,0.000 0.000 0,-23.168-4.786 0,-14.521-2.711-10,-2.833-1.183 3,2.320-0.118 1,5.446 0.572 0,7.046 0.972 2,6.544 1.156 1,5.742 1.189 11,6.276-1.666-8,11.938 3.367 6,-2.453 2.461 1,0.417 0.447 0,-0.211 0.298 1,-0.575 0.181-1,-0.746 0.094-1,-0.785 0.034-5,4.547 0.265-5,0.186-0.169 1,-3.518-0.268 2,0.519-0.035 8,0.027-0.030-4,-0.287-0.024-5,-0.464-0.019 0,-0.540-0.014 0,-0.547-0.010 0,-0.511-0.007 0,4.816-0.013-1,-4.217 0.006 1,0.482 0.000 0,0.081 0.001 6,-0.171 0.001 5,-0.309 0.001-4,-0.367 0.001-7,-0.370 0.001 0,4.804 0.000-1,-0.356 0.002 1,-0.010 0.001 4,-4.245 0.000-2,0.923 0.000 1,1.012 0.000 0,0.976 0.000-2,-0.703 0.000 0,-0.227 0.000 0,-0.437 0.000 1,-0.538 0.000-1,0.375 0.000 0,-0.175 0.000 3,-0.055 0.000 0,0.022 0.000-2,-0.604 0.000 0,-0.665 0.000 0,3.897 0.000 0,-2.632 0.000 1,4.441 0.000 2,-3.465 0.000-1,0.902 0.000-1,0.081 0.000-3,-0.440 0.000-1,-1.587 0.000 1,-0.619 0.000 0,-0.620 0.000 0,4.404 0.000 0,-0.217 0.000 8,-1.481 0.000-3,-1.430 0.000-1,-0.112 0.000 0,0.196 0.000-2,0.329 0.000 1,-0.285 0.225-2,-0.737 0.890 1,-4.502 5.120 1,-2.877 0.297 0,-5.087-4.528 0</inkml:trace>
</inkml:ink>
</file>

<file path=ppt/ink/ink6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6:52"/>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3527.192 4227.677 767,'6.199'0.000'0,"0.215"0.000"0,0.171 0.000-6,6.140 0.000 3,-3.308 0.000 1,1.792 0.000-1,8.268 0.000-2,4.828 0.000-1,3.114 0.000 1,1.798 0.000 4,0.840 0.000-5,-3.492 0.000-2,-0.729 0.000 1,-0.934 0.000 0,-1.004 0.000 0,-0.980 0.000 4,-0.897 0.000 4,-0.241 0.000 0,-0.641 0.000 0,-0.958 0.000 0,-1.101 0.000 2,-1.119 0.000 30,1.505 0.000-38,-0.959 0.000 0,-0.780 0.000-1,-0.603 0.000 6,-4.581 0.000 2,-0.707 0.000 0,-0.681 0.000-1,-0.627 0.000 1,1.118 0.000 0,-1.445 0.000 2,-1.461 0.000-1,-1.355 0.000-1,-1.181 0.000 1,4.055 0.000 2,0.455 0.000-2,0.336 0.000-2,-1.127 0.000 0,-1.426 0.000 0,-1.643 0.000 4,-13.158 0.000-1,-2.787 0.000-3,-1.235 0.000-4,3.004 0.000 1,-1.729 0.000 0,-1.637 0.000-1,0.224 0.000 0,-0.182 0.000 1,0.131 0.000-1,0.332 0.000 1,0.445 0.000-1,-4.770 0.000 3,-1.655 0.000 0,-0.777 0.000 2,-0.178 0.000 1,0.201 0.000-5,0.411 0.000-3,-2.454 0.000-1,-4.154 0.000 0,-3.975 0.000 11,-3.568 0.000 1,-1.634 0.000-15,-0.275 0.000 0,0.614 0.000 0,1.138 0.000 0,1.390 0.000 2,1.449 0.000 5,3.067 0.000 1,0.996 0.000-1,0.794 0.000 0,0.610 0.000 1,0.448 0.000 3,0.313 0.000 1,-0.639 0.000-1,-0.587 0.000 1,-0.770 0.000 0,-0.840 0.000-1,1.534 0.000 0,0.807 0.000-1,1.141 0.000 0,1.300 0.000 0,-0.651 0.000 1,2.609 0.000 1,2.610 0.000 1,2.404 0.000 0,2.086 0.000-1,1.723 0.000 1,-0.126-0.111 1,1.141-0.168-2,1.409-0.187 3,-2.378-0.991 4,3.534-1.673-5,5.384-3.070-5,8.852-1.764 0,-0.936 2.340 2,1.792-0.466-6,1.419-0.144 2,0.951 0.039-1,0.278 0.313-1,-0.080 0.414 1,-0.313 0.455-1,-0.447 0.452 1,-0.508 0.422 2,1.981-0.338 1,0.334 0.285-1,0.490 0.189 1,0.541 0.115 0,-1.188 0.211 1,-1.074-0.025-1,-1.320-0.061 1,-1.366-0.077-1,-1.126 0.582 2,0.378 0.359 2,0.757 0.429-1,0.957 0.446-2,2.667 0.254-2,0.585 0.505 0,0.258 0.417 0,0.039 0.328 0,-1.304 0.014 0,0.004-0.220 0,0.036-0.323 0,0.052-0.365 1,0.059-0.365-1,2.345-0.202 0,1.161 0.090 0,0.725 0.210 0,0.395 0.267 13,-1.636 0.347-15,-0.656 0.230-1,-0.816 0.208 0,-0.864 0.179 0,-0.835 0.147 2,-0.758 0.117 2,-0.656 0.089 0,2.716 0.066 0,1.134 0.048 0,0.461 0.029 3,0.001 0.015 6,-0.288 0.004-4,-0.448-0.002-10,-0.514-0.006 1,0.705-0.304 0,0.804-0.470 0,0.557-0.542-1,0.357-0.549 25,-1.132-0.360-20,-0.908-0.366-4,-1.134-0.298 0,-1.206-0.233 1,-1.170-0.176-1,-0.583-0.021 7,-0.836 0.313-1,-0.643 0.417 0,-0.472 0.454-1,-0.328 0.443 0,-0.211 0.404 0,-0.838 0.394 0,-0.167 0.250 0,-0.135 0.204 0,-0.105 0.160 0,-0.078 0.121 0,0.440 0.098 0,-0.586 0.069 0,4.496 0.158 1,-2.439 0.008 1,-1.662 0.011 3,-14.875-0.115-1,1.330-0.133-3,-1.895-0.002-5,-2.424 0.000 0,-0.646 0.002-1,-0.084 0.002 3,5.471 0.488 0,-1.216 0.761 1,-1.423 0.882-1,-1.451 0.894-1,-1.362 0.835 0,-1.477 0.606-1,-0.723 0.159 1,-0.438-0.054-1,-0.224-0.184 1,-0.072-0.250 0,0.029-0.272 0,0.589-0.318 0,0.134-0.135 0,0.134-0.086 0,0.125-0.050 1,0.109-0.022 2,-1.796-0.117 0,-0.451-0.428 1,0.003-0.486-1,0.284-0.482 10,2.095-0.261-8,0.750 0.105-7,0.782 0.230 1,0.752 0.297 0,0.948 0.055 3,1.015-0.107 2,0.990-0.207 0,0.909-0.259-1,0.995-0.294 2,-3.896 0.536 2,2.405-0.835-1,0.419-0.574-2,-0.116-0.370 7,1.237-0.328-11,14.001-0.007 4,-1.310 0.259-3,2.288-1.412-1,0.851-0.932 0,1.840-0.543 0,0.947-0.257-1,0.314-0.058-15,-0.107 0.072 19,-0.361 0.146 6,-0.490 0.181-10,-0.531 0.188 0,4.748 0.492-2,4.842 0.328-1,3.979 0.338 21,3.143 0.322-15,2.384 0.289-8,2.962 0.233-2,0.872 0.219 0,0.280 0.171 1,-0.120 0.128-1,-0.366 0.090 4,-0.498 0.060 2,-0.545 0.036 0,7.028 0.013-1,6.591 0.005-1,4.780-0.002 17,3.271-0.007 21,7.923-0.329-50,0.251-0.514 0,-0.964-0.582 1,-1.642-0.577 0,-1.057-0.314 13,-5.077 0.065 4,-5.322 0.233 0,-4.996 0.313-1,-7.261 0.388 13,-4.649 0.286-2,-4.138 0.255-1,-3.488 0.215 0,-2.804 0.173 0,-2.509 0.140-1,-0.593 0.080 0,-0.927 0.060-1,-1.092 0.042 7,-1.134 0.027 0,-1.720 0.014-13,-1.502 0.007-4,-1.489 0.001 0,-1.390-0.003 1,-0.850-0.002-1,-1.276-0.008 12,3.904 0.023 3,-3.542 0.085-9,-13.180 1.284-3,-0.506-0.616-2,-1.645 0.136 0,-1.268 0.108 0,-0.927 0.082-1,-0.638 0.058 0,-0.407 0.039 0,-0.231 0.023 0,-0.104 0.013-1,-0.019 0.005 1,0.034 0.000 0,0.063-0.004 0,0.075-0.005 0,0.075-0.005-1,0.068-0.005 1,0.058-0.005 0,0.047-0.004 0,0.036-0.003 0,0.026-0.002 0,0.018-0.001 0,0.011-0.001 0,0.006-0.001 0,0.002 0.000 0,0.000 0.000 0,-0.001 0.000 0,-0.002 0.000 0,-0.002 0.000 0,-0.002 0.000 0,-0.002 0.000-1,-0.001 0.000 1,-0.001 0.000 0,-0.001 0.000 0,0.000 0.000 0,0.000 0.000 0,0.000 0.000 0,0.000 0.000 0,0.000 0.000 0,0.000 0.000 0,0.000 0.000 0,0.000 0.000 0,0.000 0.000 0,0.000 0.000 0,0.000 0.000 0,0.000 0.000 0,0.000 0.000-1,0.000 0.000 1,0.000 0.000 0,0.000 0.000 0,0.000 0.000 0,0.000 0.000 0,0.000 0.000 0,0.000 0.000 0,0.000 0.000 0,0.000 0.000 0,0.000 0.000 0,0.000 0.000 0,0.000 0.000 0,0.000 0.000 0,0.000 0.000 0,0.000 0.000 0,0.000 0.000-1,0.000 0.000 1,0.000 0.000 0,0.000 0.000 0,0.000 0.000 0,0.000 0.000 0,0.000 0.000 0,0.000 0.000 0,0.000 0.000 0,0.000 0.000 0,0.000 0.000 0,0.000 0.000 0,0.000 0.000 0,0.000 0.000 0,0.000 0.000 0,0.000 0.000 0,0.000 0.000 0,0.000 0.000-1,0.000 0.000 1,0.000 0.000 0,0.000 0.000 0,0.000 0.000 0,0.000 0.000 0,0.000 0.000 0,0.000 0.000 0,0.000 0.000 0,0.000 0.000 0,0.000 0.000 0,0.000 0.000 0,0.000 0.000 0,0.000 0.000 0,0.000 0.000 0,0.000 0.000 0,0.000 0.000-1,0.000 0.000 1,0.000 0.000 0,0.000 0.000 0,0.000 0.000 0,0.000 0.000 0,0.000 0.000 0,0.000 0.000 0,0.000 0.000 0,0.000 0.000 0,0.000 0.000 0,0.000 0.000 0,0.000 0.000 0,0.000 0.000 0,0.000 0.000 0,0.000 0.000 0,0.000 0.000-1,0.000 0.000 1,0.000 0.000 0,0.000 0.000 0,0.000 0.000 0,0.000 0.000 0,0.000 0.000 0,0.000 0.000 0,0.000 0.000 0,0.000 0.000 0,0.000 0.000 0,0.000 0.000 0,0.000 0.000 0,0.000 0.000 0,0.000 0.000 0,0.000 0.000 0,0.000 0.000-1,0.000 0.000 1,0.000 0.000 0,1.667-0.196 1,2.552-0.300 0,16.584-2.237 1,-2.804 0.618 3,0.572-0.067-1,0.346-0.041 0,0.179-0.021 1,0.063-0.007-1,-0.014 0.001 0,-0.057 0.007 1,-0.079 0.009-1,-0.084 0.010 1,-0.080 0.009-1,-0.070 0.008 0,-0.058 0.007 1,-0.045 0.005-1,-0.034 0.004 0,-0.023 0.003 1,-0.016 0.002-1,-0.009 0.001 0,-0.004 0.000 0,-0.001 0.000 1,0.000 0.000-1,0.002 0.000 0,0.002 0.000 1,0.002 0.000-1,0.002 0.000 0,0.002 0.000 1,0.002 0.000-1,0.001 0.000 0,0.001 0.000 1,0.001 0.000-1,0.000 0.000 0,0.000 0.000 0,0.000 0.000 1,0.000 0.000-1,0.000 0.000 0,0.000 0.000 1,0.000 0.000-1,0.000 0.000 0,0.000 0.000 1,0.000 0.000-1,0.000 0.000 0,0.000 0.000 1,0.000 0.000-1,0.000 0.000 0,0.000 0.000 0,0.000 0.000 1,0.000 0.000-1,0.000 0.000 0,0.000 0.000 1,0.000 0.000-1,0.000 0.000 0,0.000 0.000 1,0.000 0.000-1,0.000 0.000 0,0.000 0.000 1,0.000 0.000-1,0.000 0.000 0,0.000 0.000 0,0.000 0.000 1,0.000 0.000-1,0.000 0.000 0,0.000 0.000 1,0.000 0.000-1,0.000 0.000 0,0.000 0.000 1,0.000 0.000-1,0.000 0.000 0,0.000 0.000 1,0.000 0.000-1,0.000 0.000 0,0.000 0.000 0,0.000 0.000 1,0.000 0.000-1,0.000 0.000 0,0.000 0.000 1,0.000 0.000-1,0.000 0.000 0,0.000 0.000 1,0.000 0.000-1,0.000 0.000 0,0.000 0.000 1,0.000 0.000-1,0.000 0.000 0,0.000 0.000 0,0.000 0.000 1,0.000 0.000-1,0.000 0.000 0,0.000 0.000 1,0.000 0.000-1,0.000 0.000 0,0.000 0.000 1,0.000 0.000-1,0.000 0.000 0,0.000 0.000 1,0.000 0.000-1,0.000 0.000 0,0.000 0.000 0,0.000 0.000 1,0.000 0.000-1,0.000 0.000 0,0.000 0.000 1,0.000 0.000-1,0.000 0.000 0,0.000 0.000 1,0.000 0.000-1,0.000 0.000 0,0.000 0.000 1,0.000 0.000-1,0.000 0.000 0,0.000 0.000 0,0.000 0.000 1,0.000 0.000-1,0.000 0.000 0,0.000 0.000 1,0.000 0.000-1,0.000 0.000 0,0.454-0.057 1,2.040-0.256-1,-2.656 0.333 1</inkml:trace>
</inkml:ink>
</file>

<file path=ppt/ink/ink6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6:54"/>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2675.192 3768.677 767,'40.550'8.979'0,"13.713"4.070"0,5.198 1.897 0,-1.893 0.195 0,-6.373-0.925 0,-8.843-1.589 0,-9.835-1.911 0,-11.814-1.346-10,-11.437-2.261-37,-12.942 1.478 69,-4.533-6.429 4,-1.958-0.987-25,-2.500-0.984-1,-0.913-0.901-2,0.059-0.764 0,0.648-0.615-1,0.952-0.471-1,0.764-0.360 1,0.583-0.260 0,0.423-0.178 0,0.289-0.112 2,0.182-0.062 2,1.776 0.774 0,0.089 0.290-1,0.034 0.343 1,-0.005 0.359-1,0.097 0.325 2,0.448 0.333-1,0.539 0.292 0,0.566 0.247 0,-5.820-0.020 2,5.628 0.528-1,-0.124 0.100-1,-0.212 0.057-1,0.569-0.251 0,-3.556-1.465-1,3.715-1.868 4,2.313-4.163 0,3.116 1.406-1,2.055-1.705-2,4.357 2.948 1,0.819 4.114-1</inkml:trace>
</inkml:ink>
</file>

<file path=ppt/ink/ink6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7:08"/>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2806.192 3817.677 767,'6.240'0.000'0,"-0.196"0.000"0,1.445 0.000-5,2.008 0.000 4,-1.664 0.000 0,1.983 0.000-2,0.519 0.000 1,1.367 0.000-1,1.218 0.000 0,1.040 0.000-1,1.072 0.000 1,-0.284 0.000 1,-0.660 0.000 0,-0.852 0.000-1,-1.947 0.000 2,-0.898 0.000 2,-0.849 0.000 0,-0.764 0.000 0,-0.659 0.000 1,-1.200 0.000-1,-0.546 0.000 1,4.961 0.000 0,-0.991 0.000 3,-1.223 0.000 0,-1.156 0.000-4,-0.218 0.000 0,1.412 0.000 0,-0.781 0.000-1,-1.066 0.103 0,-0.940 1.975 1,-9.666 3.297 0,-1.838-0.399 1,-0.201-2.024-1,-3.461-1.573-2,-1.316-1.047 0,-1.521-0.234-1,-0.148-0.121-1,3.077-0.010 0,-1.792-0.005 0,-1.096 0.000 3,-0.570 0.002 1,-0.190 0.004 0,-0.516 0.006-5,-0.281 0.005 1,0.159 0.005-1,0.436 0.004 2,0.585 0.003 11,0.644 0.003-11,-0.268 0.002-1,0.496 0.002 0,0.398 0.001 0,0.304 0.001 2,0.222 0.000 2,0.311 0.000 1,-0.282 0.000-1,-0.392 0.000 0,-0.432 0.000 0,-0.426 0.000-2,0.780-0.212 1,-0.037-0.340-1,0.028-0.405 1,0.070-0.423-1,0.093-0.409 1,-1.760-0.582 0,0.526 0.071 0,0.625 0.248 1,0.628 0.333-1,2.118 0.499 1,0.727 0.255 1,0.701 0.232-1,0.637 0.202 0,-5.106-1.120 4,1.816-1.624-1,0.738-2.082-2,0.677-1.440-1,2.001 0.458-2,2.339 0.008 1,9.140 3.066 4,1.398 1.432-1,-0.958-2.166-4,2.431-1.043 0,2.488 2.455-2,-3.644 1.629 1,1.000 0.212 1,0.310 0.208-1,0.557 0.148 0,0.426 0.124 0,0.313 0.099 0,0.217 0.077 1,1.454 0.062 0,-0.216 0.048 0,-0.367 0.028 0,-0.432 0.014 0,-0.476 0.004 2,-0.572-0.003 0,-0.542-0.007 0,-0.478-0.009 0,-0.400-0.010-2,-0.318-0.009 1,-0.241-0.008 0,1.910-0.006 0,1.791-0.005-1,1.540-0.004 7,1.259-0.003-1,-1.555-0.001-9,-0.250-0.001 1,-0.503-0.001-1,-0.641 0.000 1,-0.693 0.000 0,0.775 0.000 3,-1.349 0.000 1,-1.313 0.000 0,-1.173 0.000 0,-0.306 0.283 4,0.516 0.450 0,0.385 0.529-1,0.274 0.547-2,-0.367 0.168-2,-0.339 0.027-2,-0.467-0.106 0,-0.524-0.189 0,5.419 2.425 0,-6.272-1.083 4,4.167 2.792 2,-3.200-0.575-3,-4.992 2.866 0,-6.768-1.707 1,-0.413-3.725 0,-1.302-0.421-3,-1.842 0.791 0,-3.260 1.525-1,3.538-1.584 0,-1.607 0.309 1,-1.506 0.248-2,-0.024-0.084 0,-0.107 0.007 1,0.207-0.044-1,0.392-0.073 1,0.481-0.087 0,0.503-0.088 1,0.924-0.557 1,-0.497-0.318 0,-0.730-0.353-1,-0.845-0.356 1,-1.723-0.237 0,0.094-0.368 1,0.435-0.310-1,0.622-0.250 0,-0.385-0.188 1,0.866-0.164 0,0.817-0.108 0,0.716-0.064 0,2.043-0.016 0,0.894-0.010 0,0.875 0.000 0,-3.902-0.075 1,1.897 0.047 2,-0.091 0.051-1,-0.910 0.041-4,-1.110 0.025 0,-0.343 0.013 0,-0.267 0.004 0,-0.835 0.000 1,2.360-0.002 0,1.630-0.001 0,0.929 0.000 0,-3.071 0.000 8,3.829 0.000-10,12.478-0.002 4,0.482 0.000 0,-0.492 0.000-2,-0.807 6.720 2,-3.193 0.250-2,-1.034 1.326-1,-0.719 2.619-2,-0.431 0.191 3,-0.403-0.677-2,-0.375-3.687 0,-3.229-1.913 3,-2.571-5.864 1,0.062 1.072 1,0.011-0.036-2,0.011 0.000-1,-0.400 0.000 1,0.282 0.000-1,0.845-2.680 0,4.314-4.195 1,1.281-0.586-1,0.077-2.991-1,0.007-0.862-2,-0.022-0.081 0,-0.029 0.002 0,-0.025 0.183 2,-0.016-0.509 0,-0.008 5.264 1,-0.001 0.159 0,-0.002-4.847 3,0.000 2.449-2,0.000 2.215-3,0.000-1.517 1,0.001 0.839 5,0.001-0.644 1,0.000 0.513-6,-0.086-1.854 0,-0.497 0.864-1,-1.320 1.072 1,-3.834 4.636 2,-0.497 3.576 0,-0.987 4.159 0,1.492-1.033-1,-1.104-0.827 0,0.335-0.310 0,0.316 2.637 1,2.588 0.397-1,-3.919 4.032 0,3.037-4.521-1,0.482-0.281 0,0.335 0.218-1,0.468 0.218 1,0.522 0.205-1,0.523 0.181 1,-0.741-0.266 1,-0.517-0.255-1,-0.296-0.345 1,-0.130-0.382 4,-3.787 3.714-2,-0.379-0.519-5,0.058-0.474 1,1.060-0.300 4,2.058-0.325-1,1.981-0.009 1,1.482 1.318-1,0.928 1.710-2,0.027 0.665 0,-0.719-3.082 0,-2.030-2.043 2,-4.048-4.435 1,2.829-5.178 0,4.491-2.173-1,-0.014 0.173 0,-0.100-1.171-1,-0.005-1.446-1,-0.001 0.132-1,0.000 0.070 0,0.000-0.712 3,0.000 0.238-1,0.001 0.721 0,0.000-1.242 0,0.000-1.856-2,0.000 0.159 1,0.000 1.977 0,0.000 0.328 1,0.000-3.132 3,0.000 5.578-2,0.000-0.054-1,0.000 0.053-2,0.000 0.338 1,0.000-4.634-3,0.000 2.047 4,0.000 1.910 3,0.000-0.895-1,0.000 1.399 0,0.000 0.085 0,0.000 12.440 1,0.000 0.730 0,0.000 0.024-5,0.000-0.195 0,0.000 1.419 0,0.000 2.740 0,0.000-4.496 1,0.000 4.815-1,0.000-0.906 1,0.000 0.436 1,0.000-4.312 1,0.000-0.017 0,0.000-0.270-1,0.000 4.311 0,0.000-1.657-2,0.000-0.133 1,0.000-0.563 3,0.000-1.085-1,0.066-0.850 0,1.273 0.731-1,5.267-6.003 2,-0.334-1.290 0,-1.003-3.126-2,-0.147-1.074 0,0.895-1.253 0,0.536-1.112-2,-0.978-0.904 0,-1.428-0.523 1,0.334-0.360 1,1.125 0.234 0,0.759 2.073 0,0.265 2.547 0,0.805 0.550 1,-2.912-1.404 1,-2.167-0.997 0,3.819-1.011-2,1.709 0.770-1,-0.254-3.413-1,-4.677 3.906 1,-0.635-0.101 3,1.165-4.132-3,-0.287 1.460-1,0.227 1.414 2,0.150 0.904 0,-0.712-0.595 0,-0.946-1.260 0,-0.885-1.120-1,-1.004 1.404 1,-1.408 1.144 0,-4.914 4.502 2,-0.133 2.477 0,-0.837-0.625-1,-0.018-0.029 0,-0.429 0.001-1,-0.902 0.004-1,1.868 0.004 1,-0.029 0.001 0,-0.146 0.000 0,0.255 0.000-1,0.308 0.000 1,0.009 0.000 0,0.086-0.255 0,-0.123-1.625 0,5.667-4.465 1,2.415-0.078 0,6.106 4.964 0,-1.818 0.951-1,2.034 0.218-1,1.518-2.564-2,-0.872-1.241 4,-0.048 0.375-1,-2.677 2.076-2,0.503 0.336 1,0.038 0.318 0,-0.250 0.279 3,4.956-0.064-2,-1.804 0.555-2,-1.422 0.267-1,-0.829 0.013 1,1.805 0.007 4,0.603-0.001 5,-0.203-0.005-8,-0.695-0.008-2,-0.953-0.009 1,-1.041-0.009 0,5.196 0.010-1,-5.556-0.031 1,-0.200-0.005 6,4.952-0.002 3,-2.139-0.007-9,-1.543-0.002 0,-1.109 0.000 4,1.646 0.000 1,-0.679 0.002-2,1.133 0.001 0,0.507 0.000-2,2.471 0.000 0,0.076 0.000-1,-1.216 0.000 9,-3.835 0.000-12,-12.472 0.000 10,-0.572 0.000-2,-3.677 0.325-6,3.339 0.500 1,-0.874 0.569 0,-0.226 0.565 0,-0.475 0.193 0,-0.591-0.055-1,-0.615-0.205 1,-0.580-0.281 0,0.211-0.354 1,-0.153-0.270 0,-0.058-0.245 1,0.006-0.212-1,0.047-0.175 0,0.887-0.145 1,0.019-0.091-1,-0.011-0.069 0,-0.029-0.049 1,-0.040-0.033 0,-0.069-0.024 0,0.798-0.011 0,0.961-0.002 0,1.000 0.003 0,-4.054-0.043 2,0.060 0.033 3,3.437 0.050-1,-0.081 0.008 0,0.393 0.006-3,0.656 0.005-2,-4.108 0.003-2,0.968 0.007 0,3.376 0.000 3,-0.515 0.000 4,-0.307 0.000 0,-0.153 0.000-6,0.704 0.000 1,-4.684 0.001-3,2.638-0.001 2,2.210-0.001 4,-0.386 0.000 4,13.323 0.000-2,0.845 0.000 0,0.895 0.000-7,-1.631 0.000 1,1.952 0.000 1,-2.364 0.000 0,0.724 0.000 1,0.402 0.000 0,0.171 0.000-2,-0.075 0.000 0,-0.449 0.000 0,-0.549 0.000 0,-0.561 0.000 0,3.322 0.000 5,-2.869 0.000 0,0.723 0.000-2,-1.055 0.000 0,3.430 0.000 1,3.160 0.000 0,1.757 0.000-6,0.149 0.000 0,0.591 0.000 0,-0.620 0.000 0,-1.296 0.000 0,-1.590 0.000 4,-2.800 0.000 5,-1.244 0.000-4,-1.118 0.000-2,3.844 0.000 1,-2.734 0.000 6,-0.867 0.000-2,0.254 0.000-2,0.265 0.000 0,0.524 0.000-3,0.946 0.000 1,0.880 0.000-2,0.175 0.584 1,-2.696 1.136 0,-1.550 2.789 2,-2.458 0.961 1,4.115-1.985 1,-0.461-2.379-2,0.927-0.643-2,0.037-0.379-1,-0.880 0.061 2,-0.148 2.610 0,-2.727 3.119 1,0.708-1.265 0,1.194-2.545-1,0.778-1.458 0,0.572-0.626 0,0.157-0.168-1,-0.228 0.037 1,2.680 2.219-1,0.666 2.141 0,-5.118-1.322 0,3.168 3.426 0,-3.332 0.153 0,-2.042-0.808 1,1.020 0.591 0,0.771-2.039 0,0.847-0.945 0,0.460-0.245 0,0.799-0.987 0,5.029-0.704 3,-5.782-0.850-1,-0.319-0.115-3,4.417 0.078-2,-2.364-0.267 0,1.945-0.154 1,0.110-0.069 8,-1.224-0.013-4,1.399 0.011-4,-1.790 0.019 7,-1.917 0.012-6,-13.055 0.026 2,0.043-0.004 1,-1.484 0.000-4,-0.402 0.000 0,-1.396 0.000 0,0.199 0.250 1,0.902 1.489 0,0.791 1.804 1,1.129-0.026 0,-0.512 0.027 0,-0.870 0.098-1,-0.491-0.162 0,-0.207-0.325 0,-0.151-0.465 0,-0.430-0.428-1,-0.465-0.424-1,-0.460-0.397 0,-2.260-0.277 3,-0.108-0.366-1,0.547-0.292 1,0.927-0.225-1,1.568-0.163 4,1.036-0.105 1,0.984-0.071-6,0.884-0.042 0,0.478-0.021 3,0.178-0.006 2,-0.031 0.004 1,-0.167 0.011-4,-0.477 0.010 0,-0.088 0.018 0,-0.042 0.018 0,-0.011 0.016 0,0.011 0.014 0,-4.878-0.002-1,1.025 0.024 0,0.387 0.015 3,1.809 0.007 0,1.485 0.000-1,-0.465-0.001 0,-2.324-0.002-1,-0.703-0.002-1,0.868-0.001 1,1.437-0.001-1,0.947 0.000 1,0.764 0.000 1,-1.922 0.000 0,0.178 0.000 1,0.852 0.000-3,-1.430 0.000 1,0.048 0.000-1,1.032 0.000 0,1.143 0.000 1,-0.175 0.000 2,13.368 0.000 2,1.163 0.000 0,-0.866 0.000-6,-0.646 0.000 0,0.778 0.000 0,-1.017 0.000 0,6.532-2.679-1,5.214-1.449-1,3.533-0.566 0,1.462 0.029-1,-1.531 0.582 1,-1.445 0.531 0,-1.978 0.602-1,-2.173 0.602 0,-2.137 0.558 2,-1.958 0.489 3,-0.013 0.390 4,-0.690 0.350 0,-0.771 0.263 5,-0.758 0.188 5,-0.691 0.126-13,-1.400 0.065-3,-0.755 0.038 1,4.396 0.155-3,-2.194-0.015 16,-15.280 0.091-10,-2.274-0.363 0,1.231 0.004 0,-2.111 0.003-5,0.430 0.002 0,-0.174 0.002 0,-1.874 0.001 3,-0.551 0.000 1,5.791 0.000-2,-5.349 0.000 0,0.805 0.000 0,-0.749 1.222 3,5.215 0.259-1,-0.392 0.601-2,0.589 0.008 1,0.272-0.031-1,-4.526 1.500 0,1.733-1.043 1,-1.354-0.997 2,0.009-0.773 0,1.276-0.494 1,1.522-0.265-5,-5.119-0.113-1,5.163 0.053 3,0.103 0.003 0,0.409 0.007 0,-4.744-0.035 0,2.206 0.040-2,0.225 0.027 0,-0.353 0.018 3,-0.962 0.011 0,2.269 0.006 0,0.138 0.003 0,1.621-0.002 0,-0.617 2.371 0,1.801 3.328-3,1.019-0.506 0,-0.026-0.028 1,-0.013-0.073-1,-0.002-0.030 1,0.000-0.003-1,0.001 0.002 1,0.000 0.001-1,0.000 0.001 1,0.000 0.000-1,0.000 0.000 1,0.000 0.000-1,0.000 0.000 1,0.000 0.000-1,0.000 0.000 1,0.000 0.000-1,0.000 0.000 1,0.000 0.000-1,0.001 0.000 1,-0.001 0.000-1,0.000 0.000 1,0.001 0.000-1,-0.001 0.000 1,0.000 0.000-1,0.000 0.000 1,0.000 0.000-1,0.000 0.000 1,10.545 0.380 34,4.964-4.409-20,-4.945-0.742-15,0.274-0.110 0,0.132-0.083 0,0.035-0.060 0,-0.027-0.040 1,0.663-0.591-2,1.233-0.877 1,1.396-0.978-1,1.377-0.955 2,1.247-0.858 0,-0.029-0.075-1,-0.391 0.263 1,-0.731 0.499-1,-0.880 0.604 1,-0.900 0.618 0,-0.838 0.577 1,-0.730 0.503-1,-0.603 0.416 1,-0.475 0.327-1,-0.355 0.246 1,1.260 0.175 0,0.741 0.118-1,0.387 0.071 7,0.136 0.037 8,-0.030 0.012-12,-0.129-0.004-5,0.378-0.020 0,0.371-0.016 0,-0.036-0.018 1,-0.294-0.017 5,-0.437-0.015 3,-1.227-0.016-7,-0.189-0.009-2,-0.109-0.007 1,-0.048-0.006 0,0.402-0.004 3,-0.183-0.004 0,-0.214-0.002 0,-0.220-0.001 0,-0.209 0.000-1,0.254-0.001 0,-0.861 0.000 0,3.984-0.003 0,-3.157 0.002 2,-0.034 0.002 1,-0.913 0.002-1,0.669-0.462 0,-8.149-6.922 1,-3.648 3.292-2,-2.914 0.889 0,-0.758 2.232-3,0.016 0.767 1,-1.822 0.187-1,-1.286 0.080 0,5.210-0.020 1,-0.210 0.001 0,-1.555 0.003 0,-0.775-0.005 0,-0.778-0.006-1,-0.717-0.007 1,-1.595-0.006 0,-0.713-0.005 0,-0.106-0.005 0,0.280-0.004 3,1.033-0.003 1,0.506-0.002-6,0.503-0.001 0,0.465 0.000 0,0.658 0.000 4,0.126 0.000 0,0.024 0.000 0,-0.044 0.000 0,-0.086 0.000-1,0.563 0.000-1,0.012 0.000 1,0.021 0.000 0,0.026 0.000-1,0.506 0.000 2,0.022 0.000-1,0.009 0.000 1,0.000 0.000 0,-1.404 0.000 0,0.693 0.000-1,0.847 0.000 0,0.876 0.000 0,0.825 0.000 0,-4.795 0.000 3,4.545 0.000-2,-0.809 0.000-1,-0.486 0.000-1,0.055 0.000 1,0.307 0.000-1,0.456 0.000 1,0.528 0.000 0,-4.668 0.000 0,1.305 0.000 2,0.879 0.000 0,2.443 0.000 0,12.672 0.000-4,2.363 0.000 0,1.133 0.000 2,-3.198 0.000 0,0.202 0.000 0,0.541 0.000 0,0.400 0.000 0,0.282 0.000 0,0.184 0.000-1,0.109 0.000-1,1.394 0.000 1,0.679 0.000 0,0.694 0.000-1,0.643 0.000 1,0.553 0.000-1,0.450 0.000 1,-2.044 0.000-1,-0.235 0.000 1,-0.308 0.000 0,-0.337 0.000 0,-0.334 0.000 0,-0.311 0.000 2,0.037 0.000 0,-0.788 0.000 0,-0.835 0.000 0,-0.804 0.000 0,3.880 0.000 5,-1.957 0.000 1,-0.202 0.000-5,2.040 0.000 0,-4.533 0.000-3,0.505 0.000 0,0.446 0.000 0,-0.328 0.000-1,0.313 0.000 1,0.291 0.000 0,0.255 0.000 0,0.131 0.000 1,-0.465 0.000 1,-0.612 0.000-1,4.679 0.000 1,-3.536 0.107 1,-14.749 1.944-4,-0.871-1.013 0,0.145 0.001 0,0.324-0.012 1,0.202-0.009-1,0.076-0.004 0,0.012-0.002 0,-0.008 0.001 1,-0.009 0.000-1,-0.004 0.000 0,-0.001 0.000 1,0.000 0.000-1,0.000 0.000 0,0.000 0.000 1,0.000 0.000-1,0.000 0.000 0,0.000 0.000 1,0.000 0.000-1,0.000 0.000 0,0.000 0.000 1,0.000 0.000-1,0.001 0.000 0,-0.001 0.000 1,0.000 0.000-1,0.000 0.000 0,0.000 0.000 1,0.000 0.000-1,0.000 0.000 0,0.000 0.000 1,0.000 0.000-1,0.001 0.000 0,-0.001 0.000 1,0.001 0.000-1,-0.001 0.000 0,0.000 0.000 1,0.000 0.000-1,0.000 0.000 0,0.000 0.000 0,0.000 0.000 1,0.000 0.000-1,0.001 0.000 0,-0.001 0.000 1,0.000 0.000-1,0.000 0.000 0,0.000 0.000 1,0.000 0.000-1,13.031 0.177 37,1.327-1.223-15,-0.301 0.026-2,4.547 0.006-5,5.977 0.000-14,2.917 0.000-5,0.788 0.000 0,-0.590 0.000 0,-1.389 0.000 0,-1.886 0.000 2,-2.671 0.000-1,-2.650 0.000 2,-2.404 0.000 0,-2.044 0.000 4,2.979 0.000 6,-3.720 0.000-2,2.487 0.000 1,2.320 0.000 5,-4.807 0.000-4,0.326 0.000-7,-1.104 0.000-2,5.005 0.000-1,-1.696 0.000 0,-1.006 0.000 5,0.228 0.000 1,0.533 0.000-3,0.567 0.000-1,-1.455 0.000 1,-0.143 0.000 0,-1.491 0.000 1,-0.529 0.000 1,-12.511 0.000 2,0.483 0.000-1,-2.824 0.000-4,1.625 0.000-1,-4.432 0.000-1,4.058 0.000 1,-1.074 0.000 0,-0.920 0.000 0,-0.747 0.000 0,-0.577 0.000 0,1.509 0.000 0,0.582 0.000 0,0.761 0.000 0,0.826 0.000 1,0.813 0.000 0,0.045 0.000 3,-0.068 0.000 3,-0.307 0.000-1,-0.438 0.000-4,-0.488 0.000-1,-0.839 0.000 1,-0.550 0.000-1,-0.486 0.000 1,-0.408 0.000-1,-0.326 0.000 0,-0.250 0.000-1,0.660 0.000 1,-0.053 0.000-1,-0.027 0.000 1,-0.008 0.000 0,0.004 0.000 1,-0.952 0.000 1,0.546 0.000-1,0.656 0.000 1,0.666 0.000-1,0.616 0.000 1,0.250-1.063 0,-0.507-0.629 1,-0.306-0.301 0,-0.153-0.066 1,-0.425-0.292 0,0.764-0.108-5,0.948-0.097 0,0.989-0.083 0,0.937-0.067 1,-3.210-2.829 2,4.590 0.251 0,4.954-1.824 3,5.021 0.919-1,1.384 2.233 0,3.317-0.371-5,-3.986 2.020 1,1.523-1.083-1,0.702-0.460 0,0.188-0.047 0,-0.164 0.229 1,-0.310 0.546 2,0.338 0.425 0,0.456 0.449-3,0.509 0.437 0,1.973 0.002 1,0.954-0.031 1,0.899-0.179-1,0.798-0.260-1,-1.079-0.263 1,0.192-0.672-1,0.092-0.755 0,0.019-0.766 0,1.799-1.109 1,-0.826 0.275 1,-1.019 0.624-1,-1.056 0.789 1,-2.725 1.334 1,-0.122 0.527 1,0.086 0.488 0,0.226 0.435 0,2.588 0.224-2,-0.874 0.481 1,-1.180 0.350-1,-1.261 0.240 1,-1.369 0.133 0,-0.191 0.076 2,0.060 0.039-1,0.216 0.012-2,0.301-0.005 0,0.497-0.028-1,0.630-0.019 1,0.258-0.021 0,-0.007-0.021 0,-0.184-0.020 4,0.731-0.013-4,-0.797-0.019-2,-0.883-0.015-1,-0.866-0.011 1,3.917-0.007 5,-2.283-0.013 1,-1.864-0.003-1,-0.815 0.001-1,0.504 0.001 6,-15.185-0.001-7,-1.135 0.010-4,0.109 0.000 0,0.031 0.000 0,0.298 0.000 2,0.146 0.000 0,-2.350 0.000 2,4.308 0.000-2,-1.918 0.000 0,-0.067 0.000-1,0.327 0.000 0,0.555 0.000 1,-0.015 0.000-1,0.854 0.000 3,0.810 0.000 0,-4.724 0.000 2,-0.191 0.000 1,0.514 0.000-3,0.247 0.000-3,-1.143 0.000-1,5.351 0.000 3,-0.357 0.000 1,-0.328 0.000-1,-0.289 0.000 0,-0.661-0.217-1,-0.009-0.345 0,0.095-0.405 1,0.156-0.416-1,0.186-0.396 0,-0.275-0.332 1,0.593 0.068-1,0.639 0.208 1,0.616 0.278 0,-4.194-0.655 3,1.906 1.005 1,1.337 0.699-3,-1.678 0.422 1,1.186 0.263-2,0.864-0.011 1,-0.325-0.066-1,-0.244-0.167 1,3.167-4.791 0,4.268-1.889 0,-0.113 0.503-1,-0.098-0.097 0,1.478-0.432 0,6.533 0.669-2,1.056 1.150 0,0.407 1.049 1,0.914 1.391 0,-3.123 1.704 1,1.291 0.228 0,1.112 0.188 1,0.823-0.035-3,0.267-0.172-2,-0.004-0.255 1,-0.181-0.291 0,-0.283-0.294 1,-0.331-0.276 1,-0.292-0.050 0,-0.137 0.079 0,-0.071 0.167 1,-0.023 0.212-1,0.010 0.228 2,0.306 0.196 0,-0.172 0.219-1,-0.214 0.189 1,-0.226 0.156 0,-0.215 0.124-1,-0.194 0.093 0,0.938 0.070 0,0.450 0.051 0,0.540 0.029 0,0.548 0.014-1,0.506 0.003 1,-0.334-0.005-1,-0.279-0.007 1,-0.425-0.009-1,-0.481-0.009 1,-0.384-0.007 1,-1.031-0.008 1,-1.038-0.007 0,-0.948-0.005-1,4.515-0.002 0,-2.025-0.007 0,-2.551 0.000-1,1.143 0.000 2,0.268 0.000 3,-0.293 0.000-1,-0.615 0.000-6,-0.761 0.000 0,0.780 0.000 0,0.079 0.000 0,-0.306 0.000 3,-0.516 0.000 2,4.204 0.000-1,-1.908 0.000-5,-0.423 0.085 3,-1.929 0.492 2,-0.870 2.148-1,-5.508 4.224 1,-4.575-1.999 0,-1.649-3.482-1,0.765 4.302-1,-0.105-0.110 0,-1.714-3.037-2,-2.246-1.093 1,-2.601-0.718 0,5.218-0.603-1,-0.426-0.094 1,-1.670-0.074-1,-0.744-0.059 0,-0.672-0.035 0,-0.572-0.018 0,-1.029-0.009 1,-0.334 0.003 0,-0.199 0.009 0,-0.100 0.011 1,0.645 0.016-1,-0.495 0.008 0,-0.159 0.008 1,0.072 0.006 2,0.218 0.005 4,-0.633 0.004-9,0.724 0.004-1,0.792 0.002 1,0.770 0.001 0,1.089 0.001 5,1.306 0.000 0,1.289 0.000 0,-3.618 0.002 1,3.265-0.001 1,-4.530-0.002 2,4.667-0.001-3,-0.165 0.000-2,0.200 0.000-3,0.418 0.000 0,0.527 0.000 1,-4.544 0.000-2,1.643 0.000 5,0.814 0.000-1,0.861-0.027 1,1.335-0.107-1,9.778-4.673 1,0.625 0.493-1,0.000 0.000 0,43.076 16.304-13,14.115 8.970-6,6.646 2.177-2,-1.361-0.588 1,-6.240-2.262 1,-8.776-3.123 3,-9.647-3.408 3,-9.412-3.310 3,-8.505-2.981 2,-7.254-2.536 2,-5.888-2.054 3,-4.563-1.588 2,-10.688-9.485 0,-4.333 0.278 12,1.355 0.537 108,2.470 1.680-121,1.559 0.075 0,2.905-0.749 0,-7.120 0.350 2,2.101 3.050 1,-4.931-2.216 0,2.170 1.680-4,0.500 1.078 0,0.794 2.148 1,0.385 0.667 1,-0.707-0.329 4,-0.506-0.053 0,0.504-0.003-4,-0.695 0.001-1,0.036 0.002 0,-0.780 0.001 0,-0.754 0.295 1,2.596 1.683 1,-0.059 1.898-2,0.004 1.450-1,0.026 0.883 0,0.739-0.125 0,1.693-0.512 1,1.409-0.056 0,0.460 2.706 5,-0.197-2.087 0,-3.767-6.158-3,0.153-0.170 0</inkml:trace>
</inkml:ink>
</file>

<file path=ppt/ink/ink6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7:08"/>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3003.192 3883.677 767</inkml:trace>
</inkml:ink>
</file>

<file path=ppt/ink/ink6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8:21"/>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3511.192 3899.677 767</inkml:trace>
</inkml:ink>
</file>

<file path=ppt/ink/ink6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8:23"/>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3511.192 3899.677 767,'6.144'0.000'0,"0.445"0.000"0,3.024 0.000-6,-3.378 0.000 4,2.688 0.000 0,0.654 0.000 0,0.008 0.000 0,-0.406 0.000 0,1.980 0.000-1,0.932 0.000 2,0.192 0.000 1,-0.295 0.000 1,-0.585 0.000-1,-1.155-0.239-1,0.349-0.385-2,0.573-0.462 0,0.690-0.486 1,1.922-0.465 1,0.274-0.036 1,0.043 0.130-1,-0.109 0.227 1,-1.144 0.331 0,-0.598 0.253-1,-0.659 0.242 1,-0.655 0.218 0,0.909 0.146 1,-0.813 0.200 1,-0.739 0.149 0,-0.628 0.106 0,-1.977 0.063-1,-0.679 0.035 0,-0.646 0.021-1,5.350 0.079 3,-0.284-0.003 3,0.123-0.035-7,-0.451-0.038 0,0.626-0.024 0,-5.631-0.020 1,0.519-0.003 0,-0.245-0.002 0,-0.344-0.001 0,4.344-0.003 7,-3.658-0.002-9,-14.549 0.001 5,1.726 0.005-2,-0.438 0.658 1,-1.299 1.320-1,-1.178 1.308-4,-0.199 1.879 0,2.559 1.499 0,-0.890 0.979 4,2.044-3.621 0,-1.351 0.069-2,-0.392-0.626-1,-1.020-0.386 1,-0.935-0.459 0,-0.817-0.476-1,-1.287-0.392 0,-0.554-0.452 1,-0.383-0.385-1,-0.245-0.314 1,0.756-0.250 0,0.517-0.172 0,0.652-0.125 0,0.697-0.085 0,0.678-0.054 1,0.783-0.021 1,-0.088-0.012 0,-0.283 0.000 0,-0.397 0.006 0,-2.716-0.008-1,-0.439 0.021 1,-0.257 0.021-1,-0.124 0.020 0,1.760 0.020-1,0.171 0.011 0,0.179 0.009 0,0.172 0.007 0,0.156 0.005 1,-0.168 0.004 0,0.329 0.002 0,0.348 0.002 0,0.335 0.000 0,-0.139 0.000 2,0.315 0.000-1,0.278 0.000 1,0.233 0.000-1,1.002-0.267-1,0.094-0.423 1,0.039-0.499-1,0.000-0.515 1,0.981-0.002-1,0.251-0.035 0,0.288 0.068 0,-4.985-1.447 0,2.483-0.658 2,2.496-1.434 2,3.448-2.052-3,7.742 2.710 2,1.032 3.763-1,2.554 0.812-1,-1.167 0.157-2,0.543-0.218 0,1.143-1.353-1,1.438-1.679 0,-3.454 0.527 1,0.991-0.462 0,0.962-0.368-1,0.859-0.278 1,0.720 0.158-1,0.572 0.406 1,0.432 0.521-1,0.308 0.543 1,3.519 0.333 0,-1.333 0.716 0,0.150 0.306 0,-0.354 0.245 3,-0.564 0.193-1,0.157 0.121-2,-0.119 0.088-3,-0.297 0.060 2,-0.396 0.038 12,0.446 0.031-13,-0.812 0.008 0,-0.845-0.003-1,-0.804-0.010 1,-1.645-0.021 4,-0.436-0.012 2,-0.321-0.012 0,-0.224-0.012-1,0.354-0.008-1,-0.743-0.011 0,-0.811-0.009 0,-0.795-0.006 0,4.068-0.005 13,-3.963-0.010-19,-12.992-0.016 10,0.143 0.022-1,-1.125 0.000-6,-2.637 0.000-1,-0.416 0.000 0,-1.821 0.000 2,4.902 0.000 0,-0.976 0.000 0,-0.685 0.000-1,0.290 0.000 1,0.604 0.000-1,0.739 0.000 1,1.050 0.000 1,0.125 0.000 1,-0.027 0.000 0,-0.123 0.000 0,-5.190 0.000-1,5.555 0.000 0,-0.292 0.000 0,-2.075 0.000 0,0.319 0.000 0,0.560 0.000-1,0.656 0.000 1,0.188 0.000 0,-0.342 0.000 1,-0.099 0.000 0,0.068 0.000 1,0.171 0.000 0,0.227 0.000-4,0.194 0.000 1,0.540 0.000-1,-4.536 0.000-1,2.074 0.000 5,1.342 0.000 2,0.613 0.000-3,0.319 0.000 0,-0.702 0.000 0,0.930 0.000 0,-0.572-0.707-1,4.505-6.657 2,0.304 0.702-1,-1.199 1.283-1,-2.094-0.819-2,-1.256 0.526 1,-0.699 0.699 0,-0.305 0.581-1,0.463 0.742 1,0.781 1.106 0,0.327 0.908 0,0.004 0.578 3,-2.171-1.180 1,1.442-1.476-3,1.073-1.049 0,2.074-1.470 0,-1.413-0.927 1,-1.425 3.510 1,-0.802 1.204-2,-0.733 0.937-2,1.704 0.948 1,-0.038 0.560 0,-0.023 0.396 2,-0.867-0.247 0,-0.673-0.145 0,1.185-0.010 1,-0.742 0.002-4,1.188 0.005 2,12.435 0.001 3,-0.132 0.000-1</inkml:trace>
</inkml:ink>
</file>

<file path=ppt/ink/ink6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8:36"/>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3970.192 3948.677 767,'6.168'0.000'0,"0.116"0.000"0,-0.020 0.000-5,-0.165 0.000 5,2.524 0.000-1,-1.974 0.000 0,0.638 0.000-1,-0.173 0.000 2,-0.854 0.000 0,2.111 0.000 0,-1.193 0.000-1,2.030 0.000 2,-0.583 0.000-1,-1.517 0.000 0,1.200 0.000-3,0.625 0.000 3,-0.536 0.000 2,0.031 0.000-1,-2.169 0.000 0,1.763 0.000-1,-1.326 0.000 0,-0.437 0.000 0,0.959 0.000 0,-1.178 0.000 2,-12.184 0.000 0,-0.148 0.000 0,-1.302 0.000-4,-0.562 0.000-1,1.595 0.000 2,-0.688 0.000 0,0.005 0.000 0,0.428 0.000 1,0.174 0.000 0,0.338 0.000 1,-0.138 0.000-1,-0.176-0.239 0,-0.985-3.044 0,2.958-1.191 1,-1.588-1.187-1,-2.063-0.694-2,-1.916-0.394 0,4.523 3.294 1,-0.302-0.027 0,-0.724-0.264-1,-0.040 0.104 1,0.066 0.138 0,0.130 0.150 0,0.161 0.147 0,0.169 0.133 1,-0.126 0.321 0,-0.381-0.065 0,-0.109-0.115 0,0.081-0.141 2,-0.480-0.233 2,0.413 0.313-3,0.472 0.421-3,0.476 0.458 0,-3.695-0.664 3,1.397 1.237 1,1.186 0.875 0,0.412 0.493-1,-0.598-0.042 0,0.873-1.725-1,0.621-4.792 1,3.727-1.246 0,1.823 0.627-1,2.782 1.944-1,3.788 3.030 3,1.732 1.742-1,-2.047 0.625-2,-0.075 0.129 0,2.300 0.095 0,-0.756-0.063 1,-0.027-0.076 0,-0.686-0.075 0,-0.661-0.008 0,5.614 0.003 2,-4.837 0.002-2,0.191 0.000-2,-0.057 0.000 0,-0.215 0.000 0,0.172 0.000 0,-0.293 0.000 0,-0.285 0.000 0,-0.258 0.000 0,-0.220 0.000 3,5.524 0.000 0,-0.421 0.000 1,-0.198 0.000-2,-0.371 0.000 0,0.166 0.000 0,0.781 0.000 0,-5.202 0.000 0,4.916 0.000 0,-2.313 0.000 0,-2.013 0.000 2,2.005 0.000 1,-1.566 0.000-3,2.773 0.356 0,-2.985 0.540 0,1.171 0.603 0,1.060 0.587-2,-0.889-0.137 0,0.070-0.048 1,-0.085-0.160-1,-0.181-0.223 0,-0.231-0.249 1,0.359-0.152 1,-0.952-0.291 1,-1.028-0.249-1,3.573 0.018 1,-2.908-0.461 2,1.408-0.234 1,-1.444-0.011-4,1.305 0.323 0,-0.926 1.888 1,-1.985 2.052 0,-0.947 0.085 0,2.000 0.079 0,1.392-2.197 0,-0.081 0.291-1,-2.198 0.548 0,-1.451 2.261-1,-3.139 1.432 1,-1.554 0.482 1,0.238-0.259-1,0.267-0.583 0,-0.038 1.639 1,-0.495-1.110-1,-1.308 1.253-1,-2.815-3.254 0,-1.473-4.933 1,-1.867 0.724 1,-3.799 1.615 1,5.591-0.489-4,-0.092 0.149 1,-0.079-0.030-2,-0.064-0.145 1,-0.051-0.211 1,-0.039-0.239 0,0.460-0.275 1,-5.125 0.374-1,1.506-0.648 1,-1.101-0.438 3,-1.349-0.289-2,0.180-0.093-2,5.944 0.048 1,0.029 0.003 0,-5.839-0.042-1,1.328 0.035 0,1.190 0.027 0,0.675 0.021 3,-1.220 0.013 1,-1.605 0.008-4,5.466 0.001 1,-0.084 0.000-1,-0.017 0.000 0,0.029 0.000 1,0.057 0.000-1,-0.451 0.000 0,-3.259 0.001 7,3.235-0.001-12,12.558-0.001 12,0.533 0.000 0,1.472 0.000-5,0.967 0.000-3,1.864 0.000-1,-0.192 0.000 1,0.974 0.000 1,-0.165 0.000 1,-4.334 0.000 0,0.697 0.000-2,0.813 0.000 0,0.809 0.000 1,-0.086 0.000 0,0.122 0.000 0,-0.027 0.000 0,-0.118 0.000 1,-1.602 0.000-1,-0.580 0.000 2,-0.637 0.000-1,4.691 0.000 0,-4.413 0.000 2,0.239 0.000 1,-0.101 0.000-1,-0.304 0.000 0,4.676 0.000-2,0.094 0.000-3,0.115 0.000 2,-0.615 0.000 1,-0.538 0.000-1,-0.933 0.000 2,-1.222 0.000 0,-0.756 0.000 0,-0.880 0.000 0,-0.583 0.000 0,0.276 0.000 0,0.430 0.000 0,-0.577 0.335 0,0.556 2.191-1,-5.404 3.943 1,-2.852-0.281-1,-4.228-4.534 1,-3.770-1.595 0,0.435-0.122-3,-2.120-0.006 0,5.145 0.039 1,-0.224 0.005-1,-0.165 0.004 1,0.000 0.005 0,-0.257 0.004 0,-0.266 0.003 0,-0.254 0.003 1,-0.229 0.002-1,-0.197 0.001 0,-1.517 0.001 0,-0.705 0.001 0,-0.697 0.000 0,-0.632 0.000-1,-0.539 0.000 1,1.414 0.000 0,-0.397 0.000 0,-0.418 0.000 0,-0.407 0.000 0,-0.374 0.000 0,0.003 0.000 1,-0.192 0.000-1,-0.136 0.000 0,-0.091 0.000 1,-2.135 0.000-1,0.136 0.000 2,0.256 0.000 0,0.310 0.000-1,0.049-0.379 0,0.917-0.573 0,0.961-0.641 0,0.903-0.624 1,2.365 0.169 0,0.878 0.048 0,0.826 0.165 0,0.735 0.230 1,-0.510 0.093 1,0.139 0.344 1,-0.069 0.312-1,-0.188 0.265-3,0.086-0.104-1,-0.264-0.350 1,-0.268-0.458 0,-0.250-0.487 0,0.311-0.314-1,0.898-0.094 1,-3.005-2.263-1,4.042 0.482 2,2.468-1.151 1,4.241-0.810 0,5.593 0.705-2,0.254 1.204 0,0.249-2.025 0,0.102-0.435 0,0.942 0.761 2,2.673 1.764-4,-4.808 2.878 1,1.916 0.421 0,1.145 0.332 0,0.577 0.248 1,0.183 0.175 2,0.766 0.110-3,0.540 0.066-3,0.063 0.036 1,-0.238 0.014 6,-0.406 0.000-1,-0.477-0.009-5,-0.482-0.015 0,-0.447-0.016 1,-1.261-0.020 2,-0.405-0.012 1,-0.356-0.011 0,-0.300-0.009 0,-0.244-0.007-1,-0.468-0.006 1,-0.115-0.004-1,-0.069-0.003 1,-0.033-0.002-1,-0.007-0.001 1,0.274-0.001-1,-0.017 0.000 0,-0.025 0.000 1,-0.029 0.000-1,-0.030 0.000 0,0.522 0.000 0,-0.493 0.000 0,4.841 0.000 0,-1.937 0.001 2,-1.123 0.001 0,-0.858 0.000 0,-0.842 0.000-1,-0.480 0.000-1,1.875 0.526 0,-2.917 3.438 1,-4.505 2.464 1,-5.966-2.134-1,-1.230-3.310-1,-1.275-0.790 0,0.606-0.260-1,-1.002-0.046-1,-0.689 0.011 1,-2.316 0.240-1,3.253 0.367 1,-0.964 0.367 1,-0.627 0.358 2,-0.367 0.322-5,-0.177 0.272 0,-0.046 0.218 0,-1.502-0.109 0,-1.533-0.183-1,-1.220-0.256 4,-0.925-0.281 11,-0.322-0.273-15,0.079-0.246-1,0.322-0.210 1,0.447-0.170 0,1.647-0.134 4,1.169-0.090 0,1.229-0.064 0,1.176-0.043 1,1.057-0.026 0,0.902-0.014 1,-1.972-0.005 0,-1.236 0.001 1,-0.675 0.005-1,-0.265 0.007 1,0.016 0.008 0,0.195 0.008-6,0.295 0.007-1,-1.121 0.006 1,-0.474 0.006-1,-0.590 0.004 0,-0.611 0.003 4,-0.570 0.002-1,1.685 0.001 1,0.252 0.001 0,0.364 0.000 0,0.413 0.000 0,0.417 0.000 0,-0.164 0.000 2,1.176 0.000-1,1.242 0.000 0,1.181 0.000 0,1.189 0.000 1,-4.098 0.000 7,2.705-0.001-5,2.024 0.000 3,12.541-0.654-4,0.405-1.338-1,1.949-1.359-5,0.717-0.296 0,0.290 0.537 0,1.315 0.769 2,-4.931 1.526 1,0.377 0.207 1,0.245 0.185-2,0.497 0.137 0,0.500 0.110 0,0.470 0.084 1,0.421 0.062-2,0.069 0.042 1,0.152 0.027 0,0.074 0.016-1,0.018 0.008 1,1.247 0.009 0,0.332-0.004 2,0.349-0.007-1,0.333-0.009 0,-1.659-0.015 0,-0.060-0.007-1,-0.101-0.006 0,-0.124-0.005 0,0.643-0.004 1,-0.652-0.005 0,-0.753-0.004 1,-0.770-0.003 0,-1.186-0.001-1,-0.183-0.001 2,-0.033 0.000 0,0.072 0.000 0,0.965 0.000-2,-0.374 0.000 0,-0.495 0.000 1,4.780-0.001-1,-2.546 0.001 1,-0.763 0.001 0,-0.206 0.183 1,-1.246 1.169 1,-10.733 3.839-2,-0.488-0.452 1,0.505-0.176-1,-1.090-1.372-2,-0.188-0.479 0,-0.004 0.007-1,0.000 0.000 1,0.000 0.000 0,14.863 0.167-1,-3.102-2.849 2,5.441-0.001 0,-0.213-0.025 0,-0.798-0.013 0,-0.865-0.004-2,1.641-0.001 0,-5.102 0.005 2,0.427 0.001 0,1.142 0.097 1,-0.044 0.146 0,-0.729 0.162-1,-1.075 0.158 1,2.464 0.958 0,-2.924 1.405 0,-5.240 3.612-2,-4.547 0.168 2,0.020-1.759 0,-0.712 0.354 1,-0.522 0.232-1,-0.453 0.038-3,-0.168-1.130 1,0.203-1.630 0,-0.263-1.409 2,-2.293-0.796 0,-3.153-0.426 0,3.755-0.212-2,-0.992-0.046-1,-0.894-0.022-1,-0.203-0.004 1,0.082 0.005 0,0.310 0.011 0,0.429 0.014 1,0.469 0.015 0,0.354 0.013 1,1.010 0.014 1,1.014 0.012-1,-3.628 0.001 1,2.557 0.019 0,-1.229 0.011 0,-2.614 0.000 0,2.564-0.007 0,-1.478 0.000 1,-0.650 0.000-1,-0.275 0.000-2,-0.006 0.000-2,0.177 0.000 0,0.290 0.000 0,0.572 0.000 0,0.729 0.000 3,0.792 0.000 1,0.787 0.000-1,0.615-0.217 1,-3.440-1.311 3,4.347-1.633 2,0.962-2.143-3,-0.555 1.388 2,-3.360 2.007-4,-0.138 1.480-3,1.406 0.438 1,-0.549 0.117 1,0.933 0.009 0,1.128-0.035-1,-0.263-0.022 0,-0.163-0.060 2,0.095-0.030 0,0.539 0.010 0,-0.746 0.001 0,0.735-1.134 0,-0.249-3.521-2,1.570-0.202 1,0.160 0.995-1,-2.251 1.431 1,-0.862 1.987 1,0.840 0.560-1,-0.201-1.218-1,3.012-4.549 2,2.632-1.175 0,1.239 0.498-2,0.248-0.672 0,-5.731 2.997 1,-1.626 2.886 1,0.561 1.055-1,0.287 0.387-1,0.268-0.950-1,0.584-2.045 1,-0.908-1.036-1,-0.168-0.198 0,0.043 0.048 0,0.042 0.047 0,0.013 0.015 0,0.000 0.000 0,-0.001-0.002 0,-0.001 0.000 0,0.000 0.000 0,0.000 0.000 0,0.000 0.000 0,0.000 0.000 0,0.000 0.000 0,0.000 0.000 0,0.000 0.000 1,0.000 0.000-1,-0.001 0.000 0,0.000 0.000 0,0.000 0.000 0,0.000 0.000 0,0.000 0.000 0,0.000 0.000 0,0.000 0.000 0,0.000 0.000 0,0.000 0.000 0,0.000 0.000 0,0.000 0.000 0,0.000 0.000 0,0.000 0.000 0,0.000 0.000 0,0.000 0.000 0,0.000 0.000 0,1.412 0.780 1,14.630 0.917 68,-0.411 1.368-64,-1.371 0.398-6,0.256 0.239 1,-1.706 0.194 0,2.736-0.056 2,-2.816-0.026 0,0.333-0.003 0,-0.024-0.003 1,-0.251-0.002-1,4.963 0.000-2,-1.702-0.005-1,0.325-0.002 0,2.462-0.001 3,-5.043 0.001 0,0.732 0.000 0,-0.401 0.000 0,-0.684 0.000 0,-0.796 0.000 1,3.689 0.000 0,-2.438 0.000 0,-0.836 0.000 1,-0.013 0.000 0,0.387 0.000 1,0.385 0.000-3,-0.262 0.000 0,-0.412 0.000-1,-0.054 0.000 1,0.107 0.000 0,-0.138 0.000 0,1.507 0.000 1,-0.868 0.000-1,-0.059 0.000 1,-0.033 0.000-1,0.228 0.700 1,-1.911 2.939-1,-1.677 2.212 0,2.194-1.715 0,1.277-2.423 0,-0.076-1.302 0,-0.322-0.289 0,0.405 2.541-1,-2.086 0.905 1,-0.266 0.154-1,1.304 0.134 1,0.389-1.972 0,0.247-1.557 1,-3.817 4.972 0,-3.108 1.464 0,0.187 0.162-1,0.065-0.424 0,0.002 0.158 0,-0.002-0.566 0,-0.001 0.123-1,0.000 1.794 0,0.000-1.556 0,-3.271-0.457 1,-3.111-5.063 2,-0.510 0.381-1,0.002 1.101-2,-1.272 1.003-1,0.920-0.161 1,0.017 0.174-1</inkml:trace>
</inkml:ink>
</file>

<file path=ppt/ink/ink6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8:42"/>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2429.192 4194.677 767,'6.231'0.000'0,"-0.134"0.000"0,-2.392 6.190-5,-3.307 1.154 5,1.682 0.366-1,0.444-2.178-1,0.324-0.146 1,0.065-0.059 0,-0.023-0.010-1,3.273-0.460 2,1.833-2.222 4,-1.066 1.204-3,-0.616 1.529-2,-1.624 1.303-1,-1.666 1.017 2,-1.562-0.292 1,-0.979-0.567-1,-0.508 0.021-1,-0.188 0.252 2,0.008-0.329-1,0.045 0.400 1,0.053-0.011-1,0.037 1.225-1,0.060-0.916 1,0.024-0.423 0,-0.009-0.404 0,-0.006-0.024 1,3.522-1.675 0,2.597-5.182 0,1.054 0.201 0,0.736-0.115-2,-0.820-1.809 0,-0.548-2.032 0,-0.156-1.502 0,0.154-0.908-1,-2.263 2.126 1,0.609-0.632 0,0.030-0.312 0,-0.005-0.418 0,-0.139-0.338 0,-0.212-0.261-1,-0.241-0.192 2,-0.885 0.849 0,-0.473 0.220 0,1.470-4.492-1,-1.486 0.839 3,-0.012 0.751 1,0.760 0.812-2,0.458-1.590 0,-1.094-2.251-1,-0.071 0.812-1,1.448 2.836 1,-0.188 2.631 2,0.608-2.068 0,0.158 0.406-1,0.146 2.379 0,1.619-1.852-1,0.255 1.182 0,-0.533 0.743-1,-13.223 3.143 4,-0.550 4.567-2,2.595 0.748-2,-0.800 2.455-1,-0.672 2.515 0,-0.077 0.715-1,0.084-0.548 1,0.208-1.087 0,0.190 1.050 3,1.950 0.948-1,1.552 0.453 1,-0.253-0.896-1,-1.061-0.915 0,-0.119-1.215 0,0.708-0.657 0,0.912-0.269 2,0.886-0.500 0,0.585 1.852-1,0.625-1.176-1,0.131 0.698 0,-2.712 0.314 0,-3.808-3.612 5,13.170-3.882-4,-2.427-6.088-2,-0.042-2.058-1,0.927-2.530-1,-2.378 4.397 1,0.126-0.340 1,0.507-0.044-1,0.729 0.157 1,0.833 0.281-1,0.851 0.347 1,0.809 0.369-1,2.229-2.054 1,0.483-0.371 1,0.183 0.084-1,-0.014 0.351 6,-1.228 0.758-5,-1.173 0.457-2,-1.317 0.431-1,-1.300 0.380 2,3.607-2.961 5,1.232 2.979 1,1.678 1.364-4,-4.750 1.599-1,0.480-0.290 0,-0.256 0.102-1,-0.116 0.137 0,-0.242 0.228 1,-0.309 0.272-1,0.257 0.231 0,0.116 0.299 2,0.217 0.268 1,0.265 0.229-2,0.155 0.186-1,0.073 0.145 1,0.016 0.108 0,-0.022 0.077-1,-0.045 0.051 1,0.776 0.040-1,0.092 0.017 1,0.092 0.002-1,0.084-0.006 1,-0.320-0.013 0,0.052-0.011 1,0.053-0.012-1,0.049-0.011 0,-1.226-0.011 0,-0.371-0.006 0,4.966 0.001 0,-0.818-0.013 1,-0.115-0.007 1,-0.365-0.002 0,-0.778 0.001-1,-2.000 0.002 0,0.097 0.001-1,1.032 0.000 1,-1.716 0.001-1,0.223 0.000 0,0.397 0.000 0,-2.896 4.888 1,-4.383 1.967 0,-0.006-0.191 1,0.080 1.090-3,0.021-1.646 1,-0.564 1.586-1,-1.137 0.880-1,-1.125 0.564 0,-2.274-0.072 1,0.501-5.170 0,-0.946-0.574 0,-0.676-0.602 3,-0.455-0.578-1,0.301-0.594-2,0.048-0.403-1,0.157-0.341 1,-6.198 0.280-3,5.053-0.281 6,-1.142 0.370 0,-1.236 0.434-3,-0.130 0.087-1,-0.380 0.032 0,-0.160-0.069 0,0.001-0.136 0,-1.786 0.025-1,0.201-0.269 3,0.287-0.266 0,0.320-0.245 1,0.319-0.213-1,-0.608-0.159-1,0.600-0.165 1,0.610-0.120-1,0.562-0.082 1,0.117-0.045 3,-0.389-0.026-1,-0.110-0.013 0,0.076-0.004 3,0.911 0.004-3,0.727 0.005-5,0.824 0.007 1,0.831 0.007 0,0.780 0.008 0,-4.177-0.010 6,1.597 0.021-1,0.974 0.014 7,1.028 0.013-14,12.790 0.003 8,-0.088-0.009-1,-1.922 7.412-1,-3.968 2.796-11,-0.230-1.387 9,-0.060-2.529 0,-0.066 0.296-1,0.151-0.208-1,7.763-5.609-1,-1.363-2.782 1,0.414-0.289 1,0.011-0.012-1,-0.083 0.054 1,-0.062 0.042-1,-0.027 0.018 0,-0.006 0.004 1,0.001 0.000-1,0.003-0.002 1,0.001 0.000-1,0.000-0.001 0,0.000 0.000 1,0.000 0.001-1,-0.001-0.001 1,0.000 0.001-1,0.000-0.001 0,0.000 0.000 1,0.000 0.000-1,0.000 0.000 1,-0.001 0.001-1,0.000-0.001 0,0.000 0.001 1,0.000-0.001-1,0.000 0.000 1,0.000 0.000-1,0.000 0.000 0,0.000 0.001 1,0.000-0.001-1,-0.001 0.001 1,0.000-0.001-1,0.001 0.000 1,-0.001 0.000-1,0.000 0.000 0,0.000 0.001 1,-0.001-0.001-1</inkml:trace>
</inkml:ink>
</file>

<file path=ppt/ink/ink6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8:48"/>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2904.192 4260.677 767,'1.061'-6.173'0,"-0.038"0.217"0,0.000 0.002 0,0.000 0.000 0,0.000 0.000 0,0.000 0.000 0,0.000 0.000 0,0.000 0.000 0,0.000 0.000 0,0.000 0.000 0,0.000 0.000 0,0.000 0.000 0,0.000 0.000 0,0.000 0.000 0,0.000 0.000-2,0.000 0.000-15,-5.986 2.377 15,-1.543 3.621 11,-2.528-0.027-3,-2.795-0.010-8,-1.713-0.001 0,-0.224-0.001-2,0.719-0.001 0,1.245 0.000 1,1.471-0.001 0,1.490 0.000 1,1.381 0.000-1,1.199 0.000 2,-3.504-0.001-2,2.359 0.000 1,-1.377-0.011-1,2.738-0.017 6,-3.718-0.085 15,17.395-0.788-21,-0.135 0.643 1,0.239 0.001 1,-0.072 0.003-1,-0.164 0.001 0,-0.151 0.001 1,-0.104 0.001-1,-0.058 0.000 0,-0.024 0.000 1,-0.006 0.000-1,0.002 0.000 0,0.005 0.000 1,0.004 0.000-1,0.002 0.000 0,0.002 0.000 1,0.001 0.000-1,0.000 0.000 1,-0.001 0.000-1,0.000 0.000 0,0.000 0.000 1,0.000 0.000-1,0.000 0.000 0,0.000 0.000 1,0.000 0.000-1,0.000 0.000 1,0.000 0.000-1,0.000 0.000 0,0.000 0.000 1,0.000 0.000-1,0.000 0.000 0,0.000 0.000 1,0.000 0.000-1,0.000 0.000 0,0.000 0.000 1,0.000 0.000-1,0.000 0.000 1,0.000 0.000-1,0.000 0.000 0,0.000 0.000 1,0.000 0.000-1,0.000 0.000 0,0.000 0.000 1,0.000 0.000-1,0.000 0.000 1,0.000 0.000-1,0.000 0.000 0,0.000 0.000 1,0.000 0.000-1,0.000 0.000 0,0.000 0.000 1,0.000 0.000-1,0.000 0.000 0,0.000 0.000 1,0.000 0.000-1,0.000 0.000 1,0.000 0.000-1,0.000 0.000 0,0.000 0.000 1,0.000 0.000-1,0.459-0.034 0,-13.681 0.139 79,-0.871 0.150-39,-1.904-0.005-40,0.848 0.000-1,0.080 0.000 1,1.247 0.000 0,-1.033 0.000 2,-0.002 1.678-92,-0.140 1.117 185,-1.391 0.678-182,-0.747 0.353 177,-0.291 0.125-91,0.010-0.024 0,-1.009-0.014 0,-1.120 0.339-1,-0.751 0.399 1,-0.460 0.405 13,-0.241 0.376-13,0.802-0.391-1,0.525-0.488 1,0.649-0.647-1,0.680-0.702 1,0.503-0.595 3,1.202-0.682 3,1.191-0.581 0,1.087-0.470-1,-3.976-0.117 4,0.608-0.656-1,-0.330-0.414-5,3.069-0.548 0,11.764-4.728 2,4.243 2.816-1,0.325 0.018 1,-0.281 0.036-1,-2.403 0.771 0,1.772-0.576-2,1.796-0.576-1,1.400-0.446 0,-4.718 1.665 1,-0.079 0.202 0,5.375-0.878-1,0.064 1.044 4,-5.298 1.072 0,0.346 0.159-2,-0.326 0.126 0,0.331 0.076-1,0.334 0.055 1,0.314 0.038-1,0.392 0.027 1,-0.232 0.014-1,-0.374 0.005 1,-0.437-0.001-1,0.446 0.000 1,-0.029-0.009 1,0.080-0.010 1,0.138-0.009-3,-0.579-0.009 1,-0.216-0.006 0,-0.262-0.005 0,5.276-0.001-1,-0.896-0.008 1,-1.895-0.003 0,-1.024 0.000-1,-0.843 0.000 3,-0.624 0.000 1,2.286 0.000-1,-1.052 0.116-1,-14.945 2.071-4,0.450-1.081 1,-0.022 0.001 0,0.204-0.014 1,0.152-0.010-1,0.065-0.004 0,0.014 0.000 0,-0.004 0.000 1,-0.005 0.000-1,-0.004 0.001 0,-0.001 0.000 0,0.000 0.000 1,0.000 0.000-1,0.000 0.000 0,0.000-0.001 0,0.000 0.001 1,-0.001-0.001-1,0.001 0.001 0,0.000-0.001 0,0.000 0.001 0,0.000 0.000 1,0.000 0.000-1,-0.001 0.000 0,0.001 0.000 0,0.000 0.000 1,0.000 0.000-1,0.000 0.000 0,0.000 0.000 0,0.000 0.000 1,0.000 0.000-1,0.000 0.000 0,0.000 0.000 0,0.000 0.000 1,0.000 0.000-1,0.000 0.000 0,0.000 0.000 0,0.000-0.001 1,0.000 0.001-1,0.000-0.001 0,-0.001 0.001 0,0.001-0.001 1,0.000 0.001-1,0.000 0.000 0,0.000 0.000 0,0.000 0.000 0,-0.001 0.000 1,0.001 0.000-1,0.000 0.000 0,0.000 0.000 0,0.000 0.000 1,0.000 0.000-1,0.000 0.000 0,0.000 0.000 0,0.000 0.000 1,0.000 0.000-1,0.000 0.000 0,-0.001 0.000 0,0.001 0.000 1,-0.651-0.701-1,-1.341-0.112 19,-0.492-0.053 1,0.396-0.051 0,0.898-0.045-2,1.123-0.038-2,-3.463-0.003 0,3.717-0.064-16,-0.570-0.048 0,1.051 0.005 0,-5.124 0.026 0,4.073 0.006 11,-0.090 0.000-1,0.807 0.000-9,-2.448 0.000-2,15.469 0.000 5,2.695 0.000 0,-0.898 0.000-2,2.711 0.000-2,-4.166-0.275 1,0.318-0.419 0,0.141-0.472 0,0.021-0.463 0,-0.054-0.418 0,3.169-0.343 0,2.565-0.379-1,1.854-0.336 2,1.262-0.282 1,0.108-0.141-5,-0.353-0.098-1,-0.709-0.043 1,-0.875-0.005 0,-0.910 0.018 2,-1.830 0.346 2,-0.934 0.140 1,-0.863 0.152-1,-0.756 0.150 0,-0.634 0.138 1,-0.512 0.121 0,-0.396 0.101 0,1.456 0.138 1,0.939-0.003-1,0.341-0.031 3,-0.078-0.049 4,-0.352-0.056-5,-0.511-0.059-7,-0.631 0.160 2,-0.462 0.232 0,-0.410 0.291-1,-0.350 0.312 1,-0.287 0.307 3,-0.439 0.285 0,-0.514 0.251 1,4.642-0.129 0,-1.430 0.559 2,-0.772 0.337-1,-0.972 0.142 7,-16.247 0.328-8,-1.342 0.158-5,3.331 0.155 1,-0.764 0.356 1,-0.561 0.343-1,-0.389 0.313 0,-1.015 0.342-1,0.444-0.105 1,0.670-0.233 0,0.757-0.294 2,0.405 0.017-4,0.152 0.209 7,-0.017 0.312 1,-0.121 0.350-4,0.634-0.332 0,-0.599-0.115 0,-0.719-0.195-1,-0.758-0.239 1,-2.090-0.087-1,-0.237-0.333-15,0.058-0.299 30,0.237-0.253-16,0.004-0.204 2,-0.141-0.157 0,-0.220-0.115-1,-0.251-0.080 1,1.118-0.043 0,0.155-0.026-1,0.206-0.014 1,0.227-0.005 0,0.473 0.001 0,0.762 0.005 1,0.835 0.008-1,0.826 0.009 1,-5.108-0.021 2,-0.206 0.031 1,5.534 0.027-4,-0.303 0.004 0,0.216 0.003-1,0.329 0.002 1,-4.933 0.004 0,1.274 0.000 0,1.301-0.001 9,1.438 0.000-16,13.243-0.002 13,-0.098-0.001 1,-12.241 0.000-8,0.042 0.000 1</inkml:trace>
</inkml:ink>
</file>

<file path=ppt/ink/ink6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8:50"/>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2019.192 4161.677 767,'6.288'0.000'0,"-0.212"0.000"0,4.736 0.000-5,-4.197 0.000 4,1.147 0.000 0,0.798 0.000-2,0.516 0.000 1,0.250 0.000-1,-0.507 0.000 0,-0.754 0.000 1,-0.863 0.000 0,-0.875 0.000 0,4.130 0.000 4,-2.236 0.000 2,-1.424 0.000-1,-0.209 0.000 0,-0.279 0.000-2,-0.026 0.000-1,0.075 0.000 0,0.092 0.000-1,1.349 0.000 1,-1.784 0.000 0,0.043 0.000 1,-0.001 0.000 1,0.366-3.923-1,-1.536-0.885 0,0.293-0.323-1</inkml:trace>
</inkml:ink>
</file>

<file path=ppt/ink/ink6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8:55"/>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2216.192 4145.677 767,'0.000'6.145'0,"0.000"0.128"0,0.000 1.122-5,0.000 2.104 4,0.000-2.101 0,0.000-0.090 0,0.000-0.010 0,0.000-0.415 0,0.000 0.230 0,0.575 1.532 2,1.102 0.071 0,1.023-0.091-3,0.729-0.132 1,-0.365 1.734-1,-0.746 0.506 3,-0.836-1.104 2,-0.691-1.511-4,-0.462-0.770-2,-0.271 0.060 4,-0.141-0.263 1,-0.037-0.680-1,0.385 1.784-1,3.810-2.944 1,2.369-5.225 0,-0.910-2.449 1,-4.858-4.611-2,1.273-0.776 1,1.675 2.703-2,0.177-2.448 0,-0.768-2.292-2,-1.010-1.043 1,-0.860 0.015 0,0.610-0.420 2,1.905 1.088 2,0.962-0.745-2,-2.641 4.850 0,-0.340-0.458-1,-0.397-0.098 1,-0.302-0.379-1,-0.266-0.338 1,-0.222-0.286-1,-0.183 0.526 1,-0.124 0.390-1,-0.091 0.507 1,-0.095-4.568-1,-0.111 1.878 3,-0.010 2.191 0,-0.007-0.669 0,0.085-3.813 0,0.048-0.912-1,0.012 5.962-2,0.003-5.643-2,0.004 1.232 0,0.001 1.556 2,-0.216 1.838 3,-6.188 6.522 2,2.058 5.508-2,-0.224-0.639 0,-3.541-2.295-2,2.451 3.548-2,3.342 1.361 2,0.994 5.748-2,0.988-5.620 1,0.151-0.178 1,0.108-0.420 0,0.074 0.017 0,0.045 0.102-2,0.023 0.215 0,0.008 0.265 2,0.044 4.983 0,-0.070-5.842 0,-0.008 0.096 0,-0.008 0.087 0,-0.008-0.137-1,0.009 5.279 1,-0.020-1.503-1,-0.013 1.581 4,-0.005-5.344-2,-0.001 0.382-1,-0.002 4.157-1,0.000-0.945 1,0.001-0.918 0,0.001-0.478 2,0.000-0.055-2,0.001 0.017 1,0.000-0.137-1,0.000-0.637 0,0.000-0.868 0,0.000 1.291 1,0.000-14.384 0,0.000-0.138 0,0.000 0.316 0,0.000-0.718 0,0.000-0.058-2,0.000 0.777 0,0.000-0.747 0,0.000-2.081-1,0.000-1.223 2,0.000 0.489 2,-1.014 1.644-4,-2.056 2.538 1,-2.003 1.349 3,-1.500-0.231 0,-2.193-0.524-3,-0.271 1.411 0,0.111 1.507 1,0.159 1.123 0,0.947 0.663 0,0.036 0.292 1,-0.192 0.098-1,-2.101 0.021 0,-0.657-0.022-2,-0.069-0.027 0,4.040-0.046 1,0.333-0.010 1,0.396-0.009 0,-4.407 0.294 1,1.567 1.737 0,0.553 1.710-1,-1.257-0.037 0,-1.781-0.840-1,5.113-1.814 0,-0.439-0.215 1,-0.390-0.196-1,-0.191-0.165 0,0.230-0.150 0,0.393-0.123 0,0.478-0.095 1,-5.277-0.078-1,2.033-0.164 4,2.360-0.036-1,-1.706-0.017-1,0.732 0.109 1,-0.525 0.027-1,0.118 0.019-1,0.324 0.012-2,0.562 0.006 1,0.198 0.001 2,0.430 0.000 0,0.517-0.001 0,15.434-1.150-2,0.835-2.207 3,-0.100-1.123-2,1.150-1.111-3,-5.076 2.493 2,-0.079 0.133 0,-0.073 0.221 0,-0.150 0.313 0,5.444-1.730-1,-0.799 0.044 5,-1.370-0.428-2,0.626-1.185-1,-4.094 2.442 0,0.502-0.251-1,-0.190 0.412 1,0.268 0.283 0,0.221 0.378 0,0.175 0.415 0,0.134 0.410-1,0.138 0.344 1,-0.319 0.359 0,4.998-0.100-1,-2.039 0.731 2,-1.764 0.349 1,-1.079 0.138-1,1.675 0.141 5,-14.494-0.045-3,-0.450 1.706-1,-0.794 1.560-4,-2.100 1.254-2,1.081-0.443 2,1.771-0.868 0,1.543-0.788 1,-0.895 0.409 0,-0.842 0.355-1,0.010-0.092 1,1.012-1.226 0,-0.701-0.478-1,-0.359-0.262 0,-0.109-0.085 1,0.000-0.005-1,0.024 0.015 0,0.018 0.012 1,0.007 0.005-1,0.002 0.001 0,-0.001 0.000 1,-0.001 0.000-1,0.000 0.000 0,0.000 0.000 0,0.000 0.000 1,0.000-0.001-1,0.000 0.000 0,0.000 0.000 1,0.000 0.000-1,0.000 0.000 0,0.000 0.000 1,0.000 0.000-1,0.000 0.000 0,0.000 0.000 0,0.000 0.000 1,0.000 0.000-1,-0.001 0.000 0,0.001 0.000 1,0.000 0.000-1,0.000 0.000 0,0.000 0.000 1,0.000 0.000-1,0.001 0.000 0,0.000 0.001 1,0.000 0.000-1,0.000 0.000 0,0.000 0.000 0,8.187-11.917 30,2.890 0.811-8,0.690 1.075 0,-0.080 1.793-21,-0.370 1.645-1,0.563-1.081 0,-2.333-1.061 6,-0.147 1.329-1,4.718 8.534-5,-1.717 0.631 1,0.128 0.145-1,-0.039-0.092 1,-0.056-0.098-1,-0.032-0.051 0,1.715 0.981 0,0.000 0.002 0,0.003 0.005 0,0.001 0.002 0,0.000 0.000 0,0.000 0.000 0,0.000 0.000 0,0.000 0.000 0,0.000 0.000 0,0.000 0.000-1,0.000 0.000 1,0.000 0.000 0,0.000 0.000 0,0.000 0.000 0,0.000 0.000 0,0.000 0.000 0,0.000 0.000 0,0.000 0.000 0,0.000 0.000 0,0.000 0.000-1,0.000 0.000 1,0.000 0.000 0,0.000 0.000 0,0.000 0.000 0,0.000 0.000 0,0.000 0.000 0,0.000 0.000 0,0.000 0.000 0,0.000 0.000 0,0.000 0.000 0,0.000 0.000-1,0.000 0.000 1,0.000 0.000 0,0.000 0.000 0,0.000 0.000 0,0.000 0.000 0,0.000 0.000 0,0.000 0.000 0,0.000 0.000 0,-19.757-4.500 53,-7.801-0.858-13,-3.018-0.404-45,0.154-0.091 1,2.069 0.106 0,3.052 0.217 0,3.384 0.266 1,3.290 0.272 3,2.946 0.252-1,2.479 0.218 1,-0.832-0.028 0,-0.074-2.648 8,2.227-3.544 31,5.084 0.398-37,5.878 5.348 1,0.010 1.139-2,1.425-1.233 1,2.323-4.091 0,-3.771 1.750-2,0.459-0.301 1,1.022-0.095-2,0.835 0.321 1,0.825 0.463-1,0.759 0.521-48,0.695-0.002 98,-1.119-0.003-48,-1.519-0.155 1,-1.625-0.233-1,4.048-2.150 6,0.351 1.422-1,0.472 1.486-4,-0.507 1.129 1,-1.523 0.080 0,0.155-0.946-1,0.352-1.136-1,0.949-0.748 0,-0.988 0.766 0,-1.062 0.809 2,-1.174-0.455 1,-1.030-0.955-2,-0.717-0.472 0,0.666 0.766 0,1.444 0.978 0,1.525 0.945-1,-1.196 1.093 1,-1.275 1.368 0,-5.049 4.942 2,-2.264 0.356-1,-1.343 1.420 1,-3.381-0.940 0,0.230 0.071-3,2.045 1.345-1,2.014-2.194 2,0.332 0.398 0,-2.053 0.712 0,-2.567-4.144 1,-1.046-4.458 0,3.941-4.475 0,2.103-0.238-1</inkml:trace>
</inkml:ink>
</file>

<file path=ppt/ink/ink6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8:58"/>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2183.192 4293.677 767,'6.124'0.000'0,"-0.103"0.000"0,1.166 0.000-5,-0.198 0.779 4,-1.810 5.437 1,-3.585 0.812 0,-1.198 0.054-1,-0.051-0.511 0,3.987-2.003 1,2.546-4.139 1,-3.560 4.889 0,-1.313 2.696-1,2.037 0.189-1,0.685-2.722-1,0.406-1.970 2,2.595-1.124 0,-0.702-2.016 0,-0.700-0.995 0,0.187 0.265 1,-0.301-0.951-1,-5.214-6.339 2,-0.923 0.983-1,-0.118-1.360-3,-0.021-0.759 0,0.022 0.297 2,0.023 0.001-1,0.714 0.083 1,2.945 3.114 1,1.645-0.339 0,-2.449-1.167 0,-0.753-1.546-1,-0.842-1.028-2,-0.708 0.330 0,-0.396 0.835 2,-0.188 0.677 0,-0.385 0.971 0,-2.055 0.229 1,-4.367 5.727 1,0.287 1.091 0,0.275-0.428-2,-0.520 0.676-1,3.260 4.973 2,-0.812 1.658-1,-2.970 2.642-2,2.759-4.090 1,0.316-0.293 0,0.556-0.478-1,-1.731 3.501-1,2.404-1.975 3,1.467 1.265 1,1.634-0.003 1,0.213-1.847 1,-0.027 0.762-2,-0.100-0.769-1,-0.057 0.264 0,-0.045 0.342 0,-0.031 0.178-1,-0.019-0.087 1,-1.773 0.705 0,-3.500-2.153 1,0.227 0.128 0,1.932 1.802-1,1.939 1.619-1,0.231-1.147 1,-3.218-2.933 0,-1.863-4.740 1,-0.909 2.305 0,2.097 1.421-2,-0.213 0.865 1,-0.102 0.503-1,-0.120 0.364 0,-0.173 0.066 0,-0.733-1.715 0,-0.661-2.226 2,-1.713-1.297 0,1.712-0.418 0,-0.652-0.055 0,0.316 0.022-2,0.587 0.035 0,-0.067 0.024 0,-3.873 0.020 1,4.500 0.018 0,-0.115 0.002 0,-5.903 0.002 0,5.902 0.002-2,-0.069 0.000 0,-0.058 0.000 2,-5.159 0.001-1,0.717 0.000 0,0.816-0.001 2,0.745-0.001 1,0.566 0.000-1,0.373 0.000 0,-1.225 0.000 0,-1.865 0.000-1,4.747-0.208-1,-0.140-0.327 0,-0.001-0.378 0,0.087-0.383 0,0.137-0.358 0,0.159-0.316 0,0.436-0.057 0,-4.084-1.590 0,2.425 1.011 0,-0.351 0.557 5,1.991 0.816 0,9.434-3.713-2,1.635 0.206 0,2.043-0.032-1,-1.404 0.144-1,-0.470 0.436-2,1.819 0.771 1,2.989 0.912 0,-3.880 1.642 0,0.322 0.271 0,0.198 0.217 0,0.104 0.166 0,-0.356 0.118 0,0.225 0.073 0,0.254 0.048 0,0.253 0.029 0,0.988-0.355 2,0.135-0.569-1,0.046-0.646 0,-0.011-0.633 0,-0.906 0.038 0,-0.157 0.055-1,-0.157 0.187 1,-0.145 0.257-1,-0.127 0.284 1,0.467 0.205 1,-0.306 0.305-1,-0.327 0.257 0,-0.311 0.205 0,-0.273 0.156 0,5.818-0.075 1,-6.003-0.132-1,4.352-1.267 1,-3.137-1.125 3,-1.804-0.592-4,1.631 0.467 2,0.433 0.768 0,0.123 0.749-3,-0.235 0.677-1,-0.671 0.483 2,-0.656 0.251 0,1.907 0.152 1,-0.767-0.005-1,-1.097-0.047 2,-12.462-0.094 1,-0.265-0.008 0,0.326 0.002-5,-3.055 0.000-1,-2.054 0.000 2,0.360 0.000 0,1.154 0.000-2,-0.091 0.000 0,-1.236 0.000 2,1.781 0.000 5,2.404 0.000-3,-0.049 0.000-3,-2.278 0.000 2,-0.692 0.000 5,1.938 0.000-5,-0.065 0.000-2,-1.843 0.000 1,0.510 0.000 2,0.521 0.000-1,0.334 0.000 0,1.129 0.000 0,0.432 0.000 0,0.358 0.000 1,0.436 0.000-1,-2.417 0.000 0,1.775-1.029 0,2.673-4.851 1,4.102-0.712 0,0.377-2.275-1,0.027-0.379-1,0.458 1.365-1,2.925 2.490 1,3.472 2.245 0,1.076 1.670 2,-1.693 1.040-1</inkml:trace>
</inkml:ink>
</file>

<file path=ppt/ink/ink6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9:00"/>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1216.192 4178.677 767,'-6.537'0.000'0,"-4.717"0.000"0,3.901 0.000 0,-0.874 0.000 0,-0.669 0.000 0,-0.487 0.000 0,-0.333 0.000 0,-0.211 0.000 0,-0.118 0.000 0,-0.051 0.000 0,-0.006 0.000 0,0.022 0.000 0,1.344 0.000 0,0.869 0.000-4,0.979 0.000-10,-4.029 0.000-8,3.146 0.000 31,0.276 0.000 3,-4.166 0.000-4,4.934 0.000-5,-0.348 0.000-5,-0.209 0.000 0,-0.106 0.000 0,0.402-0.052 0,-2.974-0.296-1,14.514-4.092-3,2.109 2.671 5,-0.305 0.019 0,-0.326 0.019 0,-0.168 0.010 0,-0.052 0.002 0,0.000 0.000-1,0.011 0.000 1,0.008 0.000 0,0.003 0.000 0,0.001 0.000 0,0.000 0.000 0,0.000 0.000 0,0.000 0.000 0,0.000 0.000-1,0.000 0.000 1,0.000 0.001 0,0.000 0.000 0,0.000 0.000 0,0.000 0.000 0,0.000 0.000 0,0.000 0.000 0,0.000 0.000-1,0.000 0.000 1,0.000 0.001 0,0.000 0.000 0,0.000 0.000 0,0.000 0.000 0,0.000 0.000 0,0.000 0.000 0,0.000 0.000-1,0.000 0.001 1,0.000 0.000 0,0.000 0.000 0,0.000 0.000 0,0.000 0.000 0,0.000 0.000 0,0.000 0.000 0,0.000 0.000 0,0.000 0.001-1,0.000 0.000 1,0.000 0.000 0,0.000 0.000 0,0.000 0.000 0,1.326-0.391 0</inkml:trace>
</inkml:ink>
</file>

<file path=ppt/ink/ink6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9:08"/>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1265.192 4096.677 767,'-6.006'0.000'0,"-0.505"0.000"0,0.113 0.000 0,-0.001 0.000 0,0.366 0.000-4,-0.768 0.000 0,-1.555 0.000 5,1.289 0.325-1,-0.842 1.895-1,-0.043 1.781 0,0.349-0.167 0,0.253-0.936 0,-0.238-0.985 1,0.439-0.979 0,0.636-0.617 1,-2.333-0.338 0,0.188 0.108-1,2.649 1.662 0,-0.137 1.905-1,0.070 0.554 1,0.199-0.825 0,0.214-1.171 0,-0.555-0.677 3,12.346-1.750-1,0.035 0.187 1,3.673 0.035-6,-0.895-0.001 1,1.950-0.001-1,-4.572-0.001 1,0.500 0.000 1,0.419 0.000-1,0.258 0.000 1,-0.362 0.000 0,-0.540 0.000-1,4.776 0.000 1,-1.143 0.000 5,1.196 0.000-2,-5.389 0.000-2,5.697 0.000 0,-0.454 0.000 0,-0.699 0.000 1,-1.662 0.000 0,-1.149 0.000-1,-0.344 0.000 0,-0.052 0.000 1,0.711 0.000 0,0.550 0.000-2,0.463 0.000 1,1.340 0.000 0,1.117 0.000-1,-0.806 0.575-1,-1.933 1.102 1,-1.984 1.022 1,-1.494 0.730 1,1.803 0.826 1,-1.273-2.109 0,1.297 1.746 0,-3.730 1.420-1,-2.615 2.688-2,-0.652 1.533 2,-0.287-0.780-2,-0.062-1.717-1,0.029-0.948 1,0.042-0.060 1,0.023 2.837 1,0.066-2.773 0,0.017 0.284-1,0.013 1.754 1,0.004-1.607-2,-1.018-0.507 1,-2.059-0.848 0,-0.972 0.703 0,0.401 0.231 0,0.939-0.060 0,0.908 0.413 0,0.883 0.081-1,0.406-0.175 2,-0.746-0.386-1,-1.190-0.208 0,-1.148-0.439-1,-1.357-1.187 1,-1.634-1.062 0,0.340-0.721 0,0.535 0.539 1,3.352 3.171-1,-1.256-0.712 1,-2.310-3.052 1,1.110 3.467-2,1.349 1.067 0,-2.602-4.227 0,-2.616-1.788 0,2.293-0.768-1,-1.277-0.205-1,1.508-0.046 2,-0.378 0.116 0,2.191-5.055 1,2.481-2.010 1,-1.893-0.275-2,-1.491-0.927-2,2.147-1.428 0,0.957-1.450 3,0.897-0.171-4,0.551 3.563 0,-0.358-1.526 1,-0.462-1.184 3,-0.490-0.875 3,0.052 0.850-7,0.054 0.185 0,0.164 0.377 1,0.225 0.478-1,0.249 0.511 0,0.179-0.038 4,0.272 0.912 0,0.235 0.903-1,0.192 0.825 0,0.034-3.996 6,0.305 1.620-1,0.110 1.898-4,0.033-0.010 1,0.013-1.278-1,-0.030 0.359-1,-0.035 0.749 0,-0.026 0.777-1,-0.015-2.374 1,-0.018 1.912 3,-0.011 13.758 0,0.014-0.602-1,0.000 0.110-4,0.000-0.240 0,0.000 1.380 0,0.000 0.987 0,0.000 0.718 0,0.000 0.061 0,0.000-0.137 1,0.000-0.177-1,0.000-0.146 1,0.000-0.098-1,0.000-0.053 1,0.159-0.511 0,0.955-1.144 0,1.180-0.919 2,1.010-0.762 2,0.238 0.739-1,-0.772 1.887 1,-0.539 1.966 0,1.295-1.265-4,1.406-2.906 2,-0.632-1.552-1,-0.449 1.412 2,-2.026 0.051-2,0.729-0.245 0,1.238-0.272 0,0.637-0.131 0,-1.316 0.046 0,-1.634 1.835 1,0.720-1.264-1,3.705-3.688 1,0.869 0.382 0,-4.393 3.124-1,-2.687 1.055-1,0.177 0.834 1,-2.171-0.912 0,-4.059-2.993 0,-1.937-2.376 1,-0.207-1.112-3,1.666-0.381 1,0.770 0.096 1,0.023 0.197 0,-53.317-5.720-8,-22.543-2.990-16,-9.774-1.068-2,2.117 0.197 1,9.180 0.950 2,12.690 1.327 3,13.729 1.442 5,13.172 1.387-1,11.691 1.233 12,9.776 1.032-2,7.761 0.821 3,4.354 0.297 2,15.518 1.486 2,0.270 0.196 2,-0.937-0.096-1,-1.617-0.170 0,0.473-0.106 0,-0.255-0.185-1,4.482-0.075 3,-4.149 0.037 26,1.017 0.001 6,0.437 0.001 1,0.043 0.001 0,-0.203 0.000-26,-0.210 0.000-13,-0.580 0.000 0,-0.603 0.000 0,4.390 0.000 3,-0.924 0.001 4,0.642 0.000-5,0.300 0.000-1,-1.353 0.000 0,-1.546 0.000 2,2.280 0.000 2,-0.058 0.000-1,0.368 0.000-1,-4.564 0.000-3,0.115 0.000 0,-0.093 0.000 2,6.384 0.000 1,-5.708 0.000-3,0.167 0.000 0,0.195 0.000 1,-0.118 0.000 1,-0.118 0.000 0,-0.179 0.000 0,-0.204 0.000 0,-0.203 0.000 0,-0.187 0.000 0,5.118 0.000 0,-2.117 0.000 0,-1.788 0.000 2,-1.149 0.000 1,0.536 0.000-2,0.847 0.000-1,0.923 0.000-1,-0.040 0.000 1,-0.799 0.000 0,-0.487 0.000 0,0.669 0.000 1,0.973 0.000-2,0.666 0.000 0,-0.608 0.000 1,-1.059 0.000 0,-1.156 0.098 0,-0.552 1.138 1,-3.632 4.528 1,-3.001 1.188 1,0.406 0.452-3,-0.876-0.286 0,-4.289-3.803-2,-3.725-1.990 1,1.861-1.096 0,-0.413-0.245 0,-0.151-0.089 0,-1.241-0.007 0,-1.802 0.021 0,4.806 0.057 0,-0.331 0.007 0,-1.278 0.005 0,-0.313 0.007 1,-0.209 0.005-1,-0.128 0.004 0,-0.068 0.003 1,-0.026 0.002-1,0.581 0.001 1,0.656 0.000-1,0.739 0.000 1,-4.285 0.002 1,2.163-0.780 4,-0.630-1.571-2,-1.824-1.886-4,4.506 1.314 1,-0.453-0.396 0,-0.390-0.322-1,-0.320-0.069 0,0.340 0.393 0,0.498 0.533 0,0.549 0.569 0,-3.972-0.572 3,1.785 1.448 1,0.929 0.550-1,0.049-1.553 0,0.531-1.619-2,0.404-1.118 0,-0.653-1.211-1,-1.109 0.494 0,-1.004 1.480 0,-0.886 1.343 0,1.530 0.528 0,2.917-0.003 1,1.215-3.306 2,-2.516 0.997 1,-0.882 3.397-3,-0.328-0.053 0,1.260-0.388 0,-0.724-1.681-1,2.305-0.629 0,-1.052 1.381 1,-0.172 0.633 2,0.104 0.051 1,4.226-3.591-4,2.288-0.394 0,2.359-0.140 1,2.145 1.732 0,0.797-0.540 1,-0.585 0.373-1,1.148-1.437 0,0.284 1.681 0,5.480 0.985-1,-4.789 2.170 1,0.310 0.302-1,-0.754 0.318-1,0.268 0.167 1,0.285 0.138-1,0.278 0.109 0,0.255 0.083 1,0.224 0.061 0,1.298 0.052 0,-0.171 0.032 0,-0.314 0.014 1,-0.374 0.002-1,-0.379-0.005 1,-0.247-0.009 1,-0.209-0.011 0,-0.142-0.011-1,-0.089-0.010 1,-0.049-0.009-2,-0.021-0.007 1,-0.001-0.005 0,-0.911-0.004-1,0.181-0.002 1,0.241-0.001 0,0.265-0.001 0,0.265 0.000 0,0.247 0.000 0,1.177 0.000 0,0.126 0.000 0,0.029 0.000 0,-0.033 0.000 0,-0.811 0.000 0,-0.580 0.000 1,-0.652 0.000-1,4.657 0.000 2,-1.557 0.001 0,-1.803 0.000 1,-1.324 0.000-1,1.955 0.000 0,0.232 0.000-2,-0.148 0.000 0,1.924 0.000-2,1.303 0.000 0,-5.170 0.000 1,1.782 0.000 0,0.124 0.000 0,-0.090 0.000 0,-0.213 0.000 0,-0.270 0.000 0,-1.595 0.000 1,4.926 0.000 0,-1.827 0.000 0,0.746 0.000 5,0.459 0.000-4,0.398 0.000-1,1.484 0.000-1,-5.339 0.000 1,0.585 0.000-2,1.003 0.000 1,0.046 0.000-1,-0.150 0.000 1,-0.260 0.000 0,-0.309 0.000 0,-1.723 0.253 2,3.908 1.564-1,-2.771 2.218 5,-1.691 0.532-2,-0.770-1.157 1,2.906-0.744-4,0.596-1.940 1,-0.170-0.725-1,-1.878-0.130 0,0.729-0.018-1,-0.044 0.036 0,-0.692 0.043 1,1.388 0.025 0,-1.713 0.037 1,0.305 2.432-1,-6.164 3.926-2,-1.274-0.424 1,-0.191 0.214-1,0.056-0.037 1,0.082-0.074-1,0.048-0.046 1,0.017-0.017 0,0.002-0.002-1,-0.003 0.002 1,-0.002 0.002-1,-0.001 0.001 1,0.000 0.000-1,0.000 0.000 1,0.000 0.000-1,0.000 0.000 1,0.000 0.000-1,0.000 0.000 1,0.000 0.000-1,0.000-0.001 1,0.000 0.001-1,0.000 0.000 1,0.000 0.000-1,0.000 0.000 1,0.000 0.000-1,0.000 0.000 1,0.000-0.001-1,0.000 0.001 1,0.000 0.000-1,0.000 0.000 1,0.000 0.000-1,0.000 0.000 1,0.000 0.000-1,0.000 0.000 1,0.000 0.000-1,-3.076-0.409 1,-2.072-4.124 0,-1.359-1.210 0,-0.420-0.376 0,-0.009-0.008 1,0.084 0.075-1,0.063 0.056 0,0.027 0.024 0,0.006 0.006 1,-0.001-0.001-1,-0.003-0.002 0,-0.001-0.001 0,0.000 0.000 0,0.000 0.000 1,0.000 0.000-1,0.000 0.000 0,0.000 0.000 0,0.000 0.000 1,0.000 0.000-1,0.000 0.000 0,0.000 0.000 0,0.000 0.000 1,0.000 0.000-1,0.000 0.000 0,0.000 0.000 0,0.000 0.000 1,0.000 0.000-1,0.000 0.000 0,0.000 0.000 0,0.000 0.000 1,0.000 0.000-1,0.000 0.000 0,0.000 0.000 0,0.000 0.000 0,0.000 0.000 1,0.000 0.000-1,0.000 0.000 0,0.000 0.000 0,0.000 0.000 1,0.000 0.000-1,0.000 0.000 0,0.000 0.000 0,1.351 0.000 27,12.562 0.000 8,-0.023-1.278-3,-0.644-3.128-33,-1.305 0.069 0,4.020 0.330 0,0.091 2.799 3,0.040 0.548-2,-0.813 0.383-1,-0.540 0.212 1,-0.104 0.100 2,1.369 0.030 0,1.770-0.004-2,0.958-0.018-1,0.405-0.017 0,0.025-0.013 1,-0.133-0.008-1,-0.813-0.004 1,-1.514-0.001-1,-1.153 0.000 2,-0.601 0.000 3,-0.744 0.001 0,1.546 0.000 0,-0.663 0.001-2,-1.217 0.000-1,1.252 0.000 0,1.044 0.000-1,0.089 0.000 0,-0.576 0.000 1,-0.535 0.000 0,0.796 0.000 1,0.950 0.000-2,0.718 0.000 0,-2.179 0.000 1,-0.252 0.000 0,-0.866 0.000 1,0.091 0.000 0,0.514 0.000 1,0.218 0.000 0,-1.329 0.000-2,0.335 0.000 0,0.412 0.000 0,-0.016 0.000-1,-0.240 0.000 1,0.658 0.000 0,-1.009 0.000 1,0.501 0.000-1,1.515 0.000 0,0.198 0.000-1,-1.093 0.000 1,-0.209 0.000-1,-0.836 0.000-1,-0.013 0.000 0,-4.217-6.910 5,-2.070 0.083 0,-0.104 0.354-2,0.030-0.487-2,0.038-0.357 0,0.005 0.637 2,0.000-0.651-1,-0.001 0.750-1,-0.863-1.245 0,-4.000 0.026 1,-0.961 0.973 0,-1.623-0.765-1,-0.980 1.125-1,-0.788 1.329 0,3.828 1.948 3,-0.540-0.729-1,-0.524-0.805-1,0.192 0.119 0,0.093 0.271 0,0.219 0.492 0,0.283 0.598 0,0.285 0.327 0,-4.613-2.663 4,0.013-0.296-1,4.355 3.265-1,-0.410 0.461-1,-0.423 0.470 0,0.130 0.511-1,-0.549 0.315 0,-0.566 0.265 1,-0.536 0.213-1,-0.477 0.164 0,-0.760-0.074 0,0.369-0.208 0,0.583-0.282 0,0.663-0.303 0,0.655-0.289 1,0.592-0.256 0,0.503-0.213 0,-4.705-1.644 0,1.230 0.974 2,1.319 1.124 3,-0.069 0.684-1,-0.281 0.445-5,-2.090-1.267 0,3.740-0.727 0,0.026-0.254 3,0.373 0.069-1,0.550 0.258-3,-3.796-0.999 0,0.912 1.337 0,-0.375 0.913 2,-1.604 0.592 0,4.234 0.299 1,-0.062 0.053-1,0.227 0.032 1,-4.959 0.092 1,2.132-0.010-4,1.302-0.032-1,0.968 0.087 6,1.083 2.386 2,8.732 2.615-4,1.330-0.724 1,0.215-0.187-1</inkml:trace>
</inkml:ink>
</file>

<file path=ppt/ink/ink6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9:14"/>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1233.192 3867.677 767,'2.305'-6.211'0,"-0.089"0.242"0,-0.035 0.095 0,-0.020 0.053 0,0.000 0.000 0,0.001-0.003 0,0.000 0.001 0,0.000 0.000 0,0.000 0.000 0,0.000 0.000 0,0.000 0.000 0,0.000 0.000 0,0.000 0.000 0,0.000 0.000 0,0.000 0.000 0,0.000 0.000 0,0.000 0.000 0,0.000 0.000 0,0.000 0.000 0,0.000 0.000-7,0.000 0.000-6,0.000 0.000 0,-7.872 10.898 21,0.266 1.104 4,0.498 0.256-6,0.905-0.414-8,0.836-0.572 0,-0.560 1.857 0,1.669 0.051 0,1.264-0.838 3,0.174 0.544 2,0.163-0.053 0,0.142-0.415-5,-0.027 4.732-1,0.277-2.530 0,0.132-1.946 1,0.075 2.464 0,-0.048-0.764 3,-0.018-0.383 6,-0.017-1.367-5,-0.010 0.820-4,-0.011-1.490 1,-0.003 0.414 3,0.000 0.365 3,0.002-12.956-3,0.001-0.247 0,0.000 0.240-4,1.299-2.497 0,2.978 0.828 0,0.054-0.383 1,-1.092 0.906 0,0.053-0.938-1,-0.382 1.957 0,0.477-0.538 2,0.261-0.072 0,0.103 0.236 0,-0.008 0.422 0,-0.152-0.954-2,-0.444-0.188 0,-0.516 0.179 1,-0.524 0.401 3,-0.491 0.514 1,0.361-4.104-3,-1.131 2.156-2,-0.668 1.646 4,0.036-0.465 0,2.042-1.484 0,1.792 2.022-1,-0.338 1.080-1,-0.847 0.032 0,-0.841-3.601 0,-1.030 0.828 4,-0.622 1.394-6,-0.837 13.020 4,-2.376 0.211-1,-2.386-3.489-2,-2.128 1.069-1,0.353 1.273 0,1.592 1.242 0,1.919 0.718 2,1.673 0.092 0,0.103 0.688 0,-1.469 2.255 0,-0.555 0.654-2,0.423-0.084 1,-0.052-0.183 1,-0.590-1.346 0,-0.549-1.216 1,0.616-0.526-1,1.008 0.246 1,1.128-0.040 0,0.942-0.539-1,0.568-0.762 0,0.260 0.348 1,0.119 0.603-1,0.019-0.165 1,-0.030-0.439-1,-0.040-0.379 0,-0.034-0.140 0,-0.025-0.158 0,-0.017 1.719-1,-0.012-1.418 2,-0.002 1.067-1,0.005-1.563 1,0.003 0.570-1,0.000-13.160 3,2.135 0.066-2,3.550-0.188-3,-1.059 1.723 1,0.592-0.358 0,0.549-0.578-1,0.266-1.442 0,-0.137-1.389 0,-0.465-0.749 1,-1.334 0.585 0,-1.438 0.961 1,-1.205 0.729 1,-0.832-0.837 1,-0.490-1.516-2,-0.229-0.219-1,-0.078 0.421 1,-0.006 0.188 1,0.036-0.883 0,0.052-0.964-2,1.071 0.115 0,1.972 3.254 0,1.222 3.158 4,0.938-1.109 1,-2.096-1.834-4,-1.923-1.617 0,-0.992 1.845 2,-0.576 14.022 1,-4.876-0.686-3,-1.052-2.341-2,-1.300 0.675 0,1.263 1.062-1,2.101 0.964 2,1.957-0.089 2,1.227 1.994-1,0.010-1.214 0,-2.863-1.482 1,-0.238 1.643 0,0.709 1.260-3,-0.007-0.074 0,-0.425-0.720 0,-0.218-0.919 2,0.774-0.583 0,1.045-0.180 1,0.939 3.056 1,0.768 0.610 0,0.471-1.237-2,0.238-1.701-1,0.165 1.630-2,-0.035 0.384 12,-0.078-2.024-12,-0.104-13.009 6,0.123-0.030 0,6.130 4.706-5,2.863-1.937 0,-1.026-2.569 0,0.305-1.098 0,-1.121-0.160-1,-2.016 0.319 1,-1.989 0.463 2,-0.112-0.222 2,1.389 0.691-1,1.802 0.546-2,2.267-0.866 1,-3.116 1.655-1,0.188-0.584 2,-0.119-0.338 0,-0.307-0.157-2,-0.405-0.029-1,-0.438 0.055 0,-0.267-0.016 0,1.710-2.839-1,-2.025 2.742 3,-4.333 11.888 6,0.530-0.035 1,-6.069-0.243-4,-1.259-2.033-5,-1.305 0.736 0,1.064-0.139 0,1.567-0.376 2,-0.628 1.364-1,1.757-0.532 1,-1.313 2.634 0,0.658 0.774 1,0.126 0.017-1,-1.361-0.243-1,1.233-0.528 2,1.746-0.447-1,1.804-1.166-2,1.095 1.270 4,-0.276-0.810 0,-4.487-3.931 0,-1.347-2.134-1</inkml:trace>
</inkml:ink>
</file>

<file path=ppt/ink/ink6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9:20"/>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2986.192 3899.677 767,'10.017'1.609'0,"5.030"1.133"0,2.294 0.745-12,0.309 0.443 7,-0.958 0.219-2,-2.697-0.484 5,-1.644-0.356-2,-1.683-0.458-1,-1.595-0.493 4,-1.429-0.483-1,-0.794 0.048 8,1.807 2.231 8,-4.969 0.748-10,-2.773 2.188 2,-1.867-0.845-6,-0.475 0.772 0,-4.025-3.116 0,-3.833-2.847 1,0.765-0.891-2,-0.405 0.022 0,0.368 1.278-1,-0.816 1.835 0,-0.704 0.563 2,0.110-0.713-1,0.167-1.008 0,0.269-0.862 0,3.079-0.855 0,0.445-0.928 0,0.403-2.034 0,-0.130 0.608 0,0.005 0.000 0,0.000 0.000 0,0.000 0.001 0,0.000-0.001 0,0.000 0.001 0,0.000-0.001 0,0.000 0.001 0,0.000-0.001 0,0.000 0.001 0,0.000-0.001 0,0.000 0.001 0,0.000-0.001 0,0.000 0.001 0,0.000-0.001 0</inkml:trace>
</inkml:ink>
</file>

<file path=ppt/ink/ink6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9:21"/>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2888.192 4260.677 767,'-6.263'0.000'0,"-0.977"0.000"0,-0.134 0.000 0,0.128 0.000 0,0.044 0.000 0,0.000 0.000 0,-0.566 0.000-14,-2.320 0.000 19,-2.276 0.000-5,5.788 0.000-2,-0.047 0.000 0,0.041 0.000 1,0.096 0.000-1,0.127 0.000 1,-1.167 0.000 0,-0.614 0.000 0,-0.716 0.000 0,-0.721 0.000 0,-0.474 0.000 1,0.506 0.000 0,0.777 0.000 0,0.872 0.000 0,1.499 0.000 0,-4.274 0.000 3,2.198 0.000 0,1.914 0.000 4,12.912 0.000-3,1.765 0.000-3,-0.558 0.000-3,-0.738-0.282 0,0.822-0.450 0,1.427-0.530 0,1.167-0.547 2,0.862-0.264-2,0.405-0.020-2,0.149 0.129 1,-0.028 0.218 0,-0.143 0.261 0,0.703 0.186 2,-0.552 0.308 0,-0.619 0.272 0,-0.609 0.227 0,-1.004 0.188 3,-0.417 0.128 0,-0.327 0.095 0,-0.246 0.066-1,-0.176 0.044-1,-0.117 0.026 0,-0.023 0.006 0,0.114 0.003 0,-0.236-0.001-1,-0.456-0.005 2,-0.574-0.007 4,1.793-0.005-1,1.019-0.009-7,0.836-0.008 4,0.657-0.008 3,1.723-0.005-7,0.296-0.006-1,0.088-0.004 0,-0.046-0.003 1,-1.963-0.001 2,-1.067-0.001 1,-1.189 0.000 0,-1.181 0.000-1,-1.088 0.000 1,-0.303 0.000 4,5.175-0.001 2,-0.522 0.001-5,-0.225 0.001 1,-0.833 0.000-1,-2.797 0.533 1,-0.707 2.268 0,-4.184 4.336 0,-6.951 1.527-1,-0.138-3.777-2,-1.297-0.939 0,-1.810-0.330 0,-2.421 0.708 1,3.159-1.566-1,-0.401-0.159 0,-0.196-0.293-1,-0.049-0.357 1,0.047-0.372-1,0.276-0.333 2,0.709-0.332-1,-4.224 0.129 0,2.938-0.701 2,-0.089-0.426 2,1.398-0.152 0,-0.171 0.046-1</inkml:trace>
</inkml:ink>
</file>

<file path=ppt/ink/ink6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9:26"/>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3937.192 4194.677 767,'27.042'-2.076'0,"15.771"-1.016"0,7.337-0.254 0,1.333 0.259 0,-2.673 0.576 0,-5.102 0.744 0,-3.197 0.656-29,-8.792 0.725 0,-8.414 0.582 29,-7.464 0.445-25,-6.245 0.323 9,-4.092 1.543 9,-10.969 0.326 17,-4.668 0.022 8,-1.054-0.098 2,-1.520-0.140 2,-2.476 0.297-7,-1.790 0.135-11,-0.503-0.139-5,0.358-0.303-5,0.882-0.386 2,1.152-0.411 0,1.241-0.396 0,-1.132-0.406 0,-1.986-0.272-1,-1.813-0.228 8,-1.582-0.184 14,-1.327-0.143-19,-1.072-0.107-4,-4.014-0.085-2,-1.093-0.058 0,-0.807-0.031 0,-0.563-0.012 1,-0.365 0.001 5,0.335 0.007 0,1.981 0.015 1,2.361 0.017-1,2.397 0.016 1,2.219 0.014 3,1.923 0.012 2,-0.672 0.011 0,-0.370 0.007 0,0.586 0.005 10,1.155 0.003 8,0.696 0.003-26,1.692 0.001-1,1.625 0.001 1,1.451 0.000 1,2.060-0.090 6,2.110-0.140 0,2.046-0.160-1,-0.748-0.852 4,9.073-4.828-1,3.733 1.402 1,0.545 1.226 0,1.227 2.368-6,2.476-3.522 1,-2.413 0.847-2,1.435-0.571-1,0.293 0.201-1,0.377 0.300 0,0.119 0.473 0,-0.055 0.549 0,-0.162 0.557 1,-0.219 0.521 1,1.996 0.399 0,0.585 0.441-1,0.147 0.344 2,-0.134 0.256 10,-0.294 0.180-10,-0.513 0.113-4,0.095 0.067 1,0.190 0.035 0,0.234 0.012 1,0.244-0.003 2,-0.041-0.012-1,-0.216-0.017 1,-0.308-0.019 0,-0.341-0.019 0,-0.334-0.016 0,-1.505-0.017 1,-0.139-0.009-1,-0.064-0.008 1,-0.011-0.006-1,0.026-0.005 1,2.226-0.003-1,-0.023-0.003 1,-0.603-0.001 0,-0.914-0.001 1,-0.467 0.000 3,0.234 0.000-5,0.055 0.000-3,-0.067 0.000 8,0.505 0.000-3,-0.830 0.000-5,-0.955 0.000 1,-0.956 0.000 0,-0.858 0.000 1,4.597 0.000 6,-2.119 0.000-2,-2.447 0.000-1,-0.373 0.000-1,0.362 0.000 0,-1.004 2.764 0,-4.867 4.617 1,-2.727-0.857-1,-2.381-0.042-2,-1.836-0.845-1,0.399-3.198 1,-2.560-0.998 2,-2.949-0.791-1,4.670-0.521-2,-0.508-0.084 1,-0.335 1.260-1,-0.301 0.694 1,-0.220 0.283-1,-0.152 0.002 5,-0.097-0.176-2,-0.055-0.274-3,-0.024-0.315 0,-0.003-0.316 0,-1.606-0.078-1,-1.040 0.066 0,-0.646 0.157 1,-0.346 0.202 12,-0.132 0.215-10,0.014 0.206-3,0.473-0.088 0,0.096-0.154-1,0.097-0.226 1,0.090-0.255 0,0.079-0.255 3,0.065-0.237 1,-3.701-0.175-1,-2.445-0.204 0,-2.141-0.156 8,-1.768-0.114-5,4.657-0.071-8,0.117-0.035 1,0.303-0.024-1,0.417-0.015 1,-1.937-0.019-1,1.112-0.003 6,1.208 0.002 1,1.179 0.006 0,1.075 0.007-1,0.497 0.007 1,1.066 0.009-1,0.928 0.007 0,0.766 0.007 0,1.688 0.006 2,0.889 0.003 0,0.855 0.003-1,-4.160 0.002 3,4.032 0.002-2,-0.293 0.000 0,0.073 0.000-1,0.287 0.000 0,-3.339 0.001-3,0.823-0.001-1,-0.786 0.000 3,0.577 0.000 0,1.433-0.168 0,1.159-0.670-1,5.037-5.014 1,1.811-0.252 1,6.886 2.929-1,-1.430 0.983 0,1.931-1.984-3,3.123-0.211-1,-4.396 2.589 1,0.908-0.459 1,0.451-0.759 0,0.317-0.925 0,0.208-0.942-1,-0.853 0.519 1,0.292 0.229 0,0.333 0.431 1,0.337 0.534-1,0.317 0.564 0,-0.103 0.411 0,0.249 0.139 1,0.226 0.022-1,0.197-0.058 1,0.165-0.107-1,0.338-0.025 1,-0.262 0.197-1,-0.369 0.267 1,-0.414 0.294-1,-0.415 0.292 1,0.850 0.184 2,-0.299 0.303-1,-0.235 0.244 0,-0.176 0.187 0,-1.584 0.137-1,-0.164 0.071 1,-0.128 0.050 0,-0.097 0.034 0,-0.069 0.021-1,-0.234 0.010 0,5.142 0.069 0,-1.488-0.021 1,-1.316-0.034 1,-0.604-0.030 0,-0.257-0.023 0,-0.049-0.016-1,0.530-0.009 0,0.136-0.005-1,-0.293-0.002-1,-1.630-0.002 1,-13.047 0.006 0,0.169 0.155 0,3.391 5.020 0,0.477 0.328 0,0.000 0.000-1,0.000 0.000 1,0.000 0.000 0,-0.950 0.302-1,18.034-2.518 1,10.910-0.169 1,4.244-0.385-58,-0.142-0.479 59,-2.760-0.492 1,-4.081-0.455-1,-4.502-0.392-1,-4.345-0.318 1,-3.856-0.245-1,-3.212-0.179-1</inkml:trace>
</inkml:ink>
</file>

<file path=ppt/ink/ink6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9:29"/>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4494.192 3948.677 767,'6.101'0.000'0,"0.120"0.000"0,1.707 0.000-6,1.057 0.000 5,-1.772 0.000 0,-0.112 0.000-1,-0.278 0.000 1,0.016 0.000 1,0.058 0.000 0,-0.255 0.000 1,-0.470 0.000-1,1.187 0.000 1,1.286 0.000-2,0.399 0.000 0,-0.311 0.000 0,-0.450 0.000 1,-0.531 0.000 0,-0.602 0.000 1,0.112 1.116-1,0.220 2.200 1,-0.318 0.859-1,-0.444-0.533 0,-0.498-1.038 0,2.754-0.991 0,0.563-0.829 1,-1.182-0.525 0,-1.618-0.277-3,0.910-0.189 0,-0.928-0.023 2,-0.310 0.143 2,0.580 0.089 0,0.510 0.004-1,-0.138-0.005-1,-1.301-0.002 0,0.467-0.001 0,0.311 0.000-1,0.005 0.000 0,1.318 0.000 0,-0.616 0.000 2,-0.026 0.000-1,-1.033 0.000 1,-0.085 0.172 0,-8.980 5.982 0,-2.039-1.695-1,-0.632 0.271 1,-1.185-1.027-3,0.054-0.297 1,-1.191 0.410-1,-0.341-0.636 0,0.304-1.082 2,-2.825-0.996 1,4.071-0.788 0,-0.441-0.118-1,-0.261-0.091 1,-1.004-0.071-3,0.355-0.056 0,0.523-0.032 0,0.578-0.014 0,-4.475-0.063 3,1.598 0.028 1,1.187 0.043 0,-1.688 0.024-1,2.795 0.023-1,-0.565 0.005-1,-0.385 0.003 0,-0.242 0.002 0,1.060 0.001 0,-0.100 0.000 0,-0.104 0.000 0,-0.100 0.000 0,-0.833 0.000 1,-0.574 0.000 0,-0.623 0.000 0,-0.607 0.000-1,0.733 0.000 0,0.136 0.000 0,0.278 0.000 0,0.355 0.000 0,0.385 0.000 0,-0.194-0.231 2,0.014-0.366-1,-0.088-0.430 1,-0.150-0.442-1,-0.180-0.421-1,-0.583-0.255 1,-0.456-0.290 0,-0.092-0.241-1,0.157-0.194 2,0.313-0.150 3,-1.126-0.405-3,0.694 0.368-4,0.722 0.487 0,0.677 0.519 1,0.592 0.493 3,-0.153 0.466 0,0.123 0.336 1,0.505 0.271-1,0.705 0.208 3,0.775 0.152-1,-3.933-0.027-3,3.687-0.909-1,2.166-4.487 4,5.710-1.966 1,2.860 1.156-4,-0.080 1.875 0,1.444 0.849-1,0.705 1.386 1,-0.038 1.060 0,-0.067 0.670 0,1.108 0.401 0,3.605 0.196-1,-4.857-0.009 1,0.192 0.005 1,0.064-0.002-3,0.550-0.001 0,0.007-0.010 0,-0.028-0.011 0,-0.047-0.011 1,-0.055-0.010 1,-0.609-0.010 0,-0.133-0.006 0,5.749 0.000 1,-0.414-0.012-1,-5.032-0.004 0,0.075 0.000 0,0.089 0.000 0,0.089 0.000 0,0.082 0.000-1,0.070 0.000 1,0.057 0.000-1,-0.826 0.000 1,4.711 0.000-1,-1.957 0.001 1,-1.179 0.000 4,-0.195 0.000 0,-0.492 0.000-3,-0.752 0.000 0,2.519 0.000 0,-2.663 0.000-1,2.510 0.000 0,-0.525 0.000 1,0.020 0.000-1,-1.486 0.000 0,2.743 0.000-1,0.219 0.000 1,-0.074 0.000-1,1.458 0.000-2,-0.396 0.000 4,0.379 0.000-1,-4.361 0.000-2,0.100 0.000 1,-0.131 0.000 3,5.005 0.779-1,-1.611 1.569-4,-0.881 1.519 4,0.642-0.021 0,1.000-1.038-1,-4.576-1.918-1,0.856-0.204 0,0.539-0.179 1,0.292-0.151 1,0.109-0.124 1,1.240-0.094-3,0.006-0.090-2,-0.068-0.060 1,-0.108-0.037-1,-1.308-0.008 4,-0.198-0.006-1,-0.186 0.000 0,-0.166 0.004 0,-0.142 0.006 0,0.466 0.004 1,-0.149 0.009-1,-0.146 0.009 0,-0.132 0.008 0,-0.114 0.006 1,0.343 0.384-1,-0.496 0.579 0,-0.543 0.644 0,-0.523 0.625 1,4.982 2.388 1,0.317-0.925 0,0.429-1.337-3,-1.007-1.130 1,-1.450-0.749 0,-2.098-0.390 1,1.737-0.216 0,-1.055 0.083 1,-1.565 2.513-1,-4.631 4.191-1,-1.621-0.487 0,0.059-0.018-1,0.165-0.095 1</inkml:trace>
</inkml:ink>
</file>

<file path=ppt/ink/ink6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9:32"/>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3429.192 3948.677 767,'-9.843'-18.219'0,"-3.900"-6.753"0,-1.277-2.111 0,0.567 1.201 0,1.630 3.094 0,2.127 3.963 0,2.238 4.134-19,2.105 3.869-17,1.837 3.364 35,-0.310 0.210-1,5.592 14.516 4,0.249-1.093-1,-0.991 1.595 18,2.203 0.220 5,1.657-1.882-20,3.664 0.418-5,0.318 0.729 1,-1.773 0.509-1,-2.388-0.245 0,-1.792-0.882 1,0.473-0.225 2,3.725-3.055-1,0.711-3.461 0,-0.162-0.213-1,-0.193 0.079 0</inkml:trace>
</inkml:ink>
</file>

<file path=ppt/ink/ink6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9:35"/>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2642.192 4293.677 767,'6.379'0.000'0,"-0.161"0.000"0,7.398-2.696-7,5.793-1.453 2,2.573-0.563 0,-0.112 0.035-1,-1.769 0.404 1,-2.653 0.600 0,-2.985 0.672 0,-2.948 0.663 2,-2.684 0.602 0,-2.300 0.516 2,1.325-0.054-2,5.952 1.139 9,0.328 0.283 3,1.924 0.006 2,0.078-0.009-6,-1.051-0.019-10,-1.646-0.022 2,-1.864-0.022-1,-1.833-0.021 1,-1.655-0.018 1,-1.781-0.016 0,4.727 0.000 0,-0.728-0.022 6,0.189-0.010 0,0.620-0.004 0,0.329 0.001 0,-0.054 0.002-2,-0.140 0.003-2,-0.143 0.001-1,-1.015 0.001 0,-1.854 0.000 1,-1.760 0.000 2,0.750 0.000 8,-15.210 0.000-9,0.971 0.000 0,-1.613 0.000 0,-1.649 0.000-1,-1.925 0.356-2,4.028 0.540 0,-1.667 0.603-1,-1.601 0.587 1,0.475-0.012-1,-1.685 0.303 1,-1.771 0.267-1,-1.720 0.226 0,-1.578 0.184-1,0.525-0.290 1,-0.521-0.187 0,-0.284-0.267 0,-0.104-0.308-1,-4.580 0.006 0,0.553-0.479 5,0.826-0.423 0,1.541-0.359-1,1.340-0.273 3,1.314-0.208-1,1.191-0.151 0,2.648-0.095-1,1.095-0.057 0,0.998-0.035 0,0.867-0.018 0,-1.035-0.022 3,0.277 0.005 0,0.061 0.013-1,-0.074 0.016-2,1.665 0.023-2,0.179 0.012 1,0.183 0.011 0,0.173 0.009 0,0.846 0.008 1,0.481 0.006-1,0.522 0.004 1,0.519 0.003 0,-0.404 0.003 0,0.660 0.002 1,-4.562 0.005 1,2.511 0.000-1,1.091-0.001 0,1.089-0.181-1,10.721-7.204 1,2.949 3.672-2,1.148 0.835 1,3.172-0.184-3,-4.310 1.075 0,1.072-0.374 1,0.777-0.677-1,0.083-0.680 0,-0.197-0.663 0,-0.352-0.597 0,-0.416-0.504 1,0.820 0.305 0,1.887 0.515 0,2.251 0.698-1,2.294 0.756 0,-1.114 0.580 0,0.008-0.036 0,-0.412-0.207 0,-0.664-0.306 1,-0.790-0.353-1,-0.822-0.361 1,-0.225-0.128 1,-0.478 0.283 0,-0.331 0.441 0,-0.212 0.514 0,-0.121 0.526 1,-0.052 0.498 0,4.743 0.159 0,-1.585 0.734 0,-0.114 0.313 1,-0.604 0.241 1,-0.873 0.177 1,-1.721 0.115-2,-0.920 0.072-5,-0.867 0.043 0,-0.776 0.022 1,-0.666 0.007 2,-0.550-0.003 2,0.546-0.013 1,0.392-0.014-1,0.202-0.016 0,0.062-0.016 3,-0.036-0.015 0,0.389-0.011-7,-0.475-0.013-1,-0.559-0.011 1,-0.571-0.008 0,-0.284-0.006 2,4.668-0.007 4,-2.044-0.007-1,-1.499 0.000-1,-0.690 0.001-2,1.050 0.001 3,-14.431 0.004 1,-1.133 0.002-2,1.212 0.000-4,0.021 0.000 0,-2.127 0.000 0,-1.903 0.000 1,-1.773 0.313-3,-0.477 0.490 0,0.032 0.568 1,0.355 0.575-1,0.886 0.129 1,0.373-0.005 3,0.338-0.144-1,0.292-0.225 1,0.242-0.263 0,1.627-0.376 0,0.545-0.203 0,0.585-0.187 1,0.582-0.166-1,-0.782-0.097 0,0.837-0.167 4,0.757-0.124 0,-3.898-0.105 0,2.126-0.125-2,1.044-0.028-1,-1.180 1.963 0,4.362 4.137 2,2.909 0.275-1,0.699 0.595-3,0.387 0.518 0</inkml:trace>
</inkml:ink>
</file>

<file path=ppt/ink/ink6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1:07"/>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2837.692 4214.262 767,'7.313'0.000'0,"0.171"0.000"0,0.979 0.000-7,-0.328 0.000 5,-1.332 0.000 2,1.063 0.000 0,-0.327 0.000 0,-1.068 0.000 1,0.835 0.000-1,-0.146 0.000-1,-0.806 0.000 0,1.704 0.000 1,1.394 0.000 0,-2.446 0.000 1,1.406 0.000-1,-2.242 0.000-1,1.811 0.000 0,0.536 0.000 3,0.036 0.000 0,-0.707 0.000-3,-0.792 0.000 0,-0.734 0.000 1,0.994 0.000 0,0.038 0.000 1,-0.717 0.000-1,-0.599 0.000 1,0.464 0.000-1,0.193 0.000 0,-0.107 0.000 0,1.383 0.000 0,3.458 0.000-1,-0.444 0.000 0,-2.529 0.000 1,-0.473 0.000-2,-1.286 0.000 0,-3.582-5.146 4,-3.108-1.103 1,-5.208 1.822-1,-1.014 4.277-3,-1.006-0.112 0,0.110-1.177 0,-0.024-1.542 0,-2.648-1.400 0,0.745 1.175 1,0.961 1.007 1,1.258 0.920-1,0.252 0.665 0,-1.115 0.458 0,0.088 0.191 1,-0.304 0.068-1,-0.513 0.009-1,-1.307-0.007 0,0.125-0.030 1,0.555-0.026 6,2.007-0.024-10,13.672-0.039 8,-0.444 0.014 0,3.261 0.000-7,-3.274 0.000 1,1.592 0.000 0,3.250 0.447 0,0.419 0.685-1,-0.253 0.773 0,1.325 1.109-1,0.187 1.079 2,-0.306 0.287 3,-0.577-0.217 2,-0.688-0.502-3,-0.695-0.629 7,-1.608-0.986-18,-0.092-0.417 11,-0.345-0.378-1,-0.495-0.330 3,-1.263-0.322 1,-0.335-0.185 1,-0.284-0.151-5,4.436 0.851-2,-2.356 1.492 5,-0.963 0.520 3,1.188 0.189-3,-0.092-0.382-3,-1.094 2.121 1,-2.354 0.461 1,-2.576 0.955-1,-8.729-5.293 2,0.384-1.436-1,-1.046 0.267-1,1.020-0.003-1,-2.177 0.000 0,-1.997 0.000-1,1.968 0.000 0,-0.033 0.000 0,0.212 0.000 0,0.371 0.000 1,0.460 0.000 0,0.499 0.000 0,0.499 0.000 1,-0.927 0.000 0,0.520 0.000 1,-0.005 0.000 1,0.220 0.000 0,0.356 0.000-2,-7.167-0.447 1,5.446-0.685-2,0.040-0.774 0,0.826-0.005 3,-0.337-0.039-3,-0.434 0.100 0,0.664 0.318 0,0.144 0.188 0,0.261 0.202 1,0.328 0.201 0,-0.739 0.096-1,0.389 0.230 2,0.355 0.192 0,-0.078 0.147 0,0.314 0.131 0,-4.409 0.092 1,1.375 0.125-1,-0.736 0.075 5,3.602-0.016-10,12.455 0.017 8,0.409 2.283-2,-1.975 1.682-3,2.566 3.087-2,-3.101-2.292 2,-0.353 0.394-1,1.518 4.432 0,-1.469 0.376 0,0.230 1.570 3,-1.426-4.232 0,-0.089-0.007-3,-0.209-0.270 1,-0.277-0.428-1,-0.305-0.507 1,1.307 2.229 0,0.338 0.568 3,-0.650-1.713-1,-0.195-0.246 1,-0.275-0.350-1,-0.314-0.399-2,-0.105 0.467-1,0.253 3.171 2,-1.652-2.981 1,-6.368-7.179 2,-0.256 0.166 0,-0.479 0.029-2,-1.633 0.000-2,1.573 0.000 1,-1.529 0.000-1,-2.668 0.000 0,4.510 0.000 0,-0.457 0.000 0,-0.369 0.000 0,-0.124 0.000 0,-0.431 0.000-1,-0.430 0.000 1,-1.652 0.000 0,-0.089 0.000 0,1.270 0.000 1,-0.154 0.000 0,-0.200 0.000 1,0.074 0.000 0,0.259 0.000-1,0.372 0.000-1,1.017 0.000 0,0.360 0.000 1,0.339 0.000 0,-0.003 0.000 1,0.437 0.000 0,-5.065 0.000 1,0.971 0.000 0,0.147 0.000-1,-0.184 0.000 0,-1.380 0.000 0,1.369 0.000-2,1.118 0.000 1,0.559 0.000 1,-1.740 0.000-2,-0.087 0.000 2,2.417 0.000-1,2.046 0.000-1,0.073 0.000 2,12.616 0.000 3,-0.170 0.000 1,1.044 0.000-7,2.864 0.000-1,-0.906 0.000 2,-0.845 0.000-1,0.311 0.000 0,-0.079 0.000 0,-0.337 0.000 0,0.485 0.000-1,0.646 0.000 1,0.505 0.000 3,2.056 0.000 2,0.217 0.000-1,0.017 0.000-6,-0.944 0.000 1,-0.149 0.000 1,-0.159 0.000 2,2.135 0.000 0,-0.839 0.000 0,-1.501 0.000 1,-1.775 0.000-1,-1.789 0.000 3,2.633 0.000-1,-3.021 0.000-4,-0.843 0.000 1,-12.544 0.000 9,0.032 0.000 0,0.025 0.000-7,0.331 0.000-3,-3.354-0.239 0,-4.758-0.386-1,-2.611-0.462 0,-1.002-0.486-1,-0.586-0.123-1,-0.328-0.055 1,0.554 0.055-1,1.137 0.128-2,-2.833-0.172 4,2.409 0.329 7,3.481 0.396-1,1.651 0.247-7,3.212 0.291 11,0.461 0.120 2,0.232 0.103-6,-0.716-0.125 0,0.730-0.234-4,0.812-0.317 1,0.814-0.354 0,0.766-0.356-1,-4.021-1.814 2,1.508 0.415 0,0.799 0.470 10,1.958 0.478-14,12.510 2.295 6,-0.021-0.131 1,1.425-0.073-6,-0.369 0.001 0,1.484 0.000-1,1.001 0.000 0,0.202 0.000 0,-0.308 0.000 1,-0.597 0.000 0,-1.981 0.000 1,0.043 0.000 1,0.197 0.000 1,1.805 0.000 1,-0.366 0.000-3,-0.557 0.000 1,-1.097 0.000 0,-0.522 0.000 1,-0.465 0.000-1,0.441 0.000 1,0.299 0.000 1,0.458 0.000-1,-0.230 0.000-1,0.195 0.000-1,0.474-1.336 0,-0.686-0.688 0,-0.854-0.235 2,-0.878 0.059 2,3.528-1.421-3,-3.256 1.354-1</inkml:trace>
</inkml:ink>
</file>

<file path=ppt/ink/ink6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1:35"/>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3362.692 2051.262 767,'6.202'0.000'0,"0.129"0.000"0,1.161 0.000-5,1.459 0.000 5,-2.178 0.000-2,1.139 0.000 0,0.932 0.000-1,0.046 0.000 1,0.537 0.000 0,0.436 0.000 1,1.096 0.000-1,0.229 0.000 1,0.108 0.000 1,-0.566 0.000-1,-0.956 0.000 0,-1.135 0.000 1,-1.166 0.000 0,-1.101 0.000 0,4.940 0.000 2,-4.573 0.000 1,0.488 0.000 0,0.012 0.000 1,-0.067 0.000-6,-0.216 0.000 0,-0.307 0.000 1,0.585 0.000-1,-0.712 0.000 1,4.338 0.000 2,-2.491 0.000 1,0.456-2.506 0,-0.799-2.173 0,-2.810 0.517-1,-9.206-0.517 3,-2.533 4.706-2,-0.084-0.029-3,-0.572 0.002 0,-0.633 0.000 0,-4.560 0.000 0,5.593 0.000 0,-0.067 0.000 0,0.081 0.000-1,0.314 0.000 0,0.440 0.000 1,-4.548 0.000-2,0.229 0.000 5,3.693 0.000 1,-0.012 0.000-1,-0.050 0.000-2,0.146 0.000 0,0.266 0.000-2,-5.414 0.000 0,0.385 0.000 3,1.635 0.000 0,2.368 0.000 1,-0.363 0.000-3,0.211 0.000 0,-1.128 0.000 2,-2.535 0.000-1,-1.657-0.059 0,6.010-0.090 0,0.678-0.101 0,-3.021-0.540 0,3.047-0.936 0,10.121-3.905 1,0.963 1.408 0,0.877 1.897 0,3.313-1.181 1,-0.834-0.545-2,1.654 0.096-2,-0.547 0.939 0,-2.257 1.258 2,-0.058 0.768-1,5.330 0.018 1,-2.521-0.657 1,1.816-0.305-1,0.661-0.072-3,1.481-0.138-1,-0.750 0.246 0,-1.120 0.311 1,-1.253 0.324 0,-1.230 0.306 1,-1.114 0.269 3,2.345-1.121 0,1.006-0.503 1,0.117-0.021 10,0.187 0.139-12,-0.006 0.270-4,-3.350 0.666 2,-0.391 0.190 1,-0.421 0.186 0,1.228 0.051 1,-0.867 0.235-1,-0.873 0.195 3,-0.812 0.154 1,4.144 0.066-1,-1.709 0.223 0,-1.794 0.071 0,-0.359 0.014 0,-0.265-0.042-2,-0.077-0.025 1,0.369-0.011-1,3.613 0.006 0,1.333-0.018-3,-1.673-0.020 8,-2.947-0.016-9,-13.966-0.017 7,-1.508 1.737-1,1.116 1.216-3,-1.592 0.841-1,0.082-0.609 0,0.704-1.068 1,-1.697 1.714 2,-2.322 1.501-2,-1.979 0.834-1,-1.115 0.257 0,-0.491-0.118-3,2.192-1.311 1,0.227-0.623 0,0.306-0.693 1,1.500-0.861-1,0.733-0.567 3,0.793-0.513 4,-1.547 0.453 1,0.991 0.513 0,1.013 0.403 1,-0.445 0.776-1,-1.164 0.643-2,0.145-0.247-4,0.333 0.184 1,0.418 0.428 0,1.928-0.754 1,0.760-0.367 1,0.777-0.495-1,0.735-0.545 1,-4.933 1.290 0,0.135-1.914 11,3.644-1.394-15,12.103-4.332 6,-2.846-3.931-4,-0.298 1.073 0,3.748 0.680 0,4.220 0.831 0,1.128 1.726-2,-5.078 1.575 2,0.679-0.332 1,2.292-0.731-1,-0.170 0.131-1,-0.554 0.312 1,-0.736 0.394-1,-1.592 0.564 1,4.505-0.505 3,-0.958 0.876 0,-0.602 0.640 1,0.245-0.826-2,1.783-2.679-1,-0.504-0.191 0,-0.865 1.054-1,2.341 1.062-2,-5.061 1.239 5,1.916 0.095 0,0.013 0.197-4,-0.260 0.154-1,-0.411 0.115 1,-0.474 0.081 0,-0.476 0.053 2,3.555 0.038 0,-0.020 0.009-1,0.908 0.004 3,0.318-0.003 0,-0.083-0.007-1,-1.688-0.013-4,-0.708-0.008 0,-0.801-0.008 1,-0.816-0.007 3,-0.915-0.259 1,0.396-0.423 0,0.692-0.521-1,1.057-0.430-1,0.333-0.162-1,0.160-0.018 0,0.030 0.083 1,-0.757 0.231-1,-0.317 0.163 0,-0.390 0.178 0,2.498-0.085 1,-0.551 0.314-1,-0.513 0.270 5,-0.445 0.220-2,1.774-1.256-2,1.532-0.610-1,0.535-0.165 3,-0.114 0.118 0,-0.497 0.279-5,-0.683 0.351 0,-0.190 0.064 1,-2.218 0.059 1,-0.288-0.353 1,1.023-0.478 2,-0.385 0.061 4,-0.379 0.212-7,-0.348 0.292-1,1.829-1.096 1,0.765-0.354 1,0.407 0.058 1,-1.361 0.639 1,0.090 0.322-2,0.067 0.360-3,1.580 0.199 0,-0.092 0.434 3,-0.178 0.375 0,-3.357 0.398 1,-0.418 0.147-1,-0.432 0.121 0,1.038 0.093 0,-0.066 0.097 0,0.061 0.068 3,-0.560 0.040-1,-0.417 0.024-2,-0.508 0.011-1,-0.539 0.002 1,4.267 0.062 0,0.372-0.015 2,-2.523-0.041 7,-16.041-0.052-6,-0.541-0.055-5,-1.187 0.003 0,-0.189 0.001 0,0.838 0.000 1,-3.913 0.000 0,5.719 0.000 0,-0.121 0.000 1,0.355 0.000 0,-4.805 0.000 0,0.867 0.000 0,4.108 0.000 1,-0.473 0.000-1,-0.301 0.000 1,-0.168 0.000-1,-0.774 0.295-2,-1.437 0.482 0,-1.346 0.583-1,-1.551 0.483 5,-0.057 0.133-3,0.401-0.039-1,1.129-0.267-1,0.197-0.181 1,0.123-0.207-1,-0.718-0.149 6,0.073-0.237-2,0.067-0.215-1,-2.338 0.531 1,-0.485 0.808-1,0.216 0.308-1,0.620-0.021 1,1.857-0.390 0,0.680-0.257 0,0.626-0.286 2,0.545-0.284 0,0.516-0.342-3,-0.597-0.177 1,-0.489-0.153 0,-0.857-0.117 3,0.266-0.118 0,0.497-0.090-6,1.235-0.063 1,0.547-0.041-1,0.526-0.027 3,0.483-0.017 2,0.427-0.008-1,0.364-0.002 1,-0.473-0.002-1,-0.249 0.006 1,-0.402 0.008-1,-0.226 0.008-1,0.363 0.010-1,0.551 0.009 0,0.636 0.008 1,-4.142-0.003-1,2.974 0.016 8,14.580 0.026-1,-1.231-0.436-6,2.599-2.429-3,2.415-1.468 0,-5.364 2.513 2,0.451 0.235 0,0.615-0.127 1,0.675-0.350 0,0.664-0.466 0,-0.963-0.318-2,-0.528-0.693 1,-0.655-0.405 0,-0.319-0.446 0,-0.241-0.360 0,-0.174 0.014 3,-0.118 0.271-1,-0.073 0.432-2,2.221-0.244 0,1.237 0.885 2,-0.228 0.930 0,-0.260 0.661-1,-0.552 0.556-1,-0.690 0.445 1,-0.722 0.341-1,0.369 0.246 1,0.204 0.161 0,-0.068 0.105 1,-0.237 0.062 2,4.646 0.191-2,-2.135-0.022-3,-1.875-0.078 2,0.861-0.084 1,-1.798-0.098 0,0.573-0.014 0,0.141-0.011 1,-0.153-0.009-4,-0.363-0.006 0,-0.180-0.004 1,4.809-0.007-3,-1.108-0.003 6,-2.882 0.003 0,0.171 0.000-1,-1.085 0.001-2,4.809-0.002 2,-1.829 0.003-1,0.742 0.002 0,-2.803 0.001 0,4.984 0.000 2,-0.264 0.000-4,-5.364 0.000 1,0.469 0.000 0,0.244 0.000 1,0.582 0.000 1,0.028 0.000 0,-0.057 0.000-1,-0.110 0.000-3,-0.138 0.000 2,-0.615 0.000 0,-0.207 0.000 0,-0.206 0.000 1,-0.212 0.000-1,5.467 0.000 3,-1.394 0.000 2,0.663 0.000-3,0.209 0.000-1,0.292 0.000 0,-4.666 0.000-1,0.167 0.000 1,-0.047 0.000 0,-0.183 0.000 1,-0.258 0.000-2,-0.289 0.000-1,0.401 0.000 1,0.182 0.000-1,-0.132 0.000 0,-0.333 0.000 4,4.769 0.000 4,-1.927 0.000-7,0.407 0.000 11,-1.892 0.000-13,-13.991 0.000 5,-0.943 1.624-2,-3.924 1.203-3,-1.844 0.843 0,-0.400 0.552 0,-0.144-0.469-3,-0.560-0.241 3,0.204-0.385-1,1.695-0.445 1,0.538-0.045 5,0.579 0.041-1,0.576 0.099-1,-0.223 0.177-3,0.909-0.253 4,0.904-0.341-1,0.501-0.057 1,0.202 0.135 1,-0.011 0.254 3,0.082 0.139-3,-0.366 0.228-2,-0.443 0.211 0,-0.470 0.186-1,-1.912 0.285 0,-0.850-0.339-1,-0.791-0.468 0,-0.696-0.515 0,0.683-0.579 1,0.337-0.424-1,0.545-0.373 1,0.645-0.315 0,-4.267-0.142 1,2.184-0.365 2,-0.023-0.157 1,0.129-0.103 6,1.074-0.058-12,1.135-0.029 0,1.260-0.009 0,1.241 0.005 0,1.132 0.013 2,0.976 0.017 3,0.801 0.019-1,-2.225 0.021 1,-1.376 0.014 2,-0.465 0.012 4,0.164 0.010-6,0.563 0.008-5,0.532-0.130 1,1.398-0.208 0,1.456-0.241 0,-1.990-1.306 1,3.266-2.344 5,6.466-3.076 1,2.838 2.122-3,2.774 0.306-1,0.506 1.732-1,1.529 0.688-1,1.204-1.155 0,-5.140 1.155 1,4.778-3.298-2,-1.262-0.657 1,-3.017 2.982 1,0.662 0.403 0,0.298 0.503 1,-0.312 0.618 1,0.061 0.435-1,0.018 0.388-3,-0.011 0.329 0,-0.029 0.267 1,0.407-1.224 1,-0.431-0.555-1,-0.496-0.132 3,-0.491 0.135 0,3.141-2.948-1,1.134-0.432-2,-3.034 2.497 3,0.133 0.469-4,-0.061 0.515 1,0.272 0.500-1,0.455 0.448 2,0.529 0.379 1,-0.465 0.321-1,-0.172 0.210-1,-0.301 0.158 1,-0.115 0.116-1,-0.556 0.081 1,-0.558 0.048 1,4.771 0.137 1,-0.788-0.018-1,-4.008-0.122-1,1.439-0.017 1,-0.644-0.021-1,0.229-0.010-1,0.041-0.009 0,0.408-0.007 1,-0.223-0.007-1,-0.287-0.005 1,3.664-0.003-1,0.864-0.005 2,-4.209 0.001 0,3.316-0.001 0,1.455 0.000-3,-0.792 0.001 0,-0.164 0.000 0,-0.453 0.001 1,-0.605 0.000 0,-0.658 0.000 0,1.019 0.000 0,0.542 0.000 0,-1.789 0.000 0,-0.331 0.000 3,-0.446 0.000-1,-0.437 0.000 1,0.557 0.000-1,0.796 0.000 0,2.405 0.000-1,-0.103 0.000-2,-0.497 0.000 1,-0.704 0.000-1,-0.777 0.000 1,0.456 1.070 1,-1.877 0.459-1,-0.174 0.264 1,4.128 0.570 5,0.539-0.125-2,-0.488-0.269-5,-1.075-0.333 1,-1.340-0.344 1,-0.406 0.516-1,0.748 0.386-2,0.376 0.130 6,0.103-0.051 4,-0.103 0.069-9,-0.236 0.145-2,-0.312 0.188 2,-0.344 0.206-1,-1.459-0.346 1,-0.410-0.138 3,-0.407-0.211-1,1.915 0.341 1,-0.983-0.515 0,-0.978-0.490 2,-0.886-0.432 1,3.185 0.061-3,-2.177-0.756 0,-1.391-0.403 1,0.760 1.893 0,3.470 1.649-1,-3.888-1.491-1,0.167-0.160-1,0.122-0.103-1,3.501 0.780 6,-3.416-0.824-9,-13.054-1.758 10,-0.659-0.111-1,0.372 0.126-5,-2.457 0.010-1,-0.249-0.001 1,0.764-0.002 0,-1.402 0.000 1,-0.631 0.000-2,-0.868 0.000-1,-0.933 0.000-1,1.173 0.000 4,0.462 0.000 0,0.692 0.000-1,0.395 0.000 0,0.176 0.000 0,0.022 0.000 3,-2.223-0.713-2,-1.875-1.080 0,0.031-0.692 0,0.083-0.604-2,0.491-0.450 1,0.705-0.317-1,1.774 0.985 1,-0.818 0.183 0,-0.554 0.257 0,-2.091 0.000 2,0.469 0.425 2,0.831 0.411-2,-1.302 0.317-5,-0.019 0.370 1,0.228 0.303 6,0.271 0.239 3,0.278 0.180-6,0.262 0.129-3,0.233 0.087-1,1.632 0.036 4,-0.295 0.024-1,-0.443 0.011 1,0.345-0.292 0,0.869-0.486 0,1.181-0.592 0,0.150-0.337 0,0.318-0.143 1,0.416-0.001 3,-0.299-0.535 3,1.290-0.394-5,1.377-0.448-3,-3.148-2.650 0,1.637 0.906 3,2.062-0.023 2,1.968-0.711-3,2.656-1.306-1,5.446 2.825 1,3.193 3.467 1,0.912 0.867-3,-1.627-0.075 1,1.219-0.034-2,0.437-0.046 1,-2.195-0.059 1,0.615-0.011 0,0.076-0.009 0,-0.256-0.006 0,3.591-0.004-1,-1.416-0.006-2,-1.021-0.003 4,-0.748 0.000 0,-0.592 0.001 0,-0.445 0.003 0,2.131 0.000-1,1.532 0.000 1,-0.839 0.295-2,0.125 0.482-1,-0.127 0.584-1,1.200 1.232 0,-0.293 1.053 0,0.595 0.855 3,-0.473-0.105 1,-2.584-1.215 0,-0.424-0.370-1,-0.389-0.410 1,0.549 0.210 0,-0.475 0.098 0,-0.435 0.256 0,-0.730 0.097 0,-0.222 0.341-1,-0.151 0.351 0,3.870 2.884 0,-0.482-1.152 0,-3.169-2.916 1,0.327-0.578-1,0.383-0.521 1,0.387-0.443-1,5.587 1.049-2,-5.193-0.475 2,1.901 0.883-1,0.666 0.593 0,0.511 0.521 0,0.647 0.765 0,-0.460 0.405 0,-0.693 0.297 0,-1.897-0.725-1,-0.270 0.025 2,-0.159-0.005 1,-0.074-0.025 0,-0.664-0.699-1,0.289-0.326 0,0.391-0.388 0,0.821 0.052 0,0.011-0.001 0,-0.139 0.130 0,0.062-0.082 1,0.195-0.223-1,0.277-0.309 0,-0.624-0.490 1,-0.100-0.306-2,-0.180-0.298 1,1.509-0.085 0,-0.496-0.374-1,-0.549-0.308 2,0.121 0.212 1,-0.269 0.481-1,-0.161 0.633 0,-0.081 0.673-2,-0.025 0.641 0,0.011 0.568 0,-0.937-0.405 0,0.847 0.322-1,1.056 0.309 1,1.636 0.298 0,0.688-0.289 1,0.447-0.453 0,0.026-0.221 0,-0.599-0.148-1,-0.839-0.047 1,-0.940 0.022-1,-0.641 0.093 1,-0.168 0.229 2,0.054 0.267-1,-1.271-0.594 0,-0.149-0.187-1,-0.172-0.276 1,1.358 0.179-1,-0.371-0.542 1,-0.400-0.523 0,-1.264-0.604 1,5.142 0.367-1,-4.172-1.125 0,0.098-0.262 0,3.855-0.164 1,0.796-0.266-2,-2.080-0.119 3,-2.910-0.048-6,-13.087 0.175 6,0.030-0.161 0,0.856-4.119-3,-0.441 0.306-2,-0.629 0.786 1,-3.094-2.081-1,3.086 1.614 2,-2.839-1.459 0,-0.141 0.213-2,0.418 0.581-1,0.718 0.752 1,0.730 1.321-1,-0.634 0.455 3,-0.205 0.421 1,0.103 0.374 3,-3.885-0.187-2,1.669 0.147-5,-0.051-0.258 0,0.152-0.338 3,-2.374-1.600 1,2.233-0.042-3,0.264-0.103-1,0.433 0.153 2,0.518 0.314 4,-1.515-0.979-2,-1.220-0.942-5,-0.808-0.815 3,-0.480-0.681 7,-3.718-2.222-8,-0.308-0.360-4,1.625 0.832 1,1.801 1.034 1,2.088 1.242 5,2.090 1.266 0,1.916 1.174 1,1.648 1.020 0,-1.571-0.372 2,-1.124-0.429 4,-0.333-0.273 1,0.208-0.152-12,0.547-0.063 1,-1.008-1.456 0,0.808-0.219-2,1.303 0.318 1,1.501 0.623 4,-1.731-2.233 2,4.384 1.795 0,9.590 4.251-1,-0.020 1.398-1,1.968-0.566 2,-1.003-0.094-1,2.344-0.015-2,2.114-0.009-2,-1.068 0.000 0,-0.320 0.003 2,-0.014 0.005 1,0.395 0.002 0,-0.740 0.001-3,-1.345 0.001 0,-0.038 1.415 2,0.793 4.205 2,-1.958 1.907-1,-0.733-3.047-1,0.793-1.154-1,-0.354-0.638 4,0.570-0.027-4,0.421 0.052-1,0.296 0.105 0,0.526 0.504 0,-0.749 0.259 0,-1.012 0.263 1,0.355 0.192-1,0.506-0.350 2,0.334 0.683 3,0.199 1.293 0,-1.743-0.869-3,-0.107-0.039 0,-0.133-0.252-2,2.367 1.662 1,-0.093 0.147 0,-1.769-1.338 2,0.259 0.021 0,0.371 0.033-1,1.531 0.893 0,-0.456-0.287-1,-0.717-0.373 0,-0.823-0.398 0,-0.825-0.381 0,1.570 0.063 2,0.975 0.601-1,0.369 0.792 2,-0.340 0.032-1,0.005 0.085-1,-0.068-0.080-2,-0.113-0.184 0,3.778 1.542 0,-1.803-1.414 2,-0.421-0.183-1,0.226 0.272 5,0.605 0.530-3,0.788 0.645-4,-1.164-0.682 2,-0.091-0.098 0,-0.231-0.224-1,-0.308-0.292 1,-1.699-1.092 1,0.028-0.090 0,0.129-0.034 0,1.673 0.640 0,-0.495-0.604 1,-0.686-0.719 0,-0.763-0.745 0,-0.760-0.710 0,-0.705-0.637-1,-0.621-0.546 0,2.050 2.313 0,0.986 1.578 1,0.349 1.017 0,-0.744-0.691 0,0.761-0.210 1,0.881-0.440-2,0.671-0.192-3,-0.240-0.301 0,-0.571-0.229 2,-0.761-0.166 0,1.212 1.081 0,-0.790 0.370 2,-1.269-0.324 1,-0.112 0.125 0,0.059 0.084 1,-1.303-0.971-1,-0.215-0.419-3,-0.246-0.508 0,2.388 0.773 0,0.929 0.239 3,-2.519-0.970 0,-0.550 0.046-2,-0.760 0.042-1,-0.865 0.038 0,4.330 2.650 1,2.381-0.410 3,-5.145-2.635-3,-0.054 0.186 0,-0.755-0.261 0,0.367 0.254 0,0.477 0.281-1,1.539 1.283 0,-0.781 0.294 0,-1.138 0.186 1,-1.707-1.097-1,3.611 2.991 2,-1.052-1.945 3,-0.393-0.542-2,0.368 0.667-1,-1.757-0.683-2,-10.238-0.035 6,-0.427-9.809-3,2.155-1.271-2,-1.337-0.537-8,-0.961 1.269 12,-2.574 0.653-13,1.991 2.413 16,-0.934 0.018-7,-0.833-0.054-1,-0.699-0.093-1,-2.621-1.806 0,1.059-0.112 0,0.041-0.240-1,0.361 0.026 5,0.535 0.191 0,0.601 0.280-3,-2.052-0.430-2,-2.340-1.099-1,-1.508-1.026 3,-3.683-2.664 1,-0.853-1.515-1,-0.358-1.339-3,-1.267-0.693-2,0.793 0.657 2,1.546 1.141 2,1.894 1.353 0,1.960 1.377 11,-1.422-2.302-8,-1.888-1.476-7,2.746 1.673 12,-0.576-0.810 1,-0.451-0.793-5,-4.034-3.427-11,0.568 0.517 3,0.980 1.051 3,1.265 1.236 1,1.354 1.264-1,1.312 1.189 6,1.187 1.053 0,1.021 0.889-2,2.469 2.124 0,0.549 0.932 0,0.429 0.932 0,0.323 0.884-1,-1.295-1.128 4,1.507-1.058 1,0.905-0.127 6,0.460 0.446-10,1.269 1.002 0,-2.118-2.133 7,3.595 1.737-10,11.037 4.141 5,-0.014 1.162 0,-0.792-0.301-4,1.284-0.076 1,0.912-0.054-2,0.941 1.039 1,1.852 2.435-1,-5.043-1.243 1,-0.120-0.118 1,0.658-0.359 0,0.556-0.276-1,0.201-0.290 0,-0.780-0.135 2,-0.341 0.107 1,-0.435 0.195-3,4.680 2.154-2,-3.559-0.245 3,1.677 1.728 0,0.812 0.735 3,0.198 0.044-3,-0.209-0.401-3,-0.008 0.614 0,-1.401-0.724 0,0.722 0.272 2,1.132 0.679 4,-0.021 0.095-1,-0.297 0.009-5,-0.482-0.030 0,-0.274 0.152 0,-0.247 0.186 2,-0.214 0.199 2,0.423 0.175 0,0.562-0.086-2,0.741-0.168 0,1.451 0.329 1,0.051-0.422-1,-0.220-0.457 1,-0.385-0.450 0,0.176 0.021-1,-0.412-0.139 1,-0.380-0.036 0,-0.332 0.033 0,-0.276 0.074 0,1.275 0.657 0,1.250 0.622 0,0.711 0.304-1,0.378 0.385 4,-0.279 0.185 0,-0.538 0.128-4,-0.672 0.082-4,0.006 0.347 2,-1.198-0.685 3,-1.192-0.832 0,-1.095-0.859 0,-0.948-0.809 1,-0.781-0.713 0,4.888 2.855 2,3.057 1.598 4,-0.330-0.097 0,0.173 0.395-12,-2.100-1.273 1,-0.204-0.171 0,-0.235-0.258 0,-1.396-0.844 3,-0.583-0.252 3,-0.644-0.235-2,1.260 1.141 0,-1.220-0.527 0,-1.192-0.551 2,-1.085-0.525 1,-0.644-0.176-1,-0.313 0.061-1,-0.078-0.381 0,0.077-0.636 2,0.135-0.752-1,0.161-0.771 0,0.188-0.547-1,-1.014-0.775 8,2.196 0.088-14,-14.911-2.754 9,0.479 0.124-4,1.565-2.900-1,-1.779-1.604 0,1.032 1.546-10,-1.153 0.023 9,-1.018 0.248 1,-3.059-0.074-1,-1.470 0.629 8,2.444 0.698-7,0.137-0.110 0,0.336-0.247 0,-2.030-1.435 0,0.604-0.824 0,0.351-0.808 2,-1.365-1.563 0,2.112 1.120 0,0.026 0.066-2,0.224 0.327 0,-2.564-1.201-2,0.572 0.592 1,0.636 0.568 1,0.625 0.508 4,-1.141-0.666-3,-1.888-1.214-1,-2.289-1.500 0,0.416 0.112-1,0.301 0.115 0,0.826 0.448-1,1.101 0.629 2,1.195 0.698-1,-4.354-1.280 2,5.582 3.544 1,1.192 1.017 0,1.229 0.894 9,1.153 0.746-2,-4.000 0.042-11,2.706 1.326 1,-2.978-1.659 3,1.539-1.265 2,-1.428-0.559 3,-0.934-0.418-9,0.919 0.206 1,1.533 0.421-1,1.813 0.527 0,1.858 0.557 10,-0.792-0.869-13,12.745 1.113 12,3.372 2.798-2,-0.252 1.423-13,2.123 1.255 20,-4.678-1.561-13,0.419 0.183-2,0.215 0.291 4,0.061 0.354-1,0.330 0.309 0,-0.288-0.050 0,-0.380-0.185 1,-0.426-0.269-1,-0.709-0.166 1,-0.255 0.129 0,-0.196 0.233 1,0.742 1.301 0,-0.851 0.726 0,3.184 2.800 1,1.406-0.975-1,0.999-1.516-1,-3.417-1.915-1,0.598 0.677 0,0.571 0.948 1,-1.361-0.138-2,-0.545 0.357 1,-0.750 0.255 0,1.679 1.912 0,0.775 0.416 1,-0.287 0.303 2,-0.902 0.208-1,-2.366-2.470-2,-0.251-0.476 1,-0.147-0.574-1,3.458 3.941 3,-3.613-3.029 0,-0.157 0.063 1,-0.017 0.036-2,2.170 0.800-1,1.204 0.314-2,-0.091-0.329 2,0.384 0.302 1,0.145 0.555-3,-0.904-0.070-1,-1.151-0.182 2,-0.254 0.153 1,0.834 1.035 1,-0.046-0.469 0,0.184-0.440-2,0.038-0.747 0,-0.533-0.937 0,-0.083-0.336 0,-0.099-0.217 1,-0.104 0.707 1,-0.102 0.474 0,-0.095 0.287 0,-0.084 0.143 1,-0.073 0.036-1,-0.061-0.040-2,3.056 1.833-2,0.910 0.030 2,-1.295-1.782 1,-0.092-0.765 3,-0.234-0.879-3,-1.362-1.359-2,-0.244-0.636 1,-0.230-0.590 0,1.397 0.580 2,-1.166 0.282 1,2.320 2.577 4,-0.716 1.619-5,-1.510 1.694-2,-0.657-0.802 0,0.645-1.174 1,-0.745-2.504-1,0.500-4.194 3,-6.521-6.880 1,-2.165 0.331 0,-3.544 4.145-3,1.428-1.758-1,-0.253-2.080 1,-0.013 2.548 0,-1.205-0.589 0,-0.718-0.415-2,-0.564-0.735-1,-0.174-0.759-5,0.011-0.791 7,-0.774-1.036 1,-0.264-0.183-3,-0.301 0.059 3,-0.209-0.331 0,0.958 0.345-1,1.221 0.398 1,1.571 1.463-1,0.223 0.351 1,0.008 0.325 3,-0.141 0.289-1,-1.868-1.490 0,0.810 0.805-2,-0.299-0.253 0,-0.934-0.849 0,0.172 0.082 1,0.340 0.211 0,0.434 0.286-4,-0.717-0.795 0,0.503 0.341 3,0.445 0.314 1,1.125 0.433-1,0.856-0.133 2,0.881 0.157-1,0.832 0.332 1,-0.704-4.190 1,2.030 1.683-2,1.625 1.783-1,3.802 0.636 1,3.567 5.063 2,-1.043 0.885-1,-0.214 0.497-2,0.064 1.192 0,-0.430 1.105-1,-0.476 0.567 0,-0.002-0.640 0,0.266-1.024 0,1.068 2.480 2,0.596 0.505 1,-1.451-0.051-3,-1.773 0.153 0,-0.156 2.290 0,-0.395-1.281 1,0.856 0.679 0,0.695 0.196-1,0.541-0.134-1,0.820 1.606-1,-0.021 0.228 0,-0.213-0.245 1,-0.315-0.518 3,0.328-0.935 3,0.878 0.458-6,0.430 0.343-1,0.095 0.246 6,2.756 2.549-1,0.962 0.299-8,0.979 0.160 2,0.015-0.385 1,-0.581-0.689 2,-0.899-0.819 0,-0.125-0.383 0,0.360-0.083 3,0.630 0.109 3,-0.900-0.940-6,0.708 0.287 0,0.754 0.348 0,-1.140-0.828 0,-0.424-0.256 0,-0.667-0.376 1,-0.800-0.439-1,0.015-0.233 0,-0.271-0.078 0,-0.457 0.034 5,-0.561 0.110-1,1.206 1.677 3,-0.841-0.223-6,-0.774-0.356-3,-2.276-2.127 2,-0.267-0.170 1,-0.178-0.119 2,0.146-0.077 0,0.369-0.043-1,0.512-0.018 0,2.200 1.457 1,0.454 0.238-3,-0.046-0.048 0,-0.362-0.229 0,-0.538-0.327 0,-0.610-0.366 1,-0.446-0.482 0,-0.723-0.866 0,-0.662-0.893 0,3.565 1.103 2,-2.137-2.711 1,-0.730-4.512 1,-6.276-3.605-2,-1.001-0.561 1,-4.353 0.843-4,-1.474 1.746 0,-2.204 0.828 0,-1.418 0.169-1,4.350 1.097 2,-0.442-0.434-2,-0.215-0.454 1,-0.048-0.443 0,-0.121-0.495 0,0.304-0.251 0,0.386-0.161 0,0.418-0.090 1,0.246 0.056 0,-0.249-0.128 0,-0.417-0.135 0,-1.283-0.887 0,0.048-0.100 0,0.242-0.044-1,0.557 0.378 1,0.317 0.314 0,0.305 0.374 0,0.275 0.387 0,0.237 0.369 0,0.196 0.332 0,-2.045-1.195 0,-1.165-1.007-1,-0.511-0.815 4,-0.049-0.634 1,0.256-0.472-6,0.437-0.334-3,-2.099-2.278 1,-0.738-1.708 0,-0.006-1.392 0,-0.634-0.290 15,1.923 2.472-12,-0.299-0.097-6,-1.206-1.299 3,0.557 0.343 8,0.813 0.482-3,0.938 0.548-5,-3.765-4.657-2,2.643 3.068 8,0.774 0.986 0,1.856 2.286 4,0.778 1.021 0,0.729 0.969-9,0.650 0.870 1,0.385 0.441 3,1.263 1.314 1,-0.682-1.376 1,11.396 3.805 7,-0.126 3.167-5,0.167-0.538-5,1.528-0.154 0,-0.743 0.658-1,0.035 1.373 1,-0.454 1.334-2,-0.840-0.054 2,0.312-0.552-1,-0.044 0.068 1,0.139 2.866 2,-3.665 0.305-2,0.243 2.336 0,-0.382-1.695-1,0.691 0.339-1,0.838 0.147 1,1.581 1.219-1,0.563-0.179 0,0.312-0.302-1,-0.558-1.079 2,-0.086-0.409 0,-0.165-0.412 1,-0.211-0.392 0,0.829 0.697 0,0.434 0.350 1,0.215 0.168 0,-0.249-0.245 0,0.392 0.392 0,0.441 0.454-1,0.456 0.476-3,0.445 0.469 0,0.416 0.443 2,2.599 2.635-1,-0.073 0.023 1,-0.919-0.894-1,0.479 0.465 1,2.669 2.652 1,-0.382-0.387 2,-2.348-2.341-3,-0.547-0.543 0,-0.522-0.518 1,-0.472-0.467 1,-0.431-1.015-1,0.069-0.005 0,-0.160 0.122-1,0.963 0.796 2,-0.600-1.018 9,-0.676-1.264-13,-0.479 0.084 1,-0.458 0.594 1,-0.798 0.583 4,1.262 1.281 2,0.675-0.977-6,-1.610-1.941 0,-0.645-0.508 0,-0.849-0.391 0,-0.571-0.077 2,-1.103-0.707-1,1.161 2.941 4,-2.870-2.229-2,-1.768 0.308-1,7.057-2.347 5,0.733-2.738-4,-1.467-1.381-4,-0.920-1.995 0,-3.773-3.468 3,-7.381 0.973 0,-2.029 2.503 0,1.331-0.723-1,0.818-0.658-1,0.021-0.487 0,-0.374-0.584-1,-0.152-0.325 2,-0.545-0.607-1,0.259 0.243-1,0.363 0.400 0,0.398 0.465 0,0.388 0.468 0,-3.705-3.015 0,0.965 1.228 1,0.554 0.728-1,0.253 0.347 0,0.070 0.111 5,-0.018-0.009-9,-0.046-0.053 5,-6.218-6.298 1,-6.715-6.202 1,-4.088-3.869-14,-2.068-2.062 8,2.462 2.090 0,0.312 0.140 0,0.801 0.592 1,-3.408-3.329-3,2.852 2.541-2,3.103 2.828 2,5.218 4.637 14,2.146 1.605 0,1.940 1.340 2,1.695 1.084 3,0.352 0.032-4,1.410 1.850-3,1.014 1.768-2,1.438 1.645 7,-3.273-3.876-1,0.067-1.000-9,3.438 4.840 0,-4.265-2.777 0,-0.373 0.527 1,4.178 2.900-1,-3.081-4.627 0,4.199 3.600-1,0.023-0.190 2,-0.142-0.135 0,-3.308-2.937-1,-0.839 1.868 0,1.022 0.927 0,1.967 0.218 2,0.776-0.605-2,-0.537-0.687 0,-0.036 0.023 0,1.075 0.355 0,9.546 3.822 3,0.416 2.632-1,0.556 0.245-2,-1.344 2.395-2,-1.157 3.390 2,3.400-1.131 0,-0.213-0.147 0,-3.081-0.994-2,-0.116 0.294 1,0.501 0.387 0,1.375 1.500 0,0.127 0.509 1,-0.084 0.414-1,-0.218 0.325-3,-0.325-0.068 2,-0.200-0.094 1,-0.179-0.194 0,0.324 0.308 0,-0.004-0.212 1,0.039-0.201 2,0.064-0.179 0,0.074-0.151-3,0.624 1.363-1,0.597 1.026 1,0.274 0.437 1,-0.790-0.852 6,0.388 0.710-7,0.443 0.815-2,3.003 3.893-2,1.115 0.988 2,-1.855-2.405 1,-0.595-0.558 0,-0.903-0.822 1,-1.068-0.961 0,1.312-0.198 1,0.902 0.027-1,0.670 0.320 10,0.521 0.253-6,-0.309-0.508-1,-0.586-0.718-6,-0.739-0.817 1,-1.319-1.317 0,-0.086-0.094 0,0.083 0.091 6,1.449 2.588 0,-0.978 0.909-2,0.046 1.536 0,-0.484-0.129 0,-1.953-3.051 0,-0.240-0.518-1,-0.177-0.546 1,-0.265-1.088-1,0.367-0.409 1,0.507-0.356 0,0.331-0.067 0,0.190 0.143-1,0.081 0.285 0,1.641 1.896-1,-0.212-0.104 1,-0.332-0.301-1,0.495 0.569 0,-0.223-0.222 2,-0.842-0.184-1,-1.142-0.145 1,-1.898-1.808 1,-0.794-0.355-1,-0.731-0.363 1,-0.205 0.816-1,0.695-0.640 0,0.698 0.394-1,0.565 0.575 3,-0.128-0.182-2,-0.254-0.176-3,-0.431-0.338 0,-0.518-0.422 1,4.187 5.953-1,-1.240-5.131 3,0.482-0.209 1,0.011-0.421-1,-0.286-0.520-3,-0.450-0.542 1,-0.799 1.613-1,-0.136 1.652-1,-0.052 1.260 4,1.083 2.715 3,0.351 0.262-4,-1.031-2.284-3,-0.139-0.404 0,-0.201-0.474 1,-0.230-0.492 3,-0.234-0.473 0,-0.313-0.084-2,-0.560-0.242 0,-0.594-0.153 1,-0.577-0.085 0,-0.299-0.063 1,-0.124-0.176 0,0.014-0.185 1,0.103-0.179-1,0.154-0.162-1,1.689 1.827 0,0.949 0.674 0,0.532 0.305 1,0.230 0.051 1,-0.866-1.928-1,0.102-0.292-3,0.104-0.323-1,0.496 0.479 1,-0.066-0.122 1,-0.126-0.052 3,-0.157-0.003 0,-0.796-0.487-2,-0.479 0.320-1,-0.532 0.403 1,0.146 2.318-1,-0.484-0.062 2,-0.341-0.312-1,-0.225-0.437 1,-0.133-0.475-2,-0.067-0.457 0,-0.020-0.406-1,-0.344-2.095 1,2.313 4.743 0,1.093 0.121 2,-2.518-4.590 3,-0.248-0.082-1,-0.313-0.270 1,1.006 4.576-4,-1.090 0.112-2,-1.124-0.055 2,-0.644-4.350 3,-0.095 0.392-1,-0.072 0.520-2,-0.049-0.237-1,-0.027-0.410 0,-0.105 4.813-3,1.671-3.776 5,1.293 1.154 1,1.016 0.506-1,0.190-0.455 0,-0.047-0.425-3,-0.297-0.612-1,-0.441-0.693 2,-0.507-0.699-1,-0.560 0.652 1,-0.459 0.796 3,-0.412 0.728 1,-0.101-0.634 1,0.224-0.453-4,0.372-0.710-2,0.729 1.809 0,-0.066 0.722 1,-0.489-1.845 2,0.152 0.187 0,0.207 0.163-2,0.235 0.138 1,0.375 0.416-1,0.358 0.325-1,0.361 0.349 1,1.053 2.677 0,-0.369-0.113 0,-0.892-1.463 0,-0.571-0.547 1,-0.575-0.579 1,-0.534-0.557 1,-0.470-0.502-2,-0.463-1.394 0,0.102 5.417-1,-0.647-0.123 3,-0.385-1.305 3,2.158-1.033-4,1.198-2.461 2,0.611 0.719 1,-0.127-1.807-6,-2.223-12.648 5,-1.640 0.497-2,0.092 0.350-2,0.021-2.257-1,0.036 1.816 1,-0.266-1.530-1,-0.454 1.184 3,-0.547-1.888 0,-0.795-1.961-4,-0.672-0.506 0,-0.613 0.044-6,-0.661-0.779 9,0.175 1.036-2,0.421 1.209 1,0.539 1.219 1,0.428 0.725 1,-0.113 0.010 2,-0.253 0.165 0,-0.083 0.471 0,-0.330-0.245 0,-0.343-0.349-5,-1.737-3.164-1,-0.707-1.059 2,0.109-0.286 0,0.592 0.207-1,1.350 2.711 1,0.076 0.033 1,-0.027-0.052 0,-0.928-1.388 2,-0.440 0.236-3,-1.111-0.645 0,-0.495 0.527 1,1.068 2.156 1,-0.539-0.485 0,-0.608-0.723-1,-0.917-1.705 0,-0.089-0.912-3,0.110-0.822 1,1.313 1.338 0,0.208-0.581 0,0.212-0.585 1,-1.108-2.579-1,-0.276 0.033 1,-0.386 0.332 0,-1.063-2.477 1,1.010 0.286-1,1.225 1.820 1,0.227 0.121 1,0.680 2.061 2,-0.110 0.685-1,-0.197 0.757-1,-0.245 0.760-1,-1.032-2.140 0,-0.250-0.776-1,0.854 1.605 0,0.228 0.639 9,0.308 0.898-7,0.344 1.021-4,0.367 1.107 0,0.055 0.168 2,0.299 0.275 2,-0.586-1.757 1,0.884 0.368 2,1.057 1.720-2,0.195 0.438-4,0.041 0.426 3,-1.274-0.817 1,-0.414 1.381-1,-2.324-1.811-1,1.569 1.422 3,1.422 0.083 0,3.743 0.647-2,7.587 5.794 2,-0.475 2.000-1,-0.421 2.693-3,-1.082 0.058 0,2.923 0.793 0,-1.640 0.710 2,0.237 2.634-3,-0.385 1.393 0,0.904 2.050-1,-2.479-4.597 2,-0.180 0.086 0,-0.474-0.248 2,-0.243-0.116-1,0.395-0.176-1,0.161 0.638-1,-0.336 0.553 4,-0.502 0.667 1,-0.563 0.685-5,0.358-1.292 1,0.686 0.362-1,0.569 0.354 1,0.457 0.347 4,0.355 0.323-1,0.265 0.290-5,-0.203-0.302 0,-0.339-0.369 0,-0.483-0.526 2,-0.560-0.607 1,1.571 1.555-1,0.327 0.008 2,0.058 0.207 6,-0.113 0.314-3,1.833 1.937-8,1.011 1.954-1,-1.015-1.832 4,0.038-0.271 6,-0.104-0.617-8,-1.177-1.926 0,-0.135-0.167 0,-0.124-0.045 2,1.278 2.333 2,-0.240-0.010 0,-0.266-0.060 0,0.579 1.503-1,0.027 0.506 0,-1.169-1.549 0,-0.773-0.690 0,-0.882-0.866 0,-0.937-2.129 0,0.296 0.313 1,0.537 0.581 1,1.350 2.784-1,-0.230 0.028-2,0.186 0.265-1,-0.125-0.886 1,-0.086-1.036 1,-0.480-0.827 2,-0.959-2.366 0,0.087-0.661-2,0.494 0.346 0,-0.403-0.551 3,-0.530-0.414 0,-0.260-0.639-3,3.246 2.771 1,0.152-2.807 2,-0.480-3.376-2,-3.666-8.089 1,-3.148 0.421 0,0.462-0.226-1,0.112-0.541-2,0.019-2.677 1,0.008-0.431-2,-0.002 2.835 1,-0.002 0.032 0,-0.419-1.010 0,-0.642-0.104 2,-0.727 0.173-2,-0.157 1.421-1,-0.525-0.280 0,-0.521-0.404 2,-1.070-1.820-1,0.170 0.661 0,0.442 0.981 1,0.569 1.090-1,-1.118-3.268 0,1.951 3.193 2,-2.216-3.463 0,-2.239-2.067-1,-2.147-3.373-1,-2.978-5.472 0,-1.065-2.596-6,0.685 1.207-1,-0.705-1.053 1,-4.582-9.486-4,1.651 1.023 7,2.532 4.842 3,0.812 2.349 0,0.559 2.424 1,0.357 2.294 4,2.318 4.541-2,1.052 1.857-1,1.167 1.723-1,-1.836-2.303 1,0.138 0.115 17,0.852 0.871-10,0.339-0.207-8,0.354-0.296 1,-1.725-2.905-5,-0.937-0.265 2,0.296-0.102 0,1.012 0.006 1,1.291 2.171 2,0.271 0.899-1,-0.577-0.166 1,0.004 1.248 0,2.003 4.052 2,-0.104 0.464-1,-1.702-2.400 0,0.847 0.603-1,1.075 0.577 0,1.116 0.509 1,1.426 2.976-2,-2.588-3.719 2,1.048 4.145-1,-0.675 0.168 3,0.031-0.146-3,0.454-0.322-2,0.821 0.519 1,-1.207-2.832 3,2.957 2.085-5,6.833 9.760 4,-0.384 0.974 1,-1.020 1.340-1,-2.673 1.887-4,-0.687-1.184 0,0.912 0.882 0,2.503 1.265 1,-0.806-3.628 1,0.424 0.458 0,0.308 0.453-1,-0.227-0.673 0,0.281 0.098-1,0.288 0.047 1,0.132 1.344-1,-0.252 0.813 1,0.313 1.844 2,-0.242 0.116 1,-0.202-0.204-1,-0.162-0.388-4,-0.124-0.472 1,0.244-0.740 1,0.256 0.059-1,-0.058-0.207 1,-0.266-0.374 2,2.521 5.220 7,0.142 0.144-12,0.352 0.448 3,-0.061-0.501 1,-0.320-1.071-1,-0.463-1.357-3,-0.521-1.440 1,-0.518-1.387 1,1.372 2.361 3,1.359 1.993 1,1.109 1.788 9,0.329 0.674-13,-0.027 0.186-3,-0.837-1.450 1,-0.289-0.712 0,-0.329-0.883 1,1.467 2.082 2,-0.435-0.025 0,-0.896-0.233 7,0.101-0.035-2,-0.354-2.019-2,-2.052-3.138-4,0.078-0.043 0,1.015 1.978 7,-0.655-0.194 2,-1.033-0.737-7,-0.800-0.238-3,-0.778-0.220 2,-0.712-0.194 2,-0.552-1.842-2,0.034-0.667 1,3.699 5.671-1,-1.092-5.678 7,-0.283-0.604-4,-0.228 0.154-2,0.578 0.893-1,0.432 0.339 1,0.063-0.165 1,-0.166-0.454-1,-0.289-0.588-1,-0.337-0.617 0,3.179 3.323 0,-1.938-2.739 1,-0.185-2.321 0,-5.642-9.270 5,0.258-0.102-1,0.184-1.221-2,-0.010-1.014-3,-0.449-2.100-2,-2.592 1.263 1,-1.597-0.376 2,1.537 4.033-1,-1.310-2.027 2,-0.798-1.373-2,-0.091 0.329-1,-0.408 0.079-1,-0.316 0.385 1,-0.234 0.566 1,-0.167 0.651 0,1.056 1.182-1,0.409 0.092 2,-1.599-2.073-1,-0.925-1.031 3,-0.041-0.604 4,0.526-0.287-7,-0.380-1.040-2,0.137 0.194 1,3.108 4.049 1,-0.032-0.606 2,-2.498-5.186 0,0.235-0.012-1,0.372 0.606-1,0.438 0.970 1,0.449 1.142-2,1.341 2.634 0,-0.366-0.766 0,-3.282-6.999 1,0.237-0.915 5,0.685-0.224 0,0.090 0.568-7,-0.771-0.806-4,-0.721-0.257 5,-2.944-4.646 2,-0.228 0.284 3,2.595 4.626-8,0.896 1.067 1,-0.371-1.398 2,0.866 1.323 4,0.686 1.181 4,0.856 2.134-1,0.310 1.282-5,0.195 1.197 0,0.774 1.214 0,0.566 0.249 3,0.616 0.002 0,-0.075-1.160-1,-0.221-0.906-1,0.246 0.832 0,-0.264-0.422-2,-0.286-0.359 1,-0.285-0.885-1,-0.269-0.313 0,-0.243 0.098-1,-0.084-0.174 1,0.336 0.349 1,0.121-0.700 2,0.688 0.567-4,1.094 3.825 0,-0.164 0.679 4,-0.777-1.073 1,0.164 0.467-2,-1.175-3.542 3,0.971 2.089-2,-0.491-0.023-2,1.131 3.076 0,-0.393-0.088 0,-1.715-2.018-1,-0.153 0.420 0,0.087 0.604 1,0.238 0.681-1,0.319 0.684 1,-3.289-3.232-1,0.307 0.959 0,-0.763-0.457 2,0.070 0.138 3,0.910 0.834-3,1.271 1.160-2,0.391 0.314 0,-0.839-0.787 1,0.715 1.231 1,-0.049 2.345 2,4.889 9.736 0,1.098-0.573-2,-0.250-0.369-2,-0.093 0.544 0,-0.035 0.163 0,1.144 1.440 0,2.208 0.868 0,-1.153-2.281 0,0.398 1.388 1,0.355 0.625-1,0.305 0.081 0,0.291 0.224 0,0.790 0.777-1,0.895 0.569-1,0.213 0.032 2,-0.072 0.023 5,-0.336-0.126-7,-0.500-0.224 0,0.343 0.630 0,1.335 1.472 1,0.016-0.623 2,0.657 0.848 2,2.306 3.875 2,0.246 0.269-9,-0.059-0.154 0,2.668 5.117 0,-2.137-3.547 4,-0.224-0.188-1,1.841 3.491 2,-2.218-4.386 3,-0.167-0.708-3,1.801 2.708-6,0.509 0.464 8,0.629 0.761 1,3.656 4.455-9,0.058-0.502 4,-1.247-1.961-1,-1.956-2.709 1,-7.931-12.269 3,7.019 11.376 2,-0.663-1.247-2,-0.678-1.547 3,-0.632-1.608 7,0.039 0.684-10,-1.382-2.371-4,0.444-0.043 0,0.618 0.613 4,-0.602-0.739 2,-0.901-0.904-1,1.271 3.968-5,-3.239-3.544 1,-1.378-1.160 7,-1.218-1.247 1,-1.027-0.916-1,-0.829-0.637-6,-0.632-0.700-1,-0.511-1.282 4,-0.550 2.296 3</inkml:trace>
</inkml:ink>
</file>

<file path=ppt/ink/ink6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1:40"/>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6336.692 3801.262 767,'0.000'6.097'0,"0.000"0.125"0,0.162 1.513-5,1.927 0.911 4,0.610-3.063 0,0.730-0.581-1,1.002 2.510 0,-2.411-0.281 4,-0.289 2.096 0,0.010-1.683-3,1.149-1.034-1,3.708-4.245 1,-3.193 2.707 3,-2.727 1.520 1,-0.367 1.084 0,-0.261-0.235-7,-0.293-13.622 7,0.244-0.344-1,-0.002-0.375-4,0.000-0.986 0,0.000-1.476 1,-0.525-0.343 0,-0.999 1.173 0,-0.915 1.816 0,-2.335-0.550 0,1.766 0.442 0,0.886-0.421 4,0.893 1.235-1,0.542-0.182-3,0.820-0.457-1,3.673 1.754 2,3.004 4.982 3,1.217-0.031-1,-1.811-0.056-3,0.773-0.003 1,-0.258-0.001-1,-0.222 0.000 0,0.409 0.000 0,-0.041 0.000 1,-0.454 0.001 0,1.977 0.263-1,-2.593 2.458 2,-5.760 3.446 0,-0.422 0.373 1,0.365 0.340-2,1.277 2.857-1,0.508-3.125 1,0.255 1.199-1,0.033 0.536-2,-0.020 0.608 1,-0.232-0.159 0,-0.282-0.356-1,-0.293-0.654 1,-0.279-0.795 1,-0.249-0.828 3,0.114 3.887 1,-0.541-1.605-1,-0.293-0.342-1,-0.075-0.608 1,-0.315 2.217 0,-0.453-2.597-3,-1.902-0.847 1,-4.076-6.244 1,0.246-0.480 0,-0.063 0.455 0,0.593-1.599-1,3.861-5.728 1,1.836 0.828 0</inkml:trace>
</inkml:ink>
</file>

<file path=ppt/ink/ink6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1:41"/>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6272.692 3483.262 767,'0.000'6.176'0,"0.000"0.156"0,0.000 0.189-5,0.000-0.269 5,0.000 0.088-1,0.000 0.099 0,0.000-0.136 0,0.000 1.964 0,0.000-1.384 1,0.000 0.067 0,0.000-0.880 1,3.763-0.210 0,2.372-5.190 0,0.006-0.594 0</inkml:trace>
</inkml:ink>
</file>

<file path=ppt/ink/ink6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1:45"/>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6415.692 4167.262 767,'0.000'6.229'0,"0.000"-0.167"0,-4.316 1.072-5,0.961-1.671 4,0.383 3.102-1,1.583-2.231 1,0.285 0.407 0,0.269 0.132 0,0.234-0.047 0,0.195-0.154 0,0.155-0.207 1,0.066 4.355 8,0.234-4.289-12,0.319-12.735 8,-0.370-0.849-1,0.001-0.396-5,0.000-3.408 0,0.000 3.687 1,0.000-0.292 1,0.276 1.315-2,0.452 0.072 0,0.547 0.109 7,0.603-0.497-13,0.122 0.627 7,1.677-3.691 2,-0.951 2.628 0,-0.514-0.028-1,-1.480 0.117 0,-0.773-0.874 3,-0.082-0.057 0,-0.012-1.272-4,0.032 0.368-1,0.038 0.695 1,0.031 0.657-1,0.021 0.645 0,0.016-0.154 1,0.011 13.470 2,-0.013 0.068 0,0.000 0.748 2,0.000-1.135 0,0.000 0.112-2,0.000 1.401-1,0.000 0.521-1,0.000 0.103-1,0.000-0.662 2,0.000-0.897 0,0.000-0.357-1,0.000 1.593 2,0.000 0.831-1,0.000 0.768-1,0.000-0.396 0,0.000 0.136 0,0.000-0.361 3,0.000-0.750-1,0.000-0.640-2,0.000 0.761 0,0.000 0.292 2,0.000-0.830-1,0.000-1.103 0,0.000 0.062 0,0.000 0.704 1,0.000-0.274 1,0.060-0.440-3,0.688-0.083 1,4.729-4.148 1,0.613-3.185 0,-2.686-6.707-1,-3.137 0.872-1,-0.179-1.018 1,-0.089-0.489-1,1.458-0.926 0,2.884 0.813 2,0.175 0.036 0,0.168 0.588-3,0.221 0.772 0,-0.329 0.966 2,-1.178 0.437 0,-0.223-4.650 1,-2.179-1.602 1,-0.633-0.440-3,-0.326 0.533-2,-0.153 1.250 2,-0.041 2.019 2,0.019 1.763 0,0.007-0.904 0,0.074-0.074 0,0.044 0.680 0,0.013-0.778 0,0.005 0.047-2,0.004 1.052 1,-0.003 12.512 0,-0.006-0.223 0,-0.862 1.688 2,-1.796-1.226-1,-0.860 0.993-2,0.151 1.148-1,0.700 0.562 0,0.325 0.892 2,-1.756 0.920-1,-0.151-1.384 0,0.450 0.603 1,1.082-0.917 1,1.231-2.131 0,0.750 0.471-2,0.805 0.871 10,0.156-0.742-11,-0.016-14.558 4</inkml:trace>
</inkml:ink>
</file>

<file path=ppt/ink/ink6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1:50"/>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6400.692 4516.262 767,'0.000'6.063'0,"0.000"0.264"0,0.000-0.025 0,0.000 0.000 0,0.000-0.248-2,0.000 2.972-4,0.000-1.477 7,0.000 2.900-3,0.000 0.684 1,0.000-1.269 2,0.000-1.974-3,0.000-1.474 0,0.000 1.914 3,1.174 0.431 1,2.187-0.698-1,-0.105-2.279 0,-0.413 0.518-2,-0.712 0.560 2,-0.605 1.214-1,-0.679-0.153-2,-0.555-1.739 1,-0.336 0.306 1,-0.194 0.697 0,0.131 1.396 6,0.079-14.885-4,0.029 0.225-3,0.000-2.422-1,0.000 0.297 1,0.000 0.961 1,0.000-1.898-2,0.000-0.330 0,0.000 0.366-1,0.000 0.765 1,0.000 0.946 1,0.000 0.979-1,0.000-0.776 2,0.000 0.726 0,0.000-0.560 3,0.000 0.069 1,0.000 0.242-2,0.000 0.339-4,0.000-2.670 0,0.000 1.336 2,0.000 0.344 0,0.000 0.547 1,0.000 0.630 0,0.000-0.297-2,0.000-0.887-1,0.000-0.800 3,0.000-1.021 3,0.000 0.420-6,0.000 0.770 0,0.000 0.930 0,0.000 0.959 0,0.000-3.514 2,0.000 2.807 1,0.000-0.727 1,0.000 0.057 3,0.000 0.813 1,0.000 0.029-8,0.000 13.846 4,0.000-0.818-3,0.000 2.051-1,0.000-1.180 1,0.000 2.219-1,0.000-3.459 2,0.000 0.455 0,0.000 0.385 0,0.000 0.248-2,0.000 0.141 0,0.000 0.062 1,0.000 0.007-1,0.000-0.029 1,0.000-0.049 1,0.000-0.059-1,0.000 2.884 0,0.000 1.838-1,0.000-0.702 5,0.000-0.245 3,0.000-0.626-9,0.000-0.824 1,0.000-0.890-1,0.000-0.867 2,0.000-0.788 0,0.000 0.020 1,0.000 0.216-1,0.000 0.024 2,0.000 0.858 6,0.000 0.395-2,0.000 0.061-7,0.000 2.245 1,0.000 0.902 1,0.000 0.218-3,0.000-0.215 2,0.000-0.457 0,0.000-0.563 0,0.000-1.641 2,0.000-0.702 0,0.000-0.668 0,0.000 4.451 1,0.000-5.678-2,0.000 1.939 1,0.000-0.404-2,0.000-0.670 1,0.000-0.783-1,0.000 4.175 1,0.000-0.650 0,0.000-2.238 13,0.000-1.709-16,0.000-12.932 6,0.000 0.776-2,0.000-1.669-4,0.000 0.113 0,0.000-2.456 2,0.000 1.938 1,0.000-2.564-2,0.000 2.936 2,0.000 0.056 0,0.000-0.504-1,0.000-3.031-1,0.000-1.148-1,0.000 2.612 3,0.000 0.251 0,0.000 0.424-1,0.295-1.816-1,0.461 0.247 1,0.534 0.651 2,0.541 0.861 1,0.212 0.638 0,-0.015 0.448-3,0.011-0.454-1,-0.298 0.263 3,-0.368 0.201 3,-0.310-0.248-3,-0.279-0.348-1,-0.280 1.135-1,-0.153 0.175 0,-0.124 0.247 1,0.494-0.385-1,0.842 0.043 1,0.641-0.135 1,0.113 0.830 0,-0.133 0.940-1,1.307-3.143 0,-1.326 2.820 1,-0.111-0.647-1,2.028 0.458 1,0.206-0.456 0,-0.944 0.195 1,-1.171 0.597 1,-1.088 13.125 2,-1.079 2.728-9,-0.001 2.359 1,-0.002-5.622 1,-0.001-0.342 1,0.001 4.555-1,-0.001-2.396 0,-0.001-0.036 2,0.000 1.544 3,0.000 1.271 0,0.000 1.239-6,0.000-0.338-1,0.000-0.812 1,0.000-1.055 0,0.000-1.954 1,0.000-0.899 0,0.000-0.823 4,0.000 4.792 2,0.000 0.323 3,0.000-4.017-6,0.000-0.375-1,0.000-0.559-1,0.000-0.628-1,0.000 0.443 1,0.000 5.375 3,0.000-0.340 0,0.000-1.477 6,0.000-3.328-13,0.000-13.049 9,0.000-2.589-2,0.000 2.482-4,0.140-0.099 1,0.222-0.353-1,0.258-0.020 0,0.265 0.198 0,0.249 0.325 0,0.223 0.384 0,1.891-4.804 1,-0.344 4.316 0,0.528-0.835 0,0.085-0.586 1,-0.204-0.384 8,-0.504 0.475-10,-0.409 0.293 0,-0.429 0.425 1,-0.412 0.484 1,-0.258-0.739 0,-0.419 0.123 1,-0.074-4.809 0,-0.621 5.323 0,0.095-0.583 0,0.239 0.140-2,0.326 0.339 0,0.365 0.451 0,0.367 0.498 0,3.149-5.003 1,-1.566 5.729 0,3.113-4.246 1,-0.933 0.581 0,-2.907 3.271 0,-0.531-0.640 0,-0.486-0.744-1,-0.520 0.924 0,0.178-5.820-1,-0.682-0.274 0,-0.469 1.088 1,-0.172 2.424 1,0.016 1.847-1,0.067-0.006 0,-0.211-0.100 2,-1.027 0.326 0,-4.346 3.701-1,-0.335 3.667 0,3.546 6.098 0,0.153 0.573-1,-1.018 1.751-2,0.816-3.027 0,-0.540 0.809 0,-0.519 0.771 0,0.136-0.716 1,-0.128-0.222 0,-0.055-0.397 1,-0.002-0.485-1,0.031-0.509 1,0.400 1.513 0,0.368 1.126 0,0.427 0.644 2,0.439 0.280 2,0.420 0.021-6,0.311 0.530-1,0.384-0.484 1,0.313-0.591 0,0.258-1.434 0,0.154-0.578 1,0.115-0.542 4,0.087 0.802 0,-0.222 1.267-1,-0.428 0.745 0,-0.521 0.122-3,-0.544-0.286 0,-0.458 0.520 0,-0.369-0.107 0,-0.287-0.501-1,-0.211-0.715 3,-0.148-0.801 2,0.139 0.932-3,0.313 0.794-2,0.400 0.647 2,0.336-1.466 4,-0.168-0.585-4,-0.291-0.810-1,-0.015-0.585-1,0.087-0.211 0,0.188-0.028 3,0.246 0.101 0,-0.112 2.027 1,0.460 0.199-3,0.491 0.540 1,0.304 0.770 0,-0.442 1.367 2,-0.777-0.029-2,0.248-2.581-1,-0.025-0.367-1,0.081-0.387 0,-0.574 1.256 3,-0.222-0.854-1,-0.267-0.852 1,-0.270-0.776-1,-1.127 2.995 1,0.279 3.566-1,2.261-5.364 0,0.412-0.529 1,0.358-0.689-1,-0.048 3.998-1,0.663-2.697 0,0.276 0.148 14,0.216-0.113-16,0.110-14.532 6,-0.364-2.918-4,0.005 3.562-2,0.001-1.469 1,0.000-1.120 1,0.000-0.814-2,0.001-0.558 1,0.000-0.902-2,0.000 0.731 3,0.001 1.026 0,0.000 1.112 1,0.000 1.065-1,0.000 0.942 0,0.000-4.224 0,0.000 1.873-1,0.000 0.894 1,0.000 0.289 0,0.000-0.013 0,0.000-2.527-1,0.000-4.632 18,0.000-2.667-13,0.000-6.448-10,0.000 0.707 0,0.000 2.134 1,0.000 2.805 1,0.000 3.875 1,0.000 3.306 1,0.000 3.089 29,0.000-0.308-41,0.000 16.752 30,0.000-2.278-5,0.000 0.759-10,0.000 1.268-1,0.000 1.066 1,0.000 0.856-1,0.000-3.818 0,0.000 0.442 0,0.000 0.372 2,0.000 0.300-1,0.000 0.084-1,0.000-0.619 1,0.000-0.800-1,0.000 3.623 1,0.000-2.866-1,0.000 3.956 1,0.000-2.378 4,0.000 2.604-3,0.000 1.222-4,0.000 0.617-1,0.000-0.269 0,0.000-0.792 2,0.000-1.047 1,0.000-1.118 0,0.000-1.067 0,0.000-0.946 2,0.000-0.351-1,0.000-0.296 0,0.000-0.076 1,0.000 0.396 5,0.000 0.522 0,-0.478-1.469-7,-2.012 3.864 0,-0.375-1.259-1,-0.009 0.897 4,0.300 0.402-2,-2.369 5.297-1,1.478-4.788 0,0.275-0.025-1,0.449-0.264 1,1.021-2.962 0,0.275 0.064 0,0.265 0.174 2,-0.144 1.650 1,-0.127 0.027-2,-0.253-0.080-1,-0.319-0.146 0,-0.790 0.688 0,-0.545-0.662 1,-0.502-0.738-1,-1.098 2.170 1,1.857-4.028 1,-0.037-0.269 1,-0.076-0.326 0,-0.099-0.344 0,-2.162 4.395-2,2.771-4.077-1,0.419 0.018 1,0.425-0.036 1,0.060-0.069 0,-0.188-0.087 0,-0.340-0.093-1,0.013-0.133-1,0.091 0.190 1,-0.205 1.639 0,0.391 0.206 0,0.268-1.570 0,-2.665 4.012 1,-0.139-2.496-1,0.404 0.519 1,0.983 2.149 1,1.344-0.156-3,1.040-1.455 0,0.599-1.859 0,0.241-0.795 0,-0.105 0.117 2,-2.436 1.013 1,-3.562-3.165 0,0.017-2.796-1,-0.540-1.505-1,0.442-0.156-1,2.956-4.843 2,3.336-0.740 0</inkml:trace>
</inkml:ink>
</file>

<file path=ppt/ink/ink6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1:55"/>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5875.692 5598.262 767,'-6.523'0.000'0,"0.188"0.000"0,-2.072 6.313-7,0.428 1.308 5,-2.864 2.369-2,-3.674 2.815-1,-3.049 2.626 0,-2.426 2.312-1,-3.211 3.167-1,-1.000 1.258 1,-0.376 0.705 1,0.823-1.002 0,-1.026 0.394 1,4.950-4.587 1,0.176-0.174-1,0.298-0.195 5,0.873-0.452 0,1.241-0.613 1,1.445-0.700-1,-1.768 2.257-2,2.101-2.058 1,1.896-2.182 4,1.622-2.101 2,2.361-1.933-1,-0.072 0.058-1,-0.098-0.159 0,-1.174 0.950 2,0.236-0.296-1,1.567-1.518-4,0.448-0.451-4,0.477-0.468 0,-0.721 0.331 4,0.660-1.138 1,0.625-1.194 0,1.757-1.403-2,0.751-0.374 1,-3.394 3.637 3,3.098-2.398 8,7.818-14.621-23,2.135 2.289 24,1.513-1.733-15,1.823-1.792-2,1.777-1.543-1,1.319-1.726 1,0.351-0.986 0,-2.751 3.731 1,0.588-0.480 0,0.741-0.542 2,0.688-0.750 2,-0.514 0.508-2,-0.892 0.820-1,-1.107 0.994 1,5.312-5.322-2,2.678-1.304 8,-1.571 2.143 0,-0.649 0.655-3,-1.225 0.961-6,-1.514 1.093-1,-1.597 1.103 2,-1.539 1.032-1,-1.395 0.916 4,12.321-12.738 0,6.951-6.758 1,3.458-3.078 1,1.419-2.535-9,0.997-2.126-6,1.420-1.384-1,1.586-0.807 4,1.576-0.378 22,-6.220 7.376-25,-1.713 2.303 7,-2.272 2.746 1,-2.539 2.908 1,3.193-4.180-1,-2.678 2.208 9,-2.665 2.501 18,-2.440 2.481 5,-1.319 0.425-22,-0.388-0.010-13,-0.340 0.349 5,-2.174 3.083 20,0.421 0.332-13,0.631 0.269-10,0.150 0.210-1,-0.188 0.159 5,-0.411 0.115 2,1.720-1.766 0,-0.801 1.161 1,-0.845 1.375 0,-0.811 1.411 0,1.940-0.953 1,1.202-1.291-1,-0.243 0.355 2,-1.150 1.382 6,-1.646 1.938-8,-1.842 2.151-6,-2.929 1.897 2,-0.470 0.288 0,-0.529 0.584 8,0.084-0.016 6,-0.677 0.534-4,-0.650 0.456-6,1.378-2.087-6,-0.515-0.871 7,-0.880 1.117 0,0.155 0.778-2,0.308 1.053 0,-1.886 1.782 0,-0.479 0.316 0,-0.613 0.180 0,0.229-0.934 0,-1.077 0.061 3,-1.007 0.020-1,2.888-3.697 0,-0.170 2.771 1,-0.176 2.927-2,-3.105 9.241 2,-3.822 0.687-2,-2.400 1.566-2,-0.532-0.338-1,-1.092-0.573 0,-0.413-2.268 0,-1.489 2.830 2,2.466 1.057 4,0.180 0.692-5,-0.221 1.036-3,-0.196 0.648 1,0.194-0.483 0,-0.109 0.144 0,-0.093 0.041 2,-0.439 0.333-1,-0.641 0.506 1,-0.733 0.589 1,-1.330 1.599 0,-0.752 0.573-2,-0.627 0.454 0,-0.159-0.720 1,-0.937 0.291-1,-0.981 0.267 0,0.869-0.957 1,0.244 0.571 0,0.503 0.663-1,0.655 0.692 1,-0.596-0.022 0,-0.851 0.403-1,-0.610 0.014 1,-1.709 1.635-1,-0.707 0.339 8,-0.621 0.375-2,0.645-1.363-11,-0.435-0.008 2,-0.404-0.074 4,-0.347 0.384-1,-0.291 0.693 0,-0.236 0.880 2,-0.203 0.453 0,-0.169 0.128 0,-0.138-0.109-2,-5.409 6.943-1,1.482-1.253 1,4.942-6.406 3,0.455-0.856-1,0.220-0.713 3,-4.389 4.505 6,-0.806 0.046-9,3.282-3.943 0,1.228-1.304 0,1.523-1.461 0,1.617-1.468 0,-1.882 3.984 1,3.856-3.635 3,1.633-1.260-1,1.637-1.528 2,1.519-1.586-1,-1.093 1.140 0,0.839-1.908-6,0.150-0.208 8,0.369-0.405 1,-0.148 0.644-7,1.010-1.570-2,1.033-1.686 6,0.072 1.171-10,9.091-10.313 12,-2.919-2.278-1,-0.561-3.068-3,0.913-3.042-4,0.030 3.770 1,1.552-0.454-2,1.343-0.109 1,1.955-3.280-14,-0.692 0.661 29,0.686-0.816-16,2.508-2.877-1,1.092-0.765 5,-0.922 1.379-7,0.752-0.873 1,0.729-0.950 3,2.531-3.109 2,-1.008 1.324-3,-1.525 1.994 0,-1.729 2.255 1,-1.717 2.239-1,-1.573 2.050 2,-1.358 1.769 2,-1.115 1.452 0,-0.875 1.138-1,14.720-22.749 3,3.010-7.500-1,-2.442 3.477 0,0.734-1.519-6,-0.211-0.007-7,6.249-10.910-4,-2.494 3.417 2,-6.354 10.240 3,-1.914 2.786 2,-0.413 0.701 19,-1.939 3.805 6,-2.503 4.802-6,-1.429 2.998-2,-1.219 2.630 0,-0.948 0.854-1,-1.532 0.819-3,-1.278 1.554 1,-0.542 0.809-4,-0.276 0.749 0,-0.529 0.738 0,-0.460 0.258-1,-0.156-0.874-1,-0.632 0.480 1,-0.555 0.488 1,-0.246-3.427-1,-2.588 3.194-1,-4.977 9.453 4,1.772 2.200-2,-0.212 0.395 0,-1.552 2.772-4,2.526-2.326 0,-0.710 1.586 0,-0.337 1.032 0,-0.248 0.852 1,0.518-0.996-1,-0.343 0.242 1,-0.386 0.159-1,-0.396 0.093 1,-2.149 3.900-1,-0.145 1.226 0,-0.090 0.339 1,-0.049-0.254 0,-1.195 2.367 2,-0.664 1.515-5,1.831-3.333 6,-0.115-0.169-2,-1.126 2.195 0,0.029 0.764-4,-0.066 0.437-2,0.454-0.903 9,0.539-1.316-3,-0.466-0.203-2,-0.077-0.412 1,0.187-0.524 3,-0.620 1.486 5,1.423-1.291-4,2.035-2.597-6,1.276-1.298-1,1.165-1.201 7,-0.941 1.027 4,0.115-1.728-4,-0.609 0.036 0,-0.576-0.005-1,0.154-0.197-3,0.264 0.212-1,0.468 0.266-1,-0.790 2.041 0,-0.077-0.133 2,-0.247-0.320 2,-0.331-0.410 0,-3.548 2.860-2,1.987-3.077 0,-0.144 0.818 0,0.093 0.140 6,0.238-0.305-5,0.313-0.566-3,1.508-1.829 0,0.692-0.505 1,0.753-0.466 3,0.410-0.256 1,0.377-0.520 1,0.224-0.485 0,0.105-0.433-1,-0.181-0.117-1,-0.173-0.200 0,-0.233-0.112-1,0.084-0.046 1,-2.651 4.880-1,1.781-0.397 1,3.198-2.652 2,7.157-9.546 0,-1.918-2.057-1,-1.740-0.913-1,1.485-4.313-4,-1.283 4.019-5,0.479-0.876 8,0.466-0.805 3,1.582-2.387-12,0.592 0.318 5,0.438 0.768 2,0.307 0.978 2,0.199 1.021 3,-0.074-0.380-1,0.393-0.891-3,0.039-0.472 1,-0.199-0.163-2,-0.346 0.055 2,0.246-0.132 6,0.335-0.240-9,0.129 0.056 0,-0.208 0.071 1,-0.198-0.223 6,-0.275-0.291-1,-0.313-0.323-6,1.493-2.915 0,-0.271-0.169 2,-0.704 0.466 0,-0.090 1.157 0,0.770-0.301 5,0.723-0.125-3,0.060-0.016-1,-0.399 0.060 4,-0.693 0.109-8,0.701-1.238 0,0.000 0.934 0,0.229 1.095 5,-0.894 1.706 0,-0.691 0.900 1,-0.857 0.793-1,-1.186 1.578 0,-0.244 0.383 2,-0.107 0.287-1,0.752-1.534 2,-0.646-0.006-3,-0.721-0.095 0,-0.709-0.142-1,0.533 0.793 0,0.416 0.450-1,0.189 0.542 1,0.030 0.564 4,3.372-3.204-3,-0.748 1.387-3,-1.646-0.120 0,-2.021 0.001 4,-2.760 0.567 1,-6.460 3.711 0,0.161 5.180-2,3.891 6.552 0,-1.532 1.887-3,1.295-4.540-4,-0.385 0.504 8,-0.308 0.388-4,0.032 0.313 0,-0.291 0.531 0,-0.289 0.197 0,-0.113-0.066 4,-0.124 0.041-4,-0.073-0.001-5,-0.032-0.031 14,-0.004-0.063-9,0.018-0.082 1,0.031-0.090 0,0.038-0.092 1,-0.528 0.331-1,-0.580 0.680 1,-0.410 0.553 1,-2.923 4.249 0,-0.388-0.181 2,1.407-2.356-7,0.355-0.540 1,0.455-0.551 1,0.493-0.521 3,-0.529 1.458 0,1.108-2.138-1,-0.392-0.253-1,-0.397 0.324 3,0.049 0.135 5,0.186 0.232-9,0.268 0.284-1,-0.153-0.147 1,0.085 0.201 1,0.400 0.178 0,-0.058 0.155 0,-0.019-0.534 5,-0.140-0.705-1,-0.215-0.778-5,-2.792 1.945 0,0.909-2.496 2,-0.159-0.934 1,-0.889 0.452 0,-0.304 0.623 3,-0.285 0.998-5,0.720 0.075-2,0.502 0.279 2,0.646 0.102 0,0.698-0.021-1,-0.589 0.956 2,0.305-0.890 0,0.135-1.038 0,0.020-1.035 1,0.076 0.101 0,-1.775 1.643 1,-1.595 1.246-1,-1.391 1.157-2,-1.180 1.038 0,-0.975 0.905-2,-2.713 2.934-3,0.521 0.104-1,1.072-0.300 4,-0.362 0.114 0,-1.292 0.381 0,-1.826 0.534 6,0.147-0.688-2,-0.971 0.639-4,-0.767 0.673 0,-1.191 0.765 0,1.306-1.589 0,1.842-2.143 2,-3.118 3.351-1,4.759-3.642 1,0.897-0.768 13,0.845-0.904 2,-2.424 2.938-12,-0.624 1.995-9,2.271-2.283 1,-0.643-0.037 7,-0.722-0.332 0,-3.623 3.854 0,0.081 1.812-3,5.882-5.569 1,0.117-0.143-1,0.021-0.309 2,0.202-0.665 0,0.322-0.887 0,0.392-1.003 0,-0.080-0.285 0,0.343-0.514 1,0.627-0.652 0,-1.371 1.156 4,0.759-0.505 1,0.704-0.383-1,1.428-1.028-10,0.393-0.128 5,0.284-0.044 1,1.235-1.246-1,0.488-0.753 1,0.517-0.905-1,-0.907 0.804 1,1.449-0.575 0,1.528-0.993 1,0.402-0.107 2,-0.053 0.128 4,0.988-1.166-6,-2.017 1.054-2,1.663-9.115 6,5.750-4.426-4,2.340-1.524-2,2.807 0.692-1,1.394-0.211 0,0.206 0.463-1,-1.574 1.000 1,-2.076 1.053 0,-1.580 0.257 2,1.179-2.128 0,1.110 1.210 0,-0.478 1.805 1</inkml:trace>
</inkml:ink>
</file>

<file path=ppt/ink/ink6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2:11"/>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5191.692 6282.262 767,'-6.374'0.000'0,"0.216"0.000"0,-0.738 0.000-5,0.898 1.178 4,-3.038 1.845-1,-2.727 1.605-1,-0.330 0.517 0,0.603-0.004 0,1.111-0.317 0,1.320-0.479 1,1.328-0.534 0,1.215-0.520 1,1.038-0.464 0,-3.156 1.737-1,-5.973 2.029 2,-4.605 1.925 5,-2.641 1.179 0,0.956-0.682-11,0.688-0.712 0,1.376-1.067 0,1.715-1.216 1,2.358-1.369 1,2.596-1.366 6,2.557-1.263 6,2.344-1.104-4,-1.505-1.663 3,6.046-4.995-3,8.020-2.442 1,0.025 1.808-2,0.505-0.088-1,0.023 0.285-3,-0.270 0.485-1,-0.423 0.563 0,-0.477 0.559 1,2.698-0.632-1,2.722-1.110 1,1.904-0.709 0,0.003 0.455 1,0.471 0.250-1,1.241-0.666-1,-1.035 0.023-1,-3.412 1.519-1,-0.489-0.113 2,2.784-1.873-1,0.896-0.228 12,2.393-0.477-6,0.729 0.838-3,-2.800 1.769-3,0.378 0.104 1,0.151-0.157 0,-0.018-0.336 2,-0.136-0.447 0,1.662-1.296 0,0.051-0.359-1,-0.375 0.235 0,-0.642 0.624 0,-1.782 1.466 0,0.013 0.746 2,4.899-0.411 1,0.132 1.350 3,-0.733 0.459-5,-1.190-0.119 0,-1.360 0.255-1,-1.342 0.458 2,-3.083 0.421 1,-0.632-0.404-1,-0.913-0.277 2,-0.544-0.383-1,-0.485-0.359-1,-0.027-0.183 0,-0.125 0.227-1,-0.150 0.127 0,-1.057 0.560-1,1.837-1.482 9,-13.133 9.208-4,1.296 0.384-4,-0.418-0.191-1,-0.169-0.533-1,-4.350 2.903-2,-3.956 1.973 1,-3.115 0.990 1,-3.973 1.589-1,-0.956 0.032-6,6.557-3.463 5,1.205-0.339 0,1.503-0.359 0,-0.241 0.146 3,0.038-0.256 2,-0.776 0.728 5,1.309-0.137 2,0.637-0.567-7,0.146-0.825 0,1.077-1.104-3,-0.393-0.146 3,1.172-0.648 2,-0.051 0.133-2,0.025-0.075-1,0.083-0.226-1,-4.981 2.468 0,0.702 0.027 0,3.269-1.567 1,0.260-0.062 2,0.137-0.045-2,0.309 0.332 0,1.028 0.225 0,-0.637 0.408 0,-0.316-0.620-1,-0.517-0.549 3,0.452-1.000 2,0.624-0.961-4,1.705-0.209 0,0.167 0.017 0,-0.299 0.289 1,1.354-0.410 3,-1.397 1.374 0,13.519-7.208-7,0.806-4.711 7,0.822-1.376-5,-1.808 2.455-1,0.870-0.383 1,0.807-0.171-2,-1.109 1.562 2,0.330 0.338-1,1.338-0.551 0,0.212 0.042 0,-2.047 1.404 1,0.099-0.129 0,2.701-2.261 2,-0.648-0.097 1,-0.921 0.018-2,-0.720 1.284-1,0.602-0.113 1,3.288-2.072 0,-0.063 0.220 2,-0.492 0.379-1,-0.740 0.459-2,0.003-0.768-3,-1.758 0.125 3,-0.979 0.717 0,0.503-0.033 5,-0.216-0.120 0,-0.660-0.168-2,0.271-0.205-3,-0.108 0.931 1,-1.126 1.744 0,-0.093 0.820 1,-0.064 0.778 1,1.925-1.359-1,0.491-3.297 2,-2.431-1.332-2,-0.001 1.300-1,-0.774 2.701 3,-10.824 2.607-1,-5.018 6.416-3,4.864-2.161-1,-0.301-0.114-1,-0.039-0.190 1,0.141-0.230 1,-0.744 0.677-1,1.104 0.732 0,-0.911 0.898 3,-2.046 0.918 3,1.228-0.487-4,0.308 0.113-2,0.688-0.007 1,0.898-0.086-1,0.983-0.135 1,-1.887 0.830 0,-0.042-0.559 2,-1.825 1.016 5,-0.598 0.532-5,-0.271 0.494-4,-0.043 0.433-1,0.918-0.653 2,0.404-0.528 2,0.471-0.714-1,2.183-1.682 1,0.055-0.451 0,-4.294 1.855 2,2.020-0.704-1,0.647 0.009 1,0.932-0.083 0,1.054-0.139-3,-2.315 3.251 0,-1.693-1.148 2,3.790-3.466 4,-0.314-0.174-2,-0.155-0.078-5,-0.042-0.011 1,0.034 0.033-1,0.080 0.058 1,-3.752 2.736-1,2.288 1.751 0,1.025 1.306 6,0.325-0.101-2,-0.521-1.709-3,-0.658-2.034 0,0.105-3.403 3,3.795-7.435 1,6.247 0.325-1,2.558-1.000-3,1.055-0.269 0,0.263 0.339-1,0.766-0.389-1,0.423-1.297 2,-3.577 3.332 1,0.324-0.713 0,0.070-0.196-1,0.006 0.019 0,-0.038 0.163 1,1.641-0.454-2,-0.651 2.009 2,0.201 0.687 0,0.041 0.695 1,1.235-0.254 1,0.188-0.077 0,0.171-0.344-4,0.147-0.489 0,0.870-0.278 1,0.403 0.425 0,0.396 0.633 0,0.390 0.635 1,-0.136 0.738 0,-0.221-0.051 0,-0.252-0.522 1,-1.818 0.037 1,-0.069-0.644 0,0.998-1.066-2,0.309-0.474 0,0.357-0.316 0,0.555-0.361-1,-0.364 0.268-1,-0.536 0.407 1,-0.597 0.459-1,-0.584 0.453 1,-0.528 0.411 1,-1.602 0.754 0,2.874-2.708-1,-2.990 0.141 4,2.138 0.261 2,1.670 1.672 3,-0.030 1.491-9,-0.355 1.044-1,-1.241-2.214 1,0.558-2.885 3,0.473-0.747-1,0.505 0.148-4,-1.255-0.761 0,-3.128 3.572 3,1.407 0.498 1,4.714-1.959 0,-4.854 2.522-1,-0.254-0.113 0,-0.389-0.152 0,3.355-3.638-2,-1.396 0.022 2,-0.685 1.534 1,1.054 0.105 2,0.725-0.769-3,-1.739 0.855 0,-2.034 0.675 0,-10.387 3.229 2,-0.754 1.537 1,-0.537 0.077-4,0.597 2.028 0,-1.191 2.544 0,-1.941 1.980-1,4.795-3.522 1,-4.562 2.378 0,3.578-1.085-1,-1.034 1.159 0,-0.832 0.579 3,-0.644 0.160 2,-0.477-0.125-4,-0.441 0.097-4,0.266-0.200 2,0.458-0.203 0,-0.454 1.335 0,0.366 1.193 5,0.856-0.440 2,-0.164 0.009-3,-0.289-0.208-1,0.262-0.827 0,-0.359-0.313-1,-0.374-0.309 0,-0.088-0.267 0,0.380-0.408 1,0.559-0.396 0,0.639-0.362 0,-1.911 1.605 0,-0.724 0.479 2,-0.496 0.134 0,2.304-1.626 1,0.335-0.182-4,0.442-0.209-1,0.493-0.218 0,-2.492 1.569-2,1.117-0.854 6,-0.273 0.246 0,-2.177 1.548-2,-0.821 0.546 1,-0.824 0.521-3,1.229-1.403-1,-0.602-0.457 0,-0.609-0.648 2,-3.266 0.767-1,0.667-0.624-1,1.142-0.475 4,3.403-1.396-1,0.435-0.117 0,0.281-0.038 2,-1.807 0.722 1,0.872-0.603-2,0.955-0.713 0,-1.505 0.914 1,-0.027-0.088 1,1.742-0.680 0,-0.052 0.101-1,-0.102 0.154-2,1.115-0.305-3,0.417 0.040 2,0.512 0.021 0,0.551 0.007 1,-0.473 0.161-1,-0.104 0.128 2,0.059 0.152 0,-1.737 0.487 2,-0.847-0.471 0,0.436-0.514-6,0.335-0.185 1,0.583-0.099 1,0.707-0.035 1,-1.113 1.913 0,2.332-0.627 0,0.540-0.258 0,0.056 0.181 3,0.383-0.025 1,0.289 0.037-6,-1.719 0.289 2,1.060-1.458 1,0.359-0.648-1,-4.171 1.067 2,2.604-1.990-2,-0.032-1.213-2,-3.872 3.162 1,3.174-0.933 1,-3.678 1.431-1,0.120 0.059 1,0.933-0.237-1,1.367-0.404-1,1.529-0.476-2,1.509-0.483 3,-2.558 1.620-1,3.880-1.299 2,0.485 1.273 0,-2.182-1.024 2,-2.987 0.063 3,-2.296 0.515 1,-4.627 1.132-7,-0.163-0.314-4,0.873-0.602 0,2.083-1.092 1,0.604-0.575 0,0.917-0.549 3,1.348-0.512 4,1.276-0.419 3,1.268-0.351-2,1.183-0.283-6,1.052-0.220 0,-0.329-0.165 5,-0.072-0.119 0,0.042-0.079 0,-4.539-0.151 2,-0.636-0.056-8,5.631 0.148 2,0.136 0.017 2,-5.016-0.050-1,4.899 0.112 0,-1.489 0.006-1,0.051 0.016 0,0.294 0.014 1,0.434 0.011-1,0.227 0.009 1,0.637 0.007 0,-4.271 0.008 0,0.618 0.008 2,3.130-0.005 0,-1.574 0.000-3,1.053-0.002 0,-0.468 0.000 0,-0.347 0.000 0,-0.244 0.000 0,0.464-0.001 0,0.101 0.000 0,0.179 0.000 0,-0.354 0.000 1,0.318 0.000-1,0.337 0.000 2,0.831 0.000 1,0.247 0.000-1,-6.290 0.000 1,5.820 0.000-2,-0.089 0.000 1,-0.128 0.000 0,-0.882 0.000-2,0.456 0.000 0,0.601 0.000-1,-4.657 0.000 1,3.292 0.000 3,-1.351 0.000 1,-0.579 0.000 0,-0.056 0.000-4,0.268 0.000-2,0.138 0.000 1,0.326 0.000-1,0.302 0.000 1,0.261 0.000 1,0.213 0.000 2,0.165 0.000 0,0.121 0.000 0,0.084 0.000 1,0.997 0.000 1,0.320 0.000-2,0.332 0.000-1,0.086 0.000 0,-3.909 0.000 1,2.944 0.000-1,0.025 0.000 0,1.239 0.000 1,-5.500 0.000 2,5.416 0.000-2,-5.042 0.000-4,2.153 0.000 0,2.274 0.000 1,-0.990 0.000 3,-0.408 0.000 3,0.876 0.000-2,0.769 0.000-3,-0.013 0.000-1,0.267 0.000 3,0.196 0.000 0,-1.066 0.000-1,-0.342 0.000 0,0.763 0.000-1,-2.027 0.000 1,0.388 0.000 0,0.429 0.000 1,0.825 0.000-1,0.604 0.000 0,-0.207 0.000 0,-2.697-0.745 1,2.637-1.439 0,0.328-1.354-2,0.756 0.343 0,-1.479 0.357 0,-0.961 0.760 2,0.198 0.892-1,-0.609-3.263-1,1.721-0.397 3,0.743 1.151-2,-1.595 0.947-2,-0.245 1.794 3,-1.345 0.811 0,1.572 0.229-1,-0.337 0.045-2,-0.413-0.003 1,-2.601 0.001 0,0.524-0.042 1,1.756-0.041 0,-1.043-0.021 1,-0.594-0.017 0,1.594-0.009-1,1.253-0.002-1,-0.595 0.000 0,-0.580 0.000 2,0.393 0.001-1,0.334 0.001 0,-0.467-0.237 0,0.241-1.359 0,1.099-1.534 0,1.337-0.503 0,0.010 0.760 0,-0.644 0.813 0,-1.928 0.546 2,-1.875 0.590-2,4.043 0.649-1,-5.016 0.080 0,2.013 0.249 0,2.281 0.064 1,-1.379 0.032 0,-0.024-0.579 2,0.730-2.260-1,0.894-2.006-1,-0.039 1.736-1,-2.165 0.606 2,-2.233 0.556 0,1.189 0.865-4,1.645 0.574 2,1.396 0.305 1,0.079 0.125 1,0.188 0.037 0,-1.641 0.025 1,1.719-0.064-2,-2.262-0.046-1,-0.302-0.315 2,0.775-1.845-1,0.729-1.684-2,1.068 0.094 1,0.708 0.822 2,-2.757 0.427-1,1.778 0.572 1,1.553-1.515 0,-0.461-2.600 0,0.662 2.168-1,-1.344 0.826 0,2.445-2.207 0,-3.551-0.053 0,-0.421 2.155 0,1.712 2.019-1,-0.023 1.048 0,1.652-5.522 2,0.559-0.040 1,-0.496 1.533-1,0.500-1.401-2,-0.246 0.652 1,-3.252 0.191-2,1.755 2.049 2,2.774-2.883 0,3.367-0.773 0,-0.417-0.171 0,-0.902-0.145 1,-6.103 1.996 0,1.769 0.907-1,2.180-2.438-1,2.587-0.395 0,0.665-0.037 2,-0.025-0.105-1,-0.128-0.706 0,0.631-0.121 0,4.492 3.730 0,0.901 0.600 1,-1.396-1.689-1,0.887 1.529 0,1.306 0.821-1,1.847 0.157 0,0.577-0.340 0,0.195-0.588-1,0.071-0.518 0,-1.491 0.578 0,-2.206 1.126 1,1.292 0.544 3,0.354 1.645 0,-0.168 0.007 0,0.542-0.067 1,1.891-0.022-4,1.531-0.021-1,-4.537-0.013 1,-0.125-0.002 0,-0.431-0.001 1,4.461-0.002 0,-1.707 0.000-3,-0.757 0.236 4,-2.149 1.402 2,-0.746 3.761 0,-0.974-0.134-3,1.025-2.495 0,1.471-1.752 0,0.583-0.809 0,1.396-0.092 0,-0.377 0.817-1,-1.292 1.082 0,-1.295 0.920 0,-0.639 0.542 1,0.886-0.544-1,0.459-1.016 3,-0.328-0.876 0,2.084-0.534-2,-0.224 1.571-1,-2.384 1.487 1,3.652 0.352 0,1.923-0.840 1,-4.780-1.608-1,4.140 1.965-3,0.230 1.815 2,-5.134-2.098 1,0.298 0.275 0,0.394 0.107-2,0.041-0.239 1,-0.047-0.370 0,4.394 2.041 0,0.399 0.834 3,-5.539-2.895-1,-0.232-0.291-1,4.460 1.448 0,-1.115-1.416-1,-2.584-1.379 1,-0.192-0.283 1,0.497 0.334 0,0.229 0.485 0,-0.414 0.035 0,-0.041-0.015-2,-0.089-0.127 0,-0.082 0.136 0,3.660 2.212 1,-3.542 0.720 2,0.267-0.492-1,1.019-0.938 2,0.727-1.010-2,0.142-1.018-4,-0.650-0.792 2,2.114-0.007 1,-1.683 0.627 1,-2.311 0.757 0,-1.276 2.043-1,-3.311 3.083 0,-1.845 0.964 1,-2.078-1.253 0,-3.676-4.558-2,-2.450-1.618 0,2.249-0.570 1,-1.103-0.088-1,-0.099 0.009 2,-1.376 0.018-1,-1.175 0.025 0,-0.559 0.026-1,-1.566 0.016-1,5.944 0.011 1,-0.016 0.002 0,0.083 0.001 1,-0.751 0.001-1,0.249 0.000 1,0.283 0.000 1,-2.897 0.001 0,-0.544 0.000 0,-2.312 0.000 0,4.324-0.001-1,0.234 0.000-2,0.550 0.000 1,0.705 0.000-1,-4.327 0.000 1,1.535 0.000 2,0.749-0.294 2,0.512-1.751 0,0.086-1.386-2,-1.771 0.250-3,2.412 1.280 2,0.200 0.296 0,0.543 0.320-1,-4.445-0.401-2,2.760 0.905 3,0.132-1.606 1,2.427-2.133 1,0.383-2.686 0,-0.998-0.292-1,-1.288 1.996-3,-1.192 2.341 1,-1.889 1.531-1,-0.519 0.870 3,0.087 0.526 0,4.606 0.250-3,0.066 0.063 0,0.117 0.037 3,0.143 0.017-1,0.150 0.003 0,-5.933 0.117-1,0.791-0.063 0,1.642-1.039 1,1.661-2.457 3,1.119-0.390 1,0.209 0.430-4,-0.857 0.952-2,1.006 0.047 3,0.127-3.104 2,-0.224 0.265-2,1.575 1.634-2,0.007-1.378 0,2.533-1.418 1,2.311-1.119 0,0.360 1.008 1,2.590 0.260 1,4.777 2.680-2,-1.152-0.326 0,1.656-0.555-2,0.210 0.950 0,-0.220 1.206 0,-0.338 1.011 1,-0.507 0.693-1,1.086 0.351 2,1.191 0.189 4,-3.446-0.013-2,0.636 0.004-3,0.205-0.002 0,-0.087-0.007 1,-0.263-0.012 0,0.390-0.008-1,0.494-0.009-1,0.189-0.008 1,-0.024-0.007 0,-0.166-0.006 1,-0.369-0.005 0,-0.046-0.003-1,0.117-0.003 2,-0.216-0.002 0,-0.249-0.001-1,1.798 0.711 2,1.026 1.080-2,-0.176 0.539-1,0.636 0.572 0,0.554 0.447 0,0.460 0.334 0,-0.502-0.295-1,0.164-0.250-1,0.107-0.368 1,1.778 0.622 0,-0.499 0.487 2,-3.121-0.854 1,-0.585-0.189 0,-0.571-0.287 1,0.971 0.522-1,-0.827 0.149 1,-0.755 0.269 0,-1.500-0.789-1,0.309-0.200-1,0.533-0.271 1,0.661-0.307-1,2.160-0.097-1,0.667-0.414 0,0.475-0.369-1,-0.952 0.090 1,-0.026 0.511 1,1.387 0.652-1,-0.698 0.022 1,-0.837-0.181 1,-1.483-0.147 0,-0.028 0.294 0,0.162 0.391 0,-0.065 0.088-1,-0.211-0.119-1,-0.294-0.249 1,-0.315-0.287 0,-0.520-0.357 0,-0.532-0.352 1,6.548 1.670 1,-4.550-0.669 0,0.846 0.083-2,1.466 0.091 0,0.133-0.324-3,0.568-0.396 0,0.781-0.405 1,-1.536-0.488 5,0.195-0.240-3,0.138-0.206-1,-1.231 0.026 1,-0.483 0.234-1,-0.598 0.334 0,-0.647 0.386 0,-0.286 0.299 1,-0.719 0.036 1,-0.662-0.085 0,0.640 0.180 0,0.403-0.475 2,0.880-0.272 0,0.762-0.261-2,0.853-0.206-1,-0.189-0.224-2,-0.457-0.179 0,2.036-0.135 0,1.509-0.103 3,-0.711-0.063 1,-0.006-0.037-1,-0.838-0.019-4,-0.547-0.010 0,-0.628-0.002 1,-0.638 0.002 3,-0.602 0.005 0,0.300 0.002-2,-1.019 0.010 1,-0.976 0.010-1,4.073-0.006 4,-1.693 0.021 3,-1.708 0.011-5,-0.081 0.004 0,0.621 0.316 0,-2.133 1.237 0,-8.623 3.957 1,-1.911-1.398-1,-2.362-0.656 0,-0.792-2.536-2,-2.384-0.602 0,2.569-0.266 0,-4.306-0.037-1,5.746-0.028 1,-1.802-0.018-1,0.581-0.006 0,0.780-0.001 2,-4.127-0.027 0,2.855 0.020 0,-2.437 0.027 1,-2.113 0.007-2,-1.115 0.003 1,0.113 0.002-1,0.882 0.002-1,1.302 0.001-1,1.469 0.001 0,1.462 0.000 1,1.346 0.000 0,-3.666 0.001-1,-1.684-0.001 0,-5.395 0.000 7,-3.602 0.000 0,-2.189 0.000 0,-6.229 0.000-12,-2.543 0.000-1,4.488 0.000 1,0.147 0.000 9,0.502 0.000 4,-3.347 0.000-14,2.243 0.000 5,2.446 0.000 3,2.351 0.000 1,3.266-0.589 9,0.444-0.923-2,4.005-0.120-3,1.349-0.153-2,1.489-0.012-2,1.506 0.087 0,-0.463-0.061 0,-0.103-0.161 3,0.153-0.222 1,0.322-0.252-1,-2.694-0.786 0,0.964 0.237-5,1.871 0.604-1,0.478 0.388 0,0.320 0.393 8,0.134-0.425-2,1.645-0.698-3,1.479 0.095 0,0.188 0.095 3,-0.143 0.246-2,0.246 0.323 2,0.476 0.349-4,0.589 0.340 1,-4.109-0.359-1,2.106 0.428 2,2.713-2.031 1,1.854-4.843 2,2.828 1.734-3,1.989-1.137-2,4.729 2.595 2,1.077 1.766-1,-0.620-0.802 0,1.221-0.056-1,0.387 1.064-1,0.088 1.152 1,0.635 0.903-1,1.671 0.532 0,-0.523 0.275 5,-1.465 0.122-2,-2.112-0.033-3,1.574 0.000 0,1.000-0.005 3,0.558-0.008 0,-0.080-0.014-1,0.891-0.006-2,0.624-0.007-2,0.705-0.005 1,-0.040-0.005 7,-0.877 0.208-5,-0.309 0.346-2,-0.352 0.422 0,-0.362 0.454 4,1.085 0.437 1,0.383 0.403-3,-0.124 0.357 0,-0.469 0.307 1,0.081 0.128 1,0.752 0.320 0,0.744 0.320-3,0.201 0.052 0,-0.196-0.140 9,-0.469-0.271-9,0.797 0.026-2,-0.421-0.095 0,-0.730-0.028 1,-0.906 0.020 6,-0.441 0.192 1,-0.418 0.190 0,-0.236 0.224-6,-0.116-0.061-1,-0.027-0.254 4,0.035-0.373 0,1.178-0.084 0,-0.556-0.599 0,-0.700-0.568-1,-0.898-0.507 0,-0.958-0.431 1,-0.927-0.350 1,4.131-0.088 0,-3.384-0.529 0,0.697-0.228 0,0.253-0.111 1,-0.945 0.030-2,-0.971 0.251-2,-0.247 2.179 1,-3.551 4.527 2,-5.491-1.340 0,-3.460-3.601-2,-1.348-1.645 0,-1.989-0.266 0,2.949 0.106-1,-0.985 0.006-1,-0.174 0.009 1,-0.356 0.007-1,-0.195 0.007 0,-0.076 0.006-1,-0.463 0.004 2,0.073 0.005 0,0.415 0.004 0,0.604 0.003 1,0.680 0.002 2,0.678 0.001 0,0.530 0.001-1,-5.028 0.002-1,1.324 0.000 2,1.345-0.001 0,-1.231-0.001-1,3.461-0.001-1,-0.739 0.000 0,0.180 0.000 0,-0.186 0.000-1,-0.055 0.000-1,-2.442-0.589 0,-0.882-0.923-1,0.197-0.872 4,0.874-0.775-1,1.243-0.656-1,-1.095-0.603 0,1.693 0.960 1,0.197 0.350 0,-1.404 0.273 6,-0.324 0.525-6,0.061 0.507-3,0.857 0.176 4,0.349-0.200 0,0.384-0.358-2,-0.084-0.268-1,0.434 0.109 2,0.397 0.243 1,0.726 0.359-1,-4.209-0.825 2,1.962 1.084-1,-1.751-0.559 0,1.985-0.147 0,-0.702-0.169 1,-0.633 0.026-2,-0.070 0.268-5,1.097 0.105 3,0.372-0.277 0,0.419-0.381 3,0.222-0.051 1,0.080 0.164-2,-0.714 0.162 0,-0.391 0.399 1,-0.449 0.408 0,1.032 0.469-1,0.297 0.269-1,0.415 0.230 0,0.464 0.189 0,-4.959 0.036 1,1.980 0.338 1,0.804-0.717 1,-2.659-2.225 0,4.695 1.196-2,-0.466-0.027 0,-0.120 0.103-2,0.036 0.164 0,0.326 0.218 1,0.279 0.199-1,0.327 0.197 1,-6.562-0.448 4,6.223 0.925-2,0.338 0.167-1,-2.964 0.069 1,0.680 0.185 0,-0.637 0.103 0,-0.875 0.037 1,0.296-0.014-2,1.617-0.044 0,1.665-0.042-1,-2.542-0.020 1,1.726-0.021 1,0.405-0.005 0,0.557 0.000-1,-1.265 0.001 0,0.978-0.953 1,1.207-1.934-1,0.971-3.375 1,6.789 0.664 0,4.182 4.843 0,-2.484-4.096-1,1.060 0.025 0,3.100 1.936-2,3.213 0.914 0,-0.756-0.204 0,0.240-1.729 1,-0.920-0.200 0,-1.527 0.858 1,-0.816 1.000 0,-0.151 1.021-1,1.280 0.777 4,3.126 0.410-1,-5.919 0.095-2,5.408 0.087-2,-1.370-0.017 0,-1.023-0.037 3,1.377-0.026 0,-4.256-0.037-1,0.427-0.005-1,0.453-0.004 0,0.364-0.003 0,0.282-0.003 0,0.223-0.002 0,-0.095-0.002 0,-0.204-0.001 0,1.211-0.001 0,0.156 0.000 0,0.222 0.000 3,0.033 0.000-1,-0.091 0.000-1,-0.163 0.000-1,-0.197 0.000 0,1.940 0.447 1,0.826 0.685 0,0.432 0.774 0,-1.009 0.160 4,-0.583 0.026-6,-0.748-0.137 0,0.239-0.084-1,-0.610-0.336 3,-0.514-0.366 3,0.014-0.294-1,0.165-0.254 1,1.015 0.510-4,0.979 0.909 0,-1.533 0.262 0,-0.402 0.468 0,-0.615 0.390 1,-0.715 0.313-1,-1.661-0.565 1,-0.350-0.149 0,6.208 2.464 0,-5.698-3.005 2,-0.241-0.474 0,3.259 1.164 0,0.735 1.247-2,0.869 0.242 0,0.574-0.874 1,0.430-1.202-2,-5.756-1.561 0,0.088-0.220 1,0.075-0.180-1,0.060-0.142 1,0.047-0.108-1,0.035-0.078 1,1.823 0.267 0,-1.459 0.480 0,-0.500 0.593-1,3.690 1.520 3,0.279 0.237 0,0.430-0.399-1,0.003 0.824-1,-3.516-0.634 0,0.364-0.021 0,-1.183-0.708 0,0.222-0.253 0,0.094-0.256-1,-0.247-0.305 1,-0.362-0.290 0,4.744 0.336 0,-0.311-0.736-1,-1.341-0.556 2,-2.415-0.196 0,1.321-0.077 1,1.646-0.022-1,0.615 0.034-2,0.379 0.042-1,-0.633 0.040 0,-1.188 0.028 0,-1.626 0.017 4,0.395 0.007 0,0.383 0.003 0,1.376 0.001-1,1.520-0.001-3,-1.287-0.001 2,-1.196-0.001 0,0.703-0.001-1,-2.978-0.001 0,0.402 0.000 2,4.424 0.000 1,-4.638 0.000-3,2.352 0.000-2,0.449 0.000 2,0.357 0.000 0,-0.504 0.000 1,-0.716 0.000-1,-0.790 0.000 1,-1.393 0.000 1,5.083 0.000-1,-0.989 0.000 2,-0.133 0.000 1,1.725 0.000-5,-5.109 0.000 2,-0.167 0.000 1,0.942 0.000-1,1.212 0.000-1,0.676 0.000 0,0.293 0.000 1,0.035 0.000-1,-0.125 0.000 0,-0.209 0.000 0,-0.242 0.000 0,-1.021 0.000 0,-0.129 0.000 1,-1.258 0.000 2,-0.213 0.000 1,-0.208 0.000-3,0.639 0.000 1,0.785 0.000-1,2.524 0.000 0,0.304 0.000-1,0.676 0.000 0,0.840 0.000-1,-2.597 0.000 2,-0.261 0.000 0,-0.390 0.000-1,0.933 0.000 0,-0.387 0.000 0,-1.207 0.000 2,-0.193 0.000 0,0.724 0.000 0,-0.143 0.000 1,-0.126 0.000-1,-0.106 0.000-1,0.720 0.000 0,-0.148 0.000 0,-1.740 0.000 0,-0.068 0.000 0,-0.893 0.000 0,5.758 0.000 1,-5.234 0.000-1,0.097 0.000 0,1.707 0.000 0,0.088 0.000 0,-2.448 0.000 0,5.718 0.000 0,-4.466 0.000 0,0.068 0.000-1,0.088 0.000 2,0.094 0.000-1,0.869 0.000 0,0.026 0.000 0,-0.026 0.000 0,-0.056 0.000-1,-1.970 0.000 0,-0.191 0.000 0,-0.181 0.000 1,0.305 0.000-1,5.002 0.000 3,-1.819 0.000 0,-0.055 0.000-1,0.545 0.000 0,0.003 0.000 1,0.217 0.000-3,-0.103 0.000 0,0.603 0.000 0,-4.467 0.000 0,0.622 0.000 0,1.024 0.000 1,-0.060 0.000-1,-0.294 0.000 0,-0.420 0.000 0,-0.465 0.000 1,-0.458 0.000-1,5.670 0.000 0,-5.480 0.000 1,0.059 0.000 0,-0.126 0.000 3,0.562 0.000 0,-0.295 0.000-3,-0.317 0.000-2,3.687 0.000 2,2.763-0.342 3,-5.474-0.547-4,0.006-0.648 1,-0.452-0.254-1,-0.299-0.102 0,-0.354 0.044 0,-0.369 0.140 0,4.689-1.012 2,-0.084 0.756 1,-1.046 0.788 0,-1.920 0.653-1,0.903 0.411-2,-14.503 0.634 9,-0.903-0.526-8,-1.371 0.003-2,-1.571 0.001-1,-1.635 0.000 0,3.642 0.000 2,-1.285 0.000 0,-2.898 0.000 3,-0.193 0.000-5,0.354 0.000-1,0.668 0.000 1,0.812 0.000 0,0.174 0.266 3,-0.594 0.423-1,-0.461 0.499 1,-0.342 0.515 9,1.257 0.001-8,0.146 0.035-4,0.227-0.068 0,0.271-0.136 0,-1.324 0.027 0,0.518-0.271 4,0.546-0.268 0,0.523-0.247 0,-0.521-0.178 0,1.456-0.263 0,-0.428-0.099 0,-1.795-0.071 2,0.397-0.086 2,0.692-0.062-8,0.840-0.042 0,-3.315-0.037 0,-1.048-0.015 5,-0.321-0.002 0,0.150 0.005-1,0.425 0.010-2,0.458 0.015-3,0.013 0.010 1,-0.832 0.009-1,-1.311 0.008 13,-0.344 0.007-8,0.301 0.005-4,-0.487 0.004 1,-0.955 0.003 0,2.010 0.297 3,0.091 0.483 0,0.253 0.584-2,1.381 0.174-1,0.325 0.125 1,0.318 0.012 0,-2.324 0.307 1,0.860-0.216 0,0.941-0.269 2,0.923-0.282-1,1.326 0.026 1,0.339 0.333 2,0.168 0.463-2,-2.130 0.609-1,-0.631-0.087-2,2.748-0.846 0,-0.243-0.186 1,0.041-0.205-1,-4.134 0.102 1,-0.411-0.364 2,3.880-0.215-3,0.985 0.186-1,1.189 0.287 1,1.268 0.342 1,-2.256 0.499 0,-0.357-0.026 3,0.090-0.174 2,1.552-0.452-5,0.339-0.215 0,0.363-0.219 0,-0.146-0.162-2,0.413-0.220 0,0.384-0.190 4,-0.282-0.146-1,0.046-0.142 0,0.171-0.223 0,-3.123-0.784 0,4.141-1.965 2,9.817-3.777-1,1.452 2.938-1,3.229 1.635 0,-0.161 1.269-2,2.369 0.388-1,-3.931 0.264 1,0.751 0.043 0,0.254 0.027 0,-0.060 0.008 2,0.437 0.005-1,0.069 0.001-3,-0.159-0.002 2,-0.300-0.003 2,-0.374-0.004-1,2.125-0.001-3,-0.063-0.007 3,-0.551-0.006 2,-0.796-0.005-1,0.921-0.004 0,1.885-0.002-5,1.559-0.002 4,-0.548-0.001 1,0.173-0.001-2,-0.127 0.000-2,-0.329 0.000-1,-0.964 0.000 1,-0.201 0.000 0,-0.148 0.000 4,0.946 0.342-1,-1.290 0.547 0,-1.516 0.649 2,0.544 1.100-1,0.124 0.768 5,0.627 0.635-2,1.254 0.182-6,0.985-0.343 1,0.497-0.637-1,0.804-0.592 1,0.697-0.586 1,-2.334-0.703 0,-0.333-0.338-2,0.550-0.244 1,-0.979-0.287-1,-1.058-0.219 1,-2.688 0.094 5,-0.570 0.340-1,-0.479 0.460-2,1.899 0.953 1,-0.331 0.123 0,-1.500-0.400-1,-0.436-0.184 0,4.808 0.948 0,-1.300 1.697 0,-2.657 0.691 1,-0.125-0.593 0,-1.405-0.415-2,-0.828 1.702 0,-3.283 1.467-1,-6.527-2.959 2,-1.154-4.149 0,0.063-0.248 0,-4.734 2.206-1,4.727-0.033-1,-0.617 0.166-1,-0.272-0.051 1,-0.493-0.073-1,0.226-0.299 0,0.352-0.328 1,-0.178-0.470 1,-0.937-0.195 1,-0.480-0.174 0,0.556-0.170-2,0.051-0.109 0,0.170-0.090 1,-2.771-0.070-2,0.385-0.092-1,3.068-0.035 3,0.136-0.021 2,0.942-0.005-2,-0.030-0.005 1,-1.007-0.011 0,-0.113 0.001 0,-0.109 0.003 0,-0.101 0.005-1,-1.513 0.001-1,-0.761 0.008 1,0.779 0.011-1,-0.175 0.006 1,-1.241 0.003-1,0.095 0.006-1,0.009 0.005 1,0.588 0.004 1,0.678 0.003 0,-0.052 0.002 1,0.473 0.002-1,-2.001 0.001 1,-1.080 0.000 1,4.361-0.001 0,-0.509 0.000-3,-7.199 0.001-1,0.226 0.000-1,0.970 0.000 0,4.231 0.000 2,0.735 0.000 1,0.696 0.000-1,0.509 0.000 1,0.353 0.000 0,-3.432 0.000 5,4.484 0.000-2,-0.104 0.000-2,-2.538 0.000 1,0.209 0.000-2,0.375 0.000 0,0.458 0.000-1,0.480 0.000 0,0.462 0.000 0,-4.178 0.000-1,1.320 0.000 1,3.887 0.000 2,-0.742 0.000 3,-1.437 0.000 0,0.155 0.000-4,0.481 0.000 0,0.647 0.000-2,0.700 0.000 1,0.016 0.000 0,0.108 0.000 1,-3.383 0.000 1,1.011 0.000 3,1.096 0.000-4,0.529 0.000 0,-0.096 0.000 0,-0.239 0.000 0,-0.940 0.000 7,1.210 0.000-11,13.103 0.000 8,-0.810-3.205-4,-0.136-1.044-2,0.584 0.446 1,-0.086 1.120-1,2.027 0.743 1,-1.205 1.420 1,1.655 0.383 1,0.708 0.209-2,0.335 0.069-1,-0.329-0.013 0,0.023-0.034 0,1.422-0.032 5,-2.869-0.035-1,0.137-0.007-4,-0.183-0.006 1,-0.374-0.004-1,-0.455-0.004 1,0.270-0.002 1,0.419-0.002 0,0.149-0.001 0,-0.040 0.000 0,-0.163 0.000 0,0.154 0.000 0,-0.489 0.000 0,-0.531 0.000 0,4.627-0.001 1,0.272 0.001 1,-5.216 0.001-2,-0.095 0.000 1,4.513 0.000-1,-0.177 0.000-1,-0.178 0.000 3,-2.768 0.000-2,0.145 0.000-1,-0.046 0.000 1,-1.198 0.000-1,-0.135 0.000 0,-0.136 0.000 1,2.681 0.000-1,0.696 0.000 1,-0.665 0.000 1,0.142 0.000 0,0.452 0.589-1,-1.031 0.922-2,-0.702 0.479-1,-0.439 0.160 4,-0.238-0.056 1,-0.093-0.190-1,0.715-0.126-1,0.059-0.350-1,-1.338-0.039 0,0.134 0.514 1,2.464 0.887 3,-0.738-0.434-3,0.379-0.178 0,0.204-0.274-1,0.078-0.315 1,-1.891-0.522-1,-0.168-0.196 0,-0.186-0.181 0,1.342-0.079-1,-0.378-0.206 1,-0.403-0.162 4,-0.868-0.123-1,-0.001-0.074-1,4.732-0.076-1,0.663-0.090 2,-5.295 0.043-2,0.863-0.011 0,-0.397 0.007-1,-0.536 0.011 1,4.553-0.032-1,-0.925 0.051 2,-3.079 0.031-1,0.182 0.006 2,-0.080 0.004 0,-0.247 0.004-4,0.269 0.002 0,0.024 0.002 1,4.390 0.003 0,-0.863 0.000 3,0.519 0.000-1,-0.892-0.001-2,1.538-0.001 3,-5.189-0.001-2,-0.108 0.000-1,5.149 0.000 0,0.052 0.000 0,0.376 0.000 3,-5.938 0.000-2,0.031 0.000-1,4.369 0.000-1,-0.171 0.000 0,-0.479 0.000 4,-0.472-0.224 1,-1.760-1.380-3,-0.311-1.986 0,1.741 0.104 4,0.259 1.002-4,-3.135 1.008-2,0.251-0.325 0,0.104-0.443 2,1.384-0.609 0,0.159 0.128-1,2.882-1.400 0,-4.596 1.096 1,-0.039-0.449 0,-0.085-0.407 1,1.576-1.138-2,0.048 0.263 0,-0.646 0.770 0,-0.200 0.556 0,-0.234 0.589 1,0.396 0.161 1,0.016 0.136 0,0.077-0.020-1,0.111-0.118 0,0.607 0.020-1,0.195-0.045 1,-0.246-0.027-1,-0.516-0.012 1,-0.657-0.002 1,-0.703 0.004 1,3.989-0.479-5,1.689-0.597 3,0.984-0.101 7,0.462 0.224-11,0.093 0.417 0,-1.244-0.361-2,-2.962 0.077 5,1.573-1.349 1,-0.676-0.071-1,-0.716 0.227 2,2.431-0.913 2,-2.434 1.277-3,-0.528 0.160 1,-0.633 0.122 1,3.337-2.005 1,0.642-0.700-7,-0.160-0.306 4,-0.940 0.861 4,0.000 0.040-7,-0.354 0.084 0,0.944-0.219 0,-2.309 1.365 8,-0.218 0.034-6,1.128-0.566-2,-0.762 0.606 6,-0.854 0.726-1,-0.857 0.756-4,-0.391 0.624 0,-0.643 0.722 4,-0.501 0.616 0,3.754-0.035 2,-1.051 1.042-1,-0.931 0.645 4,-15.160 1.297-3,-1.818-1.483-7,2.689-0.003 0,-2.130-0.002 2,0.884 0.007 0,-2.850 0.449 1,4.121 0.688-1,-0.035 0.774 1,0.655-0.298-2,-0.915 0.052 2,-0.836-0.042-1,-2.855 0.533 1,-0.437 0.219 0,-0.069 0.260-3,0.172 0.268 0,1.330-0.324 1,0.257-0.176 1,0.244 0.215 0,0.220 0.467 0,-0.609 0.577 3,-0.597 0.393 3,-0.766 0.322-5,-2.085 0.462-1,-0.404-0.444-1,-0.156-0.633-1,0.010-0.698 1,-1.325 0.413 0,-0.765 0.103 1,0.056-0.198 0,0.577-0.375 3,0.223-0.259 0,-0.578 0.127-4,-0.418 0.242-2,0.509 0.092 9,0.149 0.185-1,0.273 0.162-8,0.341 0.136-1,1.184-0.259 2,-0.926 0.197 3,-1.255 0.221-1,-4.385 0.924 1,0.790-0.375-2,1.600-0.563 1,2.001-0.643 0,-5.347-0.522-1,-1.387-0.675 10,0.542-0.583 0,0.777-0.159-7,0.330 0.138-7,0.234 0.298 0,0.155 0.374 2,1.245 0.045 3,1.521-0.127 0,1.692-0.237 0,1.665-0.286 0,1.514-0.295 1,1.300-0.276 0,1.062-0.243 0,0.829-0.203 0,0.617-0.161 0,0.435-0.123 1,-6.394-0.089-1,-3.044-0.063 10,-0.854-0.039 8,-1.546-0.023-23,0.475-0.007-1,3.066-0.099 2,2.578-0.156 0,2.809-0.178 9,2.733-0.176-1,-1.207-1.146-5,9.877-4.369 4,7.552 2.525 3,1.766 1.795-3,-0.428-0.963-2,-1.149-2.269 0,-3.397 0.989-1,0.388-0.761 1,1.060-0.669-2,0.728 0.160 1,0.723 0.452-2,0.927 0.355-1,0.004 0.791 1,-0.236 0.785 2,0.547 0.323-1,0.333 0.188 2,0.432-0.006 1,0.459-0.125-3,-2.233-0.003 0,0.240-0.324 0,0.275-0.091 0,0.303 0.079 0,0.308 0.196 2,0.297 0.270 3,1.927-0.337-7,0.212-0.107 1,0.091-0.225 2,1.222-0.753-1,0.493-0.638 0,-1.673 0.554 1,0.014 0.184-1,-0.042 0.338 1,-0.078 0.425 0,-0.099 0.462 0,-0.107 0.461-1,1.406-0.001 1,0.892-0.097 0,1.069-0.263 1,3.721-0.466-2,0.458 0.252-1,-4.119 0.756 0,-1.110 0.295 0,-1.322 0.298 1,-1.387 0.283 2,-0.703 0.322 0,0.132 0.180 1,-0.141 0.155 2,2.189 0.098-1,-0.583 0.154-1,-0.455 0.111-1,-0.339 0.075-4,-0.240 0.047 4,2.070 0.037 1,1.599 0.010-3,-3.847-0.284 0,-0.187-0.423 0,-0.371-0.525 0,3.074-1.027 0,-0.862-0.175 0,-1.851 0.295 2,-0.648 0.203 0,-0.737 0.264 2,-0.740 0.284-1,-0.688 0.276-1,-1.029 0.285 1,-0.425 0.190-2,5.175-0.077 1,-1.295 0.414 1,-0.513 0.232-2,0.241 0.104 0,-1.671-0.018 1,-0.511-0.027-1,-0.189-0.476 1,-1.572-2.622-1,-2.295-2.087 2,-1.497-2.932-1,-1.875 1.066-2,2.907 0.438 1,5.284 2.703 2,-2.010 0.293-2,-0.574-0.793-2,-1.611-1.532 1,-0.286-0.741 1,0.879 1.492 0,0.899 1.065 1,0.252 0.093-1,-0.037-0.335-1,-1.181 0.260 1,3.482-3.759-1,-2.147 1.416 1,-2.000 0.941 0,-10.435 4.204 1,-0.831 1.367 0,-0.530-0.173 0,1.123 0.004-1,-1.200 0.254-1,-2.762 1.608 0,2.252 0.117 1,-0.482 0.168-2,-0.045-0.050 0,1.392-0.418 0,0.278-0.189 0,0.317-0.211 0,0.309-0.216 2,0.286-0.207 1,0.254-0.189 0,-5.501 0.184 2,0.225 0.487-2,5.419 0.278-1,-0.941 0.487 1,-0.257 0.043 0,-0.511 0.442-2,0.177 0.415-1,0.292 0.452 2,0.552-0.225 1,-0.034-0.243-2,0.177-0.375 0,0.299-0.432 1,0.355-0.436 1,-5.629 1.333 1,5.362-0.602-3,0.350-0.043 1,-0.296-0.063 0,-4.323 2.652 0,2.371 1.207 1,1.256 0.854 0,0.458 0.186-1,0.076-1.190-1,-0.535-1.390 0,-0.173-1.604 2,0.402-1.457 0,0.223-1.066-1,0.167-2.539 0,9.791-3.856 3,1.705 0.931-1,-0.745 0.382-1,-0.027-0.404-2,1.320-2.408 0,-0.235-0.859-1,-0.543-0.257-1,-0.777 1.032 1,0.138 2.169 1,1.644 1.468 2,2.198 1.624 3,-0.747-0.068-3,-0.673-1.543-1,2.583 0.063 1,-3.557 1.160-1,-0.509-0.750-1,2.635-2.341-1,-0.963 0.911 2,0.640 1.358 1,3.150 1.309-1,0.385 0.282 0,-2.426-0.776-1,-2.136-0.676 0,1.155 0.344 2,2.071 0.337 2,1.085 0.770-6,-1.924 0.954 2,-1.063 0.498 1,-0.167 0.241 0,2.161 0.140 1,1.231 0.087-1,-1.229-0.003 0,-1.246-0.036-2,-0.912-0.038 0,-0.958-0.750 1,1.313-1.495 0,1.153-1.213 2,0.608 0.060 0,1.354-0.803 0,-5.585 1.495-1,4.110-1.995 0,0.979-0.027 0,-5.108 2.067 0,-0.209-0.146 1,-0.238-0.179-1,4.036-2.277-1,-0.771 1.116 0,0.361 0.451 3,1.560-0.649 0,-4.618 2.009-3,0.681-0.336 0,0.429-0.367 0,0.481-0.121 0,0.495 0.061 1,0.481 0.187 1,0.450 0.016-3,0.405-0.106 0,0.355-0.188 0,2.483-0.762 1,-0.447 0.301 0,-0.751 0.458 0,-1.524-0.360 0,-0.811-0.154 0,-0.767 0.132 3,-1.132 0.522 3,-0.469 0.352-4,-0.371 0.389 1,5.056-1.102-2,1.001 1.220 2,-5.023 1.531-1,3.849 0.640 0,-3.014 1.484-2,-1.589 2.858 2,-4.786 1.905 0,-3.909 2.204 0,-0.461-1.940-2,-0.516 0.408 0,-0.405-0.941 0,-0.764-1.613 0,-0.558-1.471 3,-0.629 0.206 0,-0.955 2.302-2,-0.698 4.056-1,3.695-4.112 0,-0.233-0.697 1,-0.660 0.139-1,-0.496 0.123-1,-2.070 1.284 1,-0.531-0.150 3,-0.350-0.268-3,-0.208-0.322-2,-0.297-0.610 1,-0.334-0.749 1,-0.332-0.784 0,0.086-0.354 0,0.348-0.054 1,0.489 0.142 1,1.243-0.217 0,-0.112 0.270 0,-0.262 0.308 0,0.789 0.005 0,0.467 0.281-2,0.631 0.276 1,-1.066 1.012-1,-0.030-0.361 1,-0.279-0.573 1,1.386-1.242 0,-0.005-0.438 0,0.014-0.424-1,-5.604 1.747 0,-2.147 2.068 2,5.480-1.228-2,0.985-0.605 0,-0.384-0.196-1,-0.467-0.372 0,0.430-0.642 1,0.025-0.427-1,0.130-0.422 0,-0.027-0.204 1,-0.367 0.007 0,-0.487 0.127 1,-0.544 0.204 0,0.348 0.162-2,0.042 0.348-1,0.184 0.380 1,-2.008 0.937-1,-0.031-0.151 1,-0.060-0.370 2,0.413-0.578 0,0.016-0.478 0,0.021-0.468-2,0.024-0.429 1,0.024-0.375-1,-0.374 0.667 0,-0.291 0.370 0,0.052 0.120 0,0.279-0.055 3,0.412-0.168 1,-0.852-0.006-1,0.413-0.075-5,0.832-0.039 0,1.046-0.013 2,1.111 0.005 5,1.076 0.016 0,-3.191 1.900-5,-2.025 1.070-2,-1.724 0.471 6,-1.217 0.215 0,-2.523 0.226-5,-0.609-0.704-3,5.081-1.576 1,0.586-0.060 0,0.713 0.050 3,-3.582 1.759 2,1.596 0.538 1,0.018-0.185 1,-0.936-0.605 1,1.019-1.113-2,0.005-0.707-5,0.159-0.682 2,0.442-0.026 0,0.591 0.396 1,2.729-0.153-1,0.333 0.542 1,0.137 0.236 2,-0.010 0.006 0,-0.114-0.157 0,0.068-0.266-2,0.196-0.332 1,0.277-0.362-2,-1.212 0.229 0,0.004 0.075 0,-0.071 0.224 2,-1.055 0.362 1,0.581-0.296-3,0.726-0.425 0,1.029-0.568 1,0.297-0.406 1,-3.949 0.216 1,0.372-0.752 1,5.234-0.700-2,-0.452-0.108-1,-2.233 0.498 0,-0.342 0.833-1,-0.541 0.581-1,0.395 0.123 0,0.566-0.109 2,2.508-0.658 1,-5.316 0.925 0,3.823-1.193-1,0.021-0.306 1,-3.515 0.795 1,0.920 1.200-1,3.066-0.494-1,-1.154-0.042-1,1.484-0.636 1,-0.105-0.192-1,0.014-0.214 1,0.610-0.284-1,0.102-0.179 1,0.112-0.166 0,-1.367-0.059 0,0.625-0.202 0,0.717-0.157 0,-3.980-0.087 1,2.799-0.207 0,-1.726-0.110-1,-0.356 0.035 3,0.417 0.316-2,2.299 0.556-1,0.580 2.113 0,5.733 3.801 1,0.893-0.293-1,-0.508 0.435 1,-0.088 0.583 0,0.008-0.052-2,-4.211-1.514 2,-2.198-1.727-1,1.674 1.220-1,3.775 1.259 0,6.751-9.030 2,-1.448-1.961 0,-0.011 0.118 0,2.499 2.765-2,0.029 1.271 0,0.074-0.665 0,-1.145-1.601 0,-0.389-4.036 2,-3.021-0.022-1,0.768 0.082 0,1.161 2.042 0,2.761 1.123 0,-0.142 2.449 0,-0.659 1.059-1</inkml:trace>
</inkml:ink>
</file>

<file path=ppt/ink/ink6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2:19"/>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4173.692 6505.262 767,'6.374'0.000'0,"-0.216"0.000"0,0.309 0.000-5,-0.340 0.000 5,1.278 0.000-1,-0.725 0.000 0,-0.261 0.000 0,-0.353 0.000 1,2.085 2.505-1,-0.387 1.203 1,0.454-0.092 0,0.165-0.752-1,0.000-0.906 0,1.157-0.736 1,-0.299-0.703 1,-0.257-0.367-1,-2.764-0.167 0,0.425-0.042-1,-0.489-0.012 1,0.014-0.006-1,-0.053 0.002 1,3.535-0.029 1,1.337 0.254-2,0.311 1.427 1,-1.683 1.680 0,-2.309 0.003-1,-0.418-0.479 0,1.604-0.519 4,0.222-1.021-1,-0.777-0.685-2,-0.818-0.394 0,-1.004-0.192-1,0.126-0.061 0,1.313-0.028 2,-0.834 0.021 0,1.195 0.009-1,0.875 0.393-1,-0.465 2.120 2,-2.498-0.151-1,0.019 0.077-1,4.881 1.731-1,-1.846-1.333 1,-1.840-1.271 1,-1.046-0.836 1,1.518-0.297 1,-1.976 3.852 1,-1.189 1.084-3,3.738-1.674 1,0.040-2.065-2,0.639-0.725 0,0.290-0.490 0,-1.263-0.310 0,-1.300-0.127 1,1.393-0.064 0,-1.583 0.085 0,0.588 0.027 1,-0.420 0.027 0,2.051 0.016-2,-1.257 0.017 0,2.697 0.867 0,-1.046 1.796 0,-0.271 0.859 1,1.883-0.235 1,0.615-0.712-2,1.008-0.682 0,-5.348-1.226 0,0.070-0.200 0,-0.004-0.162 1,-0.052-0.126 1,-0.080-0.094-1,-0.090-0.066 0,-0.155-0.044-1,-0.185-0.026 0,-0.190-0.013 1,0.086-0.008-1,5.316-0.058 5,-1.061 0.039-4,-0.750 0.038-1,-1.267 0.029 0,-0.794 0.017 0,-0.948 0.008 4,0.028 0.003 0,2.326 0.002-2,-0.754-0.001-1,-1.101-0.001-1,1.601 0.000 1,-0.549-0.002 1,1.817 0.000 0,-1.221 0.000-2,-0.851 0.000 0,-1.165 0.000 0,0.055 0.000 0,-0.672 0.000 2,1.862 0.000 1,0.553 0.000-2,-1.490 0.000 0,0.752 0.000-1,-0.561 0.000-1,-0.028 0.000 3,0.169-0.571 2,-3.652-4.322-2,-4.169-1.483 0,0.207-0.779-1,0.135 0.017 0,0.011-0.580 0,-0.004 1.712-1,2.928-1.442 0,3.966-2.241 1,-2.239 4.211 0,0.229 0.120-1,0.036 0.226-3,-0.094 0.278 3,-0.646-0.106 0,-0.074-0.409-1,-0.057-0.211 1,-0.042-0.063 2,0.442-1.612 3,0.089-0.580-4,0.110-0.225-3,-0.376 0.392 2,-0.396 0.289 3,-0.500 0.397-2,-0.540 0.446-2,0.049-0.265 0,0.009 0.403 2,0.185 0.336 2,3.474-3.393 0,1.593 2.705-1,0.574 2.822 1,-0.632 2.259-1,-1.497-3.558-1,-2.365-2.998 5,-2.035 1.150-5,-1.353 1.074-2,-1.607 12.102 4,-4.223-1.497 0,-3.187-2.879-4,-2.910 3.258 0,4.983-1.622-3,-2.249 1.603 6,-0.621 0.491-3,-0.525 0.292-1,1.457-0.616 1,0.403 0.196 1,0.545 0.198 0,0.607 0.187 1,0.611 0.168-1,-1.661 2.282 1,1.258-1.000 0,0.172-0.038 0,0.296-0.270 2,0.360-0.408 0,-1.727-0.237 0,-1.035-0.967-5,-0.819-1.005 3,-1.445-0.019 6,-0.108 0.069-8,3.098-1.097 0,0.252 0.152 0,0.269 0.202 1,-0.794 0.880 2,0.397 0.229 0,0.394 0.175-1,0.024-0.194 0,-0.224-0.426 0,-0.373-0.553 1,-1.018 0.530-1,0.959 0.266 0,2.096-1.090-1,0.342-0.287 1,-6.756 3.695 4,4.727-2.596-2,0.254-0.282-2,0.514-0.500-1,0.630-0.591 1,-3.730 0.977-3,1.572-1.836 1,0.634-1.150 16,1.126-0.795-18,12.521-0.813 8,-1.059-4.011-2,-0.725 0.472-3,2.261-1.277-3,1.531-1.420 2,-3.284 2.631 1,0.569-0.599-1,0.505-0.253 1,0.227 0.186-1,0.099 0.409 1,0.006 0.246-1,-0.059 0.119 1,-0.100 0.026 0,1.003-0.910 3,0.072-0.366-1,-0.104-0.217-1,-0.211-0.106 0,-0.262-0.026 1,2.828-1.668-1,-0.578 0.981-1,0.324 0.098 0,-0.044 0.312 1,-0.286 0.433-1,-0.429 0.486 1,3.812-1.806-4,-0.575 0.679 0,0.947-0.313 3,0.633-0.190 5,0.383-0.095-1,1.609-0.381-8,0.951-0.375 0,0.585-0.414 0,-0.780 0.046 1,-0.605-0.159 18,-0.862-0.090-19,-0.983-0.039 1,3.229-2.704-1,1.018-1.492 6,-2.331 1.366 0,-0.249 0.110 4,-0.452 0.396-1,4.374-3.169-10,-4.214 3.304 1,-1.143 1.228 5,4.689-3.041 3,-3.458 2.536 5,-0.684 0.717-10,-2.726 1.750 9,-1.020 0.556-7,-1.026 0.488-4,-0.914 0.380 1,-1.037 0.457 4,-0.934 0.402 3,-0.805 0.339 0,-0.127 0.576-3,0.245 0.045 1,0.122-0.033-1,0.196-0.174 3,-0.180 0.014-1,-0.259 0.031-5,-0.298 0.041 0,-0.441 0.421 0,-0.174 0.395 2,5.386-2.529 0,-1.182 1.287 3,-2.329 1.099-1,0.213-0.910-3,-2.241 0.323 2,-9.541 8.184 2,-0.002 0.587 0,-2.145-1.718-1,0.662-0.205-3,-3.070 2.381-2,3.796-1.994 2,-0.385 0.212-1,-0.300 0.137 1,-3.506 2.152-1,-1.143 1.114 0,-0.059 0.643 0,0.608 0.299-1,0.965 0.064-1,-0.538-0.140-2,-1.647 1.413 8,-1.079 1.364 3,-4.734 3.827-10,-1.506 0.606 7,-1.154 0.033-8,0.232-0.797 0,1.657-1.660 3,2.167-1.880 1,2.289-1.851 0,2.165-1.673 1,1.901-1.419 3,1.576-1.142 1,-5.817 2.499 1,-2.594 1.557 6,-0.479 0.883 2,0.842 0.398-17,2.835-1.718 0,-0.053-0.090 0,0.446-0.481 2,0.769-0.726 0,0.682-0.467 6,0.953-0.458 0,0.926-0.337 0,-0.683 0.124-5,0.428-0.858 4,0.191-0.892 2,2.140-1.045-1,0.280-0.084-2,0.275 0.067-1,-1.459 0.551 0,0.142-0.320 2,1.297-0.707-1,0.254-0.341-1,0.253-0.339 2,-0.832-0.334-1,-3.550-1.142-1,4.499-2.636 2,6.199-5.602 1,3.559-1.475-1,-1.314 1.893-4,0.435-1.251 0,0.464-0.899-1,0.909 0.159 1,0.825 0.020-1,0.497 0.593 2,0.246 0.945 0,0.212-0.127 0,0.553-0.426 2,0.609-0.400-1,0.540-0.581 4,-0.040-0.053-4,-0.244 0.069-3,-0.367 0.148 0,0.911 0.025-1,0.266 0.520 4,-0.007 0.581-1,1.155-0.128 6,0.854 0.344 0,-0.180 0.639-8,0.067 0.139 1,-0.112 0.070 2,-0.221 0.020 0,0.223-0.420-1,-0.332-0.040-1,-0.333-0.040 1,-0.310-0.038 0,-1.760 1.583 1,-0.457 0.614 0,-0.465 0.728 1,-0.446 0.769-1,-0.143-0.090 0,0.628-1.043 4,0.901-1.497 2,2.873-2.868-8,0.520-0.032-1,-1.933 1.633 2,0.217-0.593-1,0.220-0.768 0,-0.023-0.102 1,-0.196 0.377 3,-0.310 0.701-4,0.864-0.668 1,-0.480 0.386-1,-0.484 0.217 2,-0.457 0.091 3,-0.409 0.001-2,0.954-0.223-2,0.780-0.306 0,0.312-0.009 0,3.521-3.054 3,0.794 0.688 2,-2.337 2.403-6,-0.548 0.686-1,-0.736 0.643 8,-1.445 0.743-7,-0.684-0.073 0,-0.633-0.256 3,2.056-1.581 1,0.517 0.998-1,-1.030 1.386 0,-0.348 0.512 0,-0.481 0.368 0,-0.046-0.084 0,-0.621 0.197 0,-0.580 0.127-1,-0.553 0.166 1,-0.815 0.432-1,-0.766 0.455 1,3.087-2.992 0,-2.108 1.592 6,-1.605 1.212-11,-9.167 8.678 8,0.049 0.205-1,-0.768 0.852 1,1.145-0.585-6,-0.072 2.427 0,-0.343 1.607-1,-1.983 1.677 1,2.564-4.731 1,-1.950 1.283-1,0.276-0.481 1,-0.327 0.802-1,-0.088 0.821 1,-2.288 1.403 3,-1.154 1.145-5,-0.482 1.101-1,-2.431 2.404 2,-0.304-0.750 2,-0.097-1.317-4,0.037-1.542 1,2.910-1.344 0,0.069 0.404 3,0.014 0.039 0,-0.792 1.599 6,1.279 0.024-1,1.522-0.032-6,0.019-0.458-2,0.234-0.697 2,0.354-0.799 2,0.102-0.281 9,0.947-1.153-9,0.977-1.080-4,0.910-0.940 1,0.790-0.773 2,-1.896 3.436 0,1.515-1.287 0,0.245-1.506 1,-1.050 1.771 1,-0.588 1.328 3,0.570-0.351-2,0.971-0.950-5,1.131-1.233 1,0.493 2.482-1,8.538-10.277 8,2.394-7.483-1,-1.891 2.732-8,3.125-2.610 0,0.270-0.129 0,-0.383 0.366-1,-0.743 0.632 1,-2.614 1.750 0,0.088-0.262 2,0.260-0.132 1,0.702-0.295 2,-0.021 0.560 3,-0.129 0.737-4,-0.250 0.188-3,-0.778 0.121-1,0.522-0.586 3,-0.654 0.886 2,-0.466 0.982 2,-0.311 0.952-2,4.875-0.669-3,-4.750 0.627 1,-0.426-0.816 3,0.276-0.781-1,0.121-0.503 0,-0.251 0.008-4,0.055-0.203 0,0.043-0.125 0,0.017 0.173-1,-0.003 0.376 1,-0.017 0.503 1,1.529-0.747 2,-0.307 0.509 0,-0.395 0.376 0,-0.418 0.263 1,0.191-1.077-2,0.139-0.072 0,-0.688 0.299 0,-0.691 0.114 2,-0.808 0.138 0,-0.217-0.708-3,3.191-3.038 1,-0.146-0.113 2,1.514-1.643-2,-4.188 5.241-1,2.029-2.126 1,-1.019 3.271-2,-5.071 10.389 5,-1.312 0.981-1,-0.362-1.654-3,-0.608 1.466 0,-0.380 0.910-1,-0.191 0.456 1,0.340-3.156 0,-1.414 1.717-1,-1.342 1.367 4,-2.355 2.836 1,-0.444 0.013-8,0.079-0.603 2,0.398-0.937-1,0.748-0.627 1,-0.317 0.545 2,-0.114 0.123 1,0.030-0.007 2,-0.114 0.235 0,-0.110 0.256-1,-0.102 0.257-4,0.495-0.747 0,0.117-0.317 2,0.164-0.447 0,-1.874 2.413-1,0.796-0.957 1,0.893-0.955 4,0.875-0.872 1,0.790-0.746-3,-0.100 0.009-1,-0.497 1.251 0,-0.012 0.931 1,-0.267 0.365 0,-0.428-0.046 0,-0.515-0.325-1,-0.824 0.214-2,0.014-0.718 0,0.202-0.765 0,-0.732 1.659 2,0.503-0.225 1,0.536-0.571 2,1.305-1.717 2,0.685-0.961-3,0.669-0.979-4,0.612-0.923 0,-2.714 2.992 2,1.539-2.255 2,2.460-0.624 2,9.184-5.137 1,-3.152-6.515 1,-0.919-5.093-8,0.458 0.249-1,1.015 2.166 1,1.939-0.358-1,-2.124 3.703 4,0.421-0.522-2,0.123 0.040 1,0.013 0.249 0,-0.058 0.361 0,-0.096 0.401-1,0.750-0.566 1,0.765-0.944-1,0.245-0.521 1,-0.129-0.200-1,-0.159 0.393 1,0.368 0.048-1,0.496 0.103 0,0.313-0.098 0,0.167-0.236-3,0.055-0.324 6,2.427-2.836-5,0.979-1.066 3,-0.120-0.443 1,-0.815-0.011-2,1.563-1.562 0,1.522-0.479-1,0.505 0.256 4,1.863-1.410-3,-0.897 0.724-1,0.041-0.597-1,-0.659 0.696 0,-0.239 0.585 1,-0.288 0.854-1,1.875-1.007 3,2.431-1.446 2,3.252-2.951-1,-0.019-0.665-4,2.039-1.993-1,0.848-0.340 0,-4.844 4.574 3,-0.523 0.549 3,-0.702 0.654-1,-8.435 7.552 0,12.825-12.219-6,-1.193 0.267 2,-1.882 0.833 6,1.594-1.698 1,0.938-0.197-1,-5.216 5.174-7,-1.414 1.100 3,-1.757 1.261 1,1.718-2.359 1,-0.820 0.725-1,-2.014 2.212 11,-0.758 0.893-7,-2.061 2.640-3,-0.625 1.244 0,-0.569 1.289 1,0.700 0.124 0,-0.850 1.135 2,-0.785 0.811-2,-0.681 0.543 0,1.516-1.274 0,-1.416 1.108-1,-0.673 0.733-1,2.569-0.570 2,-3.500 9.077 1,-8.043 1.387-2,-1.143 2.415 0,-1.143 1.435-2,3.135-4.863 0,0.253 0.100-1,-0.175 0.494 0,-0.130-0.009 0,-0.232-0.055 2,-0.284 0.944 0,-0.303 0.521 1,-0.293 0.207-1,-1.541 2.002 1,0.712-1.326-1,0.122 0.077-2,-0.826 1.060-1,-0.548 0.792 4,-0.326 0.564-3,-1.547 3.298 1,0.859-0.328 2,0.446-1.891-5,-0.813-0.733 1,-0.351-0.511 2,-0.029-0.331 6,0.178-0.191-5,0.139 0.305 0,0.104 0.600-1,0.789-0.984 1,-0.052-0.041-1,-0.580-0.152 2,-0.903-0.217-1,-0.091-0.738 1,-0.104-0.461-1,0.106-0.493 0,-0.580 0.780-1,1.123-0.348 0,0.070 0.535 1,0.502-0.275 2,0.242 0.484 2,0.063-0.527-2,1.897-2.238-2,0.565-0.354 0,0.641-0.303 1,0.273 0.578-1,0.827-0.273 0,0.735-0.229 1,-1.021 2.302 1,-1.288-1.305 1,-2.166-0.029-2,1.587-2.331-1,-0.771 0.582-1,0.215 0.200-1,0.488 0.223 2,0.721 0.125-1,0.793-0.469 1,-1.200 2.501 5,2.679-13.708-1,2.177-0.134-4,2.355-0.937-2,1.496 0.720 1,0.793-0.935 0,0.271-0.403-1,-0.080-0.033 0,-0.301 0.206-1,-0.419 0.344 1,-0.464 0.407-1,-0.459 0.417 1,-0.422 0.393 1,2.486-4.514-3,0.999-0.264 5,-3.315 5.147 3,-0.449 0.074 0,2.377-5.070 1,0.513 0.956-6,0.854 0.810 0,0.754 0.540 0,-0.773 0.993 0,1.021-1.950 0,0.672-1.063 5,0.401-0.431-4,-2.110 2.447-3,-0.569 0.294-1,-0.711 0.371 3,0.123-0.669 1,-0.434 0.550 0,-0.260 0.534 2,-0.350 0.513 0,-0.831 1.180-1,0.741-2.083-1,-7.750 2.700 5,-2.354 7.125-1,1.421 3.729-4,1.039 0.171-1,-0.091 0.762 0,-0.635 1.587 0,-1.588 2.953-1,2.153-4.861 1,-0.394 0.089 0,-1.557 1.739 0,-0.311 0.548 0,0.313 0.040 1,-0.191-1.261 0,-0.314-0.544 1,-0.003-0.623-2,0.203-0.631 1,0.322-0.594 2,-1.827 1.571-3,-0.290 0.230-2,0.163-0.134 5,0.423-0.344 2,-1.241 1.343-6,-0.709 0.817-2,0.602-0.481 4,-0.069 0.144 3,1.853-1.770-4,0.158-0.124-1,0.174-0.145-1,-0.331 0.059 4,0.223-0.682-1,0.220-0.788 0,-0.247 0.803 0,0.239 0.251 1,0.224 0.122 1,-0.602 1.258 3,-0.396-0.021-5,-0.515-0.558-3,-0.356 0.613 1,-0.229 0.139 3,-0.130-0.174-2,-0.058-0.363 1,-0.880 0.524 1,1.034-1.152-3,-0.576 0.144-1,-2.591 1.709 2,0.203-0.171 5,0.563-0.313-6,-1.467 0.021-3,0.651-1.081 4,1.167-1.135 2,1.370-1.064 3,1.369-0.926 0,1.244-0.759-5,-3.359 1.227-2,2.605-1.234 1,-5.266 4.736 1,-1.957 2.279 14,-3.372 2.025-16,-2.825 1.812-4,0.214-0.097 0,1.336-0.768 0,1.955-1.141 1,3.555-2.457 1,1.041-0.834 1,0.811-0.743 5,-1.900 1.267 6,1.224-0.559-1,2.978-2.005-1,0.583-0.468 0,0.436-0.429-2,0.310-0.376 0,0.937-0.517-3,-0.118 0.306-1,-0.235 0.475 1,-0.470 0.645 0,0.197 0.110 0,0.331-0.035-1,0.406-0.134 1,-3.083 1.772 0,-0.458 0.044 1,2.943-2.461-1,0.170-0.499 4,0.215-0.580-1,0.237-0.611-5,0.242-0.604 0,0.233-0.571 1,-0.208-0.118 2,0.795-0.183 0,-3.157 2.199 1,3.158-0.990 2,-0.725 0.793-2,0.420 0.308-1,0.044 0.700-1,0.181 0.660-2,0.256 0.585-1,0.273-0.137 2,-0.181-0.030 0,-0.282-0.166-1,-0.330-0.244 1,0.873-1.050 0,-0.057-0.069 1,-0.024-0.018 0,-1.817 1.139 0,0.138-0.740 1,0.229-0.879 0,1.159-1.095 0,-0.359-0.108 0,-0.504 0.038 0,-2.447 1.296-1,-0.331 0.623-1,1.365-0.107 1,0.917 0.256-1,1.104 0.182 1,1.218-0.415 0,0.677-0.183 0,-2.539 3.886 2,1.208-1.095-1,0.316-1.877-1,-1.561-1.392 1,-0.659-1.675 2,0.817-1.469-1,-1.509-0.896-3,0.672-0.551-1,-0.107 0.070 4,0.549 0.186 0,-0.020 0.104-2,-0.325 1.812 0,2.373 4.115 0,-0.282-2.181 1,-1.339-1.200-2,-1.716-0.515 0,0.477-0.252 0,0.971 0.042 0,0.917 0.146 0,-1.730 1.231-1,0.657 0.206 1,0.288-2.284 0,-2.522-0.143 4,-1.239-0.166 1,0.000-0.223-7,-0.537-0.120 0,-0.002-0.106 0,0.796-0.096 0,0.638-0.070 3,0.755-0.056 2,0.789-0.044-4,1.434-0.031 1,-5.143-0.034 2,4.618-0.020 1,0.446-0.007 0,0.375 0.000 1,-4.466-0.030-2,1.752 0.022 0,-0.102 1.162-1,-2.295 2.391 2,4.594-1.553-2,-1.940 0.288-2,-0.181-0.255-1,0.095-0.326 1,0.255-0.342 0,0.332-0.322 1,1.001-0.083 1,-0.315 0.323-1,-0.102 0.449 1,-2.180 0.801 3,0.059-0.011 1,1.786-0.538-6,0.398-0.232 1,0.422-0.264 0,-1.233-0.204 2,-0.251-0.287 0,0.074-0.253 0,0.277-0.213 0,0.387-0.172 0,0.428-0.132-3,0.521-0.098 0,0.542-0.068 0,-4.801-0.105-1,3.940 0.015 7,-0.865-0.002 0,0.971 0.017-2,0.122 0.007-1,0.275 0.009-1,0.357 0.009-2,-0.393 0.007 0,-0.333 0.009 2,-0.481 0.007 0,1.089 0.007-1,0.103 0.003 1,0.195 0.003 0,-5.082 0.001-1,0.961 0.005 2,-1.256 0.003 0,2.131 0.000 0,2.003-0.001-1,1.254-0.001 1,-0.420-0.001 0,-0.046 0.000 0,-0.572 0.000 0,-1.698 0.000-1,0.500 0.000 0,0.798 0.000 0,0.878 0.000-1,-2.158 0.000 1,2.473-3.484 1,0.563-1.616 1,0.040-0.329-1,1.584 0.390-1,1.024-1.514-3,2.336-0.315 2,1.191-0.065 3,-0.152 0.296-1,-0.209-0.429-1,0.181-0.047 0,6.296 3.479 0,-0.841-0.046 1,0.362-2.447-1,-1.769 0.830-1,0.569-0.848-2,-0.651 1.030 2,0.032 0.335 0,4.038-3.120 0,0.041 1.986 0,0.639 0.132 2,-0.261-2.046-1,-0.077-0.011 1,-1.272 2.468 0,0.905 1.301-3,0.711 1.434 3,1.256 1.276 1,-4.033 1.042-3,0.031 0.177 0,5.370 0.195 1,-2.308-0.107-1,-2.810-1.826 0,0.394-1.702 2,1.839 0.254 3,0.778 0.801-5,-3.286 1.315 0,5.092-0.452 0,-2.308 0.812-1,-2.302 0.533 2,0.232 0.335 1,-0.329 0.105-1,1.092-0.001 4,-0.412-0.030-1,-0.931-0.035-5,0.591 0.506 0,-3.524 4.685 3,-3.982 1.297 1,-2.546-0.822-1,-1.303-1.198-1,-0.990-0.561-1,-0.410-1.077 0,-4.200-1.062 0,3.511-1.262 1,-0.710-0.183 0,-0.199 0.815 0,-0.080 0.468-2,0.088 0.205 0,0.195 0.016-1,0.253-0.111 5,0.276-0.187-1,-0.069-0.146-3,0.470-0.272 2,-4.949 0.415 1,3.051-0.869 0,-0.331-0.368 0,-0.601-0.261 0,0.388-0.137 0,-2.043-0.072-2,3.858 0.047 1,-0.716 0.004 0,1.101 0.020-1,-0.502 0.006 0,-0.527 0.006-1,-0.948 0.004 1,-0.038 0.007-1,0.154 0.006 2,-2.303 0.004-1,-0.441 0.006 0,-0.996 0.004 3,0.000 0.004-1,0.155 0.002-1,3.123 0.001-2,0.000 0.000 1,-0.083 0.000 0,0.113 0.000 0,0.247 0.000 1,0.331 0.000 0,0.375 0.000 0,0.389 0.000 1,0.380 0.000-1,-1.750 0.000 2,0.688 0.000-1,0.665 0.000 1,-1.537 0.000-1,1.255 0.000 0,0.075 0.000 0,0.032-0.120 0,1.124-0.182 0,-2.841-0.906-4,3.074-1.860 3,5.876-3.676 3,5.762-0.073-2,1.392 1.970 0,0.831 1.323-1,0.732 1.050-1,1.448-0.367 0,0.141-1.467 1,0.004-1.689-1,-3.896 1.809 1,-0.454 0.220-1,-0.589 0.468 0,3.045-1.734 0,-2.075 2.228 1,2.457 1.384 2,3.966 1.416 1,-4.506 0.209-1,0.874 0.045-5,0.718 0.029 1,2.339 0.037-2,0.451 0.009 1,0.204-0.002 1,0.027-0.009 1,-0.092-0.013 0,-0.166-0.015 0,-1.897-0.023 0,-0.113-0.011 1,-0.070-0.010 0,1.907-0.005 1,-0.227-0.011-1,-0.292-0.008 1,-0.316-0.007 0,-0.310-0.005-2,-1.949-0.003 0,-0.020-0.001 0,0.072-0.001 0,2.010-0.001 0,0.674 0.000 3,0.730 0.000 0,-0.554 0.000 1,0.163 0.000-5,0.042 0.000 1,0.240 0.000-1,-0.416 0.000 1,-0.523 0.000 1,-0.563 0.000 0,5.134 0.000 1,1.676 0.000 0,-1.262 0.000 4,-0.200 0.000-4,-0.525 0.000-5,-1.087 0.000 0,-1.368 0.000 1,-1.446 0.000 3,-1.986 0.000 0,-1.081 0.000 1,-0.925 0.000 3,-1.187 0.000 0,-0.281 0.000-1,-0.111 0.000-1,0.012 0.000 0,2.686 0.000-3,1.187 0.000 1,0.042 0.000-1,0.146 0.000 1,-0.083 0.000-1,-0.218 0.000 1,1.040 0.000-2,1.342 0.000 1,-0.813 0.000 0,-0.401 0.000 5,-0.755 0.000-3,-0.944 0.000-4,-1.013 0.000 1,0.024 0.000 0,-1.071 0.000 2,-0.896 0.000 1,4.385 0.000 1,-1.587 0.000-1,-2.094 0.000 0,-13.332 2.770 0,3.193 2.438 4,-1.901-1.759 1,-5.576-0.775-7,-1.374-1.262-1,5.599-0.979 0,-1.452 0.593 0,-0.213 0.932 1,0.931 0.395 1,0.896 0.262 0,-2.992 2.792 0,3.918-0.300 1,2.377 1.604-1,-3.440-1.632 5</inkml:trace>
</inkml:ink>
</file>

<file path=ppt/ink/ink6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2:26"/>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4618.692 6521.262 767,'-6.606'0.000'0,"0.126"0.000"0,0.252 0.000-5,-0.021 0.000 5,-1.835 0.000-1,-3.756 0.000-2,3.638 0.000 2,-0.312 0.000 0,1.351 0.000 0,-0.363 0.000 0,-0.423 0.000-1,-1.124 0.000 0,-0.442 0.000 1,-0.368 0.000 1,-0.087 0.000-1,0.587 0.000 1,0.804 0.000-1,0.891 0.000 1,0.887 0.000-1,-0.872 0.000 2,0.165 0.000 0,0.446 0.000 2,0.587 0.000 0,-4.810 0.000-2,-0.527 0.000-4,0.491 0.000 6,-1.505 0.000-5,5.840 0.000 1,0.208 0.000 1,0.186 0.000 1,0.425 0.000-1,-4.887 0.000-1,1.431 0.000 1,0.970 0.000-1,2.091 0.000 1,-0.419 0.000 0,-1.088 0.000 3,-0.691 0.000 1,-0.386 0.000-6,-0.163 0.000-1,-0.008 0.000 0,2.048 0.000 2,0.223 0.000 2,0.239 0.000 0,-0.268 0.000-1,0.321 0.000 0,0.318 0.000 0,-4.782 0.000 1,0.144 0.000 0,-0.035 0.000 0,0.122 0.000 0,1.286 0.000-2,0.921 0.000 1,0.825 0.000 1,0.861 0.000 0,-0.965 0.000-1,-1.554 0.000 1,3.158 0.000 0,-0.080 0.000-1,0.051 0.000-2,-0.164 0.000 0,-0.398 0.000 2,-0.060 0.000 1,0.167 0.000-1,-1.835 0.000 1,-0.318 0.000-3,0.119 0.000-1,1.370 0.000 5,0.495 0.000 0,0.532 0.000-4,0.521 0.000 0,-2.095 0.000 2,-0.675 0.000 2,2.606-0.251-1,-4.763-1.606 1,4.367-0.367-3,0.199-0.159 0,-2.642-0.837 1,-1.166 0.376 2,-1.210 0.776-2,1.821 0.308 0,2.760-0.698-1,1.420-3.036 3,3.902-1.763 0,1.678-0.332-2,1.056-1.871-1,3.106 2.731 1,1.787 2.225 0,3.256 1.170 0,-2.536 1.319-1,0.519-0.446 1,-1.276 0.416-1,0.029 0.082 0,-0.022 0.165 0,1.781-0.854-1,0.103-0.700 1,-1.328 0.418 2,-0.165 0.129 0,-0.182 0.266-1,0.400 0.208 0,0.029 0.421 0,-0.082 0.410 0,-0.148 0.373 1,-0.179 0.322-1,5.003-0.050 1,-1.180 0.584-1,-0.830 0.273 0,1.629 0.162 0,-0.638 0.042 0,-0.614-0.029 0,-0.039-0.052 0,1.754-0.046 1,-5.208-0.054-1,0.648-0.006-1,0.642-0.005 0,1.317-0.004-1,0.564-0.004 0,0.442-0.003 1,3.680-0.003 0,0.856-0.002 0,-3.215 0.000 0,-0.441 0.000-1,-0.598 0.000 2,1.683 0.000 0,-0.259 0.000-1,-0.120 0.000 4,-0.024 0.001-3,2.760-0.447-1,1.273-0.684-1,0.361-0.773 1,-2.497 0.148 3,0.761-0.046-1,0.928 0.067-4,-0.806 0.004-1,0.081-0.262 2,-0.109-0.344 1,3.151-0.795-1,-0.725 0.096 1,-0.896 0.286 1,1.615-0.522 2,-0.792-0.570-1,-2.688 0.814 1,0.085 0.167 3,-0.413 0.273-2,0.363-0.189-6,0.027-0.343 3,2.582-0.761 0,-1.047 0.305-3,-1.873 0.741 3,-0.120 0.475 1,0.766 0.342 2,-0.892 0.529-2,-1.484 0.510-1,0.096 0.312 0,0.917 0.234 3,-0.588 0.221-3,-2.542 0.142 0,-0.738 0.078 0,-0.719 0.051 0,0.611-0.550 2,0.547-0.908-1,-0.731-0.247 0,0.101-0.163-1,0.025-0.002-1,-0.027 0.106 1,-0.891 0.076-1,0.189-0.255 0,0.260-0.345 0,1.442-0.563 0,-0.239 0.053 1,-0.424 0.211 0,-0.648 0.372 0,-0.244 0.318 0,-0.078 0.282 1,-0.450 0.333 0,-0.468 0.299 1,-0.586-0.006-1,0.175-0.293 0,0.337-0.429 0,-0.431-0.046-1,0.019-0.043-1,-0.050 0.051 0,0.155 0.117 1,0.293 0.157-1,0.378 0.179 1,2.813-0.233 1,-0.583 0.134-2,-0.948 0.071 1,-1.086 0.027-1,-1.075-0.002 0,3.800-1.313 0,-2.669-0.122 0,-1.501-0.109 1,2.916-1.417-1,-3.241 1.695 7,0.415 0.005-1,0.152-0.076-3,-0.038-0.128-4,-0.167-0.158 0,-0.249-0.170 0,1.647-0.705 0,0.328 0.356 2,0.428 0.502 0,-0.979 0.735 0,-0.377 0.438 0,-0.507 0.403 0,-0.558 0.352 0,3.708-0.089 0,-1.458 0.655 2,1.292 0.626 0,-3.041 0.639-1,-1.016 2.629 1,-6.292 2.565-1,0.548 1.538 0,-2.512-0.274 0,-1.297-1.343 0,-0.112 0.749-3,-1.358 1.226 1,-0.648 1.088-1,-1.753 0.553 1,3.072-4.340 1,-1.234 1.664-1,0.458 0.349 0,1.756-1.704 0,0.532-0.118 0,0.549-0.159 1,-1.434 4.539 1,0.190-0.486 0,1.042-3.458-1,-0.423-0.010 0,-0.409-0.047 0,-0.173-0.264 0,-0.010-0.383 0,0.096-0.431 0,-3.459 3.503 0,0.537-1.187-1,-0.549 0.235 1,0.175-1.114 1,-0.377-1.417 0,0.848-0.593 0,1.066 1.483 0,1.853 0.829 1,1.985-0.575-1,1.202 1.631-2,0.385-0.786 0,-0.738-0.020 2,-2.015 0.159 1,-2.777-3.553-3,0.766-7.182 2,5.106-2.496 0,1.844-0.637 0,3.667 0.445-2,0.890-0.211-1,0.825-1.790 0,-1.648-0.456 0,0.338-1.956 2,-2.929 4.632 1,-0.250 0.430-1,0.080 0.008 0,0.115 0.104-1,0.134 0.166 0,0.842-0.808-1,0.288 0.191 1,0.265 0.187 1,0.253-0.589 0,-0.543-0.073 0,-0.871 1.053 1,-0.242 0.297-1,2.673-4.307 2,0.857 1.244-2,-1.921 4.331 0,0.611-0.076 0,0.923-0.637 1,-0.485 0.143 0,-0.792 0.210-3,2.248-3.726-1,-1.891 2.615 4,0.463 1.052 3,1.323-1.038-1,-0.231-1.598-4,0.467-1.696-1,-0.231 2.092 1,-2.265 1.819 2,1.366-2.017 1,-0.214 1.822-1,-1.501 0.276-1,0.250-0.649-1,2.331 0.584 1,-1.087 2.876 0,1.334-0.403 0,-0.211-0.620-1,-1.292 0.335 0,-0.349 0.128-1,4.478-1.736 2,-3.906 1.018 1,0.575-0.913-1,0.272-0.667 0,1.433-0.069 1,0.892 0.319-2,0.480 0.544-2,0.181 0.648 2,0.961-0.204 1,-0.271-0.261-2,-3.472 0.783 1,-0.752-0.428 2,1.082-1.424-1,-0.816 0.264 1,-0.611 0.556 0,0.990 0.504 0,-0.534 1.261 1,1.477-0.514-1,-0.685-0.447 0,3.342-2.285-2,-4.841 2.339 0,0.774-0.289 2,0.365 0.131-2,0.312 0.274-1,0.258 0.358 1,-0.256 0.141 0,0.167-0.269 0,1.404-0.707 0,-0.568 0.202 0,-0.782 0.370 1,-0.866 0.454 1,-0.861 0.477 0,3.413-0.805 0,-0.709 1.409-1,0.246 0.983 4,-0.835 0.551 0,-0.953 0.217-3,0.203 0.040-2,0.525-0.053 7,0.035-0.036-9,-14.094-0.144 6,1.867 4.389-2,3.667 4.458-3,-2.429-2.147 0,-3.045-0.821-1,-1.468-1.523 2,1.067 0.773 1,1.439 0.737 0,-0.620 0.710 1,-2.280-0.953-2,2.450-2.558 1,0.035 0.074-2,0.393 0.167 1,-4.938 2.651 0,0.116-0.374 1,-1.007 1.203 3,4.988-3.104-4,-0.143-0.112 0,-0.127-0.167 0,-0.108-0.191 0,-0.088-0.192-1,-0.069-0.179 1,0.481-0.171-1,0.246 0.069 1,0.297 0.127-1,0.310 0.158 1,0.061-0.054 3,0.011 0.276 0,0.304 0.304 1,-0.164 0.459 0,0.141 0.035-2,0.077-0.066 0,0.029-0.130-2,-0.004-0.163 0,-0.026-0.175 0,-4.977 2.498 0,0.496-1.880-1,1.000 1.570 5,-0.089 1.832 3,-1.461 0.264-7,4.570-3.779-1,0.158-0.125 0,0.249-0.128 2,0.294-0.122-1,-0.030 0.438 1,-2.394 3.948-2,2.305-1.233 3,-1.704-2.007 2,-2.769 0.326 2,1.601 0.281-7,2.485 1.645 1,1.134 0.089 2,-0.727-1.621 0,-2.572-1.435 0,-0.805-1.925-2,2.226-2.049 1,0.701-3.167 0,5.021-3.334 0,1.223-1.714 1,2.626-1.093 1,-1.123 2.675-4,-0.307 0.019 1,-0.211-0.478-1,-0.060 1.025 1,0.646-0.486 0,0.845-0.545 0,1.520-1.924 2,0.528-0.345-4,0.254-0.144 2,0.057-0.002-1,-0.792 1.925 0,0.200 0.667 1,0.278 0.418 0,0.320 0.221 0,1.140-0.680 2,0.355-0.008 3,0.861-0.540-2,-0.262 0.410-2,-0.449 0.500-1,-0.535 0.521 0,-0.453-0.013 1,-0.367-0.354-1,-0.285-0.546 1,-0.584 0.814 0,0.162 0.447 1,-1.015 1.343-1,0.256-0.062 0,1.063-0.853 2,0.407-0.299 0,2.103-1.889-1,0.375-0.378-2,-0.684 1.041-1,0.123 0.580 1,-1.998 1.532 0,-0.391 0.004 1,0.149-0.813-1,-0.726-0.234 1,0.104-0.648 1,0.078-0.070 2,0.341 0.009-2,0.041 0.252-1,0.020 0.202-1,-0.068 0.241 0,-0.126 0.255 0,1.664-0.810 0,0.141 1.022 1,0.071-0.330 0,-0.071-0.696 2,0.736-1.319 1,0.021-0.463-3,-2.148 2.409-1,0.113 0.426 0,2.546-1.614 0,0.167 0.084 0,-0.741 1.143 2,0.036 0.750 0,-0.903 0.890-1,-0.418 0.382-1,-0.490 0.276 1,-0.507 0.188 1,4.110-2.513 0,-1.280 1.324-2,0.059 0.134 2,-3.636 0.108 1,0.431-0.652-1,0.477-0.074-2,0.276-0.092 1,0.128-0.096-1,0.021-0.092 1,0.233 0.262 0,0.018-0.085 0,-0.399-0.088-1,1.595-1.235 1,1.063-0.378 1,-0.747 0.640-2,0.292-0.289-1,0.177-0.293 1,0.092-0.278 0,0.853-0.941 0,-0.450 0.130-1,-0.575 0.267 0,-2.668 1.885 1,-0.687-0.080 1,-0.471-0.049 2,-0.295-0.025-1,-0.156-0.006 2,3.342-3.470 1,-1.975 3.243-4,0.205-0.301 0,0.097-0.493 0,-0.658 1.013 1,0.251 0.313-1,0.306 0.095-2,0.331-0.066 1,1.414-1.587 0,-0.585-0.263 2,-2.166 2.012 0,0.020-0.191-1,1.633-2.328-1,-0.158-0.320 1,-0.243-0.216 1,-0.282-0.133-2,-0.314 0.850 0,0.149 0.722 0,0.924-0.211-1,-0.173 0.818 1,-0.282 0.699 4,-0.326 0.568 0,0.321-0.862-2,-0.056-0.870-2,-0.956 0.118 1,-0.543-0.456 1,-0.595 0.470 0,0.119-0.285-2,0.852-0.964 0,0.183 0.594 1,0.151 0.848 0,-0.879 1.346 0,3.113-4.094-1,-3.030 3.208 2,-0.315 0.326 1,-0.182 0.326-1,-0.085 0.296 0,3.707-4.267-2,-3.391 4.491 1,3.320-3.520 0,-0.637 1.037 1,-0.749 1.017-1,-0.968 1.115-1,0.173-0.120 1,2.023-1.421 0,-0.105 1.245 1,-0.593 1.704 0,0.191-0.596-1,-2.382-0.253 2,-0.115-0.287-1,0.164-0.389-1,0.085-0.170-2,0.027-0.018 0,-0.006-0.257 1,-0.594 0.298 0,1.724-4.144 0,-2.465 1.170 2,-1.766 0.495 1,0.241 0.503-1,2.486 0.897 2,-0.003 0.685-3,0.212-1.447-1,0.809 2.707 0,1.853-0.439 2,-1.600-1.444 1,-0.349 2.700-2,-0.152-0.145 0,-0.016-2.613-1,-2.709-0.715 1,-1.627 0.272 0,0.279-0.442 0,6.034 2.415 1,0.770-0.002 0,-1.619-0.134-3,-1.330-1.013 0,0.104-1.929 2,1.233-1.091 1,1.630-0.842-3,-3.211 5.052 2,0.302 0.510-1,0.246 0.636 0,3.991-2.639 0,-2.349 0.220 2,-2.831 0.209 2,-1.185-1.121-2,0.896 0.506-1,0.646 0.443 1,-0.389-0.005-1,1.392 0.341 0,0.885-2.110-1,-1.266 0.621 3,-1.817 1.586-4,-8.014 9.331 4,0.764 0.754 0,-1.116 0.966 0,-0.697 0.689-4,0.751-0.750 0,-0.629 0.629-1,0.590-1.510 1,-1.674-0.369 0,0.051 0.048 3,2.027 0.069 3,0.491 2.742-5,0.912-0.593 1,-0.641 0.985 1,0.811-1.192-2,0.126 0.170-1,0.250 0.069 0,-0.567 2.313 0,0.705-0.510 0,0.695-0.693 1,0.627-0.743 3,-0.490-0.940-1,-0.759 0.324-1,-0.654 0.171 2,-0.546 0.057-1,-0.441-0.026 0,-0.345-0.081-2,-0.093-0.589-1,-0.602-0.091 0,-0.666-0.083 1,-1.696 1.396 1,-0.074 0.555-1,0.221 0.658 0,0.401 0.684 0,0.965-0.429-1,0.046 0.528 1,-0.053 0.511 0,-0.116 0.473-1,-0.439 1.188 1,0.690-0.471 0,0.876-0.756 1,0.940-0.895-1,0.155 0.059 0,0.359-0.968 4,0.111-0.833 1,0.129-0.753 0,-0.659 0.713-1,-0.815 1.032-1,0.600-0.826-3,0.112 0.156-1,0.294 0.002 1,-0.492 1.129-1,0.104-0.319 1,0.025-0.412 0,-0.022-0.098 3,-0.327 0.579-1,-0.042 0.165 0,-0.174 0.439-1,-0.128 0.387 0,0.080-0.452-1,-0.490 0.275 1,-0.582 0.258-2,-1.758 2.570 0,0.475-0.199 0,0.470-0.224 1,0.432-0.223 0,0.375-0.206 2,0.312-0.573 3,0.247-0.766-5,0.189-0.832 1,-0.628 1.549-1,-0.205 1.523 4,0.946-1.632-1,-0.008-0.191-3,0.003-0.452 0,-1.153 1.186 0,-0.189-0.636 0,0.221-1.559 2,0.112-1.514 0,0.163-1.554 0,0.471 0.542 1,0.922 0.121-1,0.994-0.034 5,0.948-0.125-4,0.836-0.168-3,0.694-0.180-1,-2.761 4.554 0,1.135-4.712 0,-0.604 0.741 4,-0.037 0.103 0,0.178-0.006-1,-0.223 0.709-3,0.059 0.064 0,0.017 0.060 1,-0.011 0.054 2,-0.365-0.762-2,-0.250-0.149 0,0.065-0.177 0,0.139-0.031 1,0.447-0.337 1,0.519-0.356 1,0.537-0.347-2,-2.150 4.045 0,-0.134-3.070 1,-1.052-2.870 3,0.307-1.064-2,-0.545 0.242-1,-2.591 2.067-3,0.656 2.023 0,2.108-0.235 6,2.059-1.760-5,4.264-11.037 3,2.735-0.424-1,1.249 1.425-2,1.173-0.725 1,0.853-2.281-2,-3.426 1.906 1,-0.330-1.204-1,0.136-0.901 2,0.160 0.388-1,0.283 0.840 0,-0.417 1.620-1,0.276-0.111 1,0.306-0.314 2,0.638-1.261 0,-0.200-0.050-1,-0.376 0.094-1,-0.351 0.379 0,0.053-0.306 1,0.159-0.405 0,-0.060 0.196 1,0.236-0.430-2,0.258-0.441 0,1.124-2.122 0,0.198 0.019 0,0.098 0.264 0,0.026 0.404 0,-0.022 0.468 0,-0.053 0.477-1,-0.068 0.449 1,-0.480 1.113 0,-0.121 0.530-1,-0.121 0.515 1,-0.113 0.474 0,-0.195 0.155 2,-0.485 0.251 4,2.258-5.405 4,-1.095 0.073-6,-0.589 0.654-3,-0.091 0.450-2,-1.553 3.847 1,0.404-1.203 0,0.122-0.745 1,-0.042-0.002 2,0.247-0.562 0,0.278-0.520-4,0.623-0.972 0,0.305 0.064 0,0.264 0.277 0,-0.166 1.313 1,0.176 0.802 0,0.159 0.908 0,1.469-0.729 2,-0.661 1.233-1,-0.885 0.989 3,1.914-2.698 2,-1.869 1.284-3,0.424 0.035 0,0.952 1.243-1,2.043-1.873-1,-1.720-0.351 0,-0.663 0.070 1,-0.379 0.433-2,1.250 0.759 0,0.149-0.371 1,1.900-0.530 1,-3.574 2.979-1,1.450-1.035 0,-0.314 0.211 0,-0.593 0.387-2,-0.712 0.461 0,2.846-2.389 0,-2.299 1.474 2,0.449-0.593-1,1.296 2.383 4,2.059-5.629 3,-3.666 2.387-8,0.183-0.446 1,-0.590 0.931 0,0.044 0.496 0,0.032 0.658-1,0.145 0.512 0,4.106-1.559 3,-2.071 2.632 1,0.582 1.606-1,-1.281 2.205 0,-5.201 5.280 1,-1.726 0.102 1,4.914-2.118-2,1.600-4.263 0,-1.822-4.045-1,-1.407-2.747 0,4.306 2.009-1,-1.506 1.150 1,0.046-0.654-2,-1.207-1.108 1,-1.188-0.927 0,0.952 0.949 1,2.918-0.695 2,-0.332-0.712-3,-1.240-0.754 0,-0.428 1.088 1,1.424 0.797-1,4.018-0.613 1,-0.657 0.365-2,-1.470-0.605 1,0.375-0.345 0,-4.077 3.109 2,2.018-1.598 2,-0.190 0.030-3,-0.436 0.206-2,-0.548 0.296 0,-0.569 0.326 1,2.679-2.568 0,-1.026 0.559 0,-0.604 0.542 3,-0.021 1.332 0,1.105 1.316 0,1.603 1.451-1,-0.447 1.188 0,-0.598 0.600-1,-0.708 0.347 0,-0.163 0.876 0,-4.465 4.710 1,-3.275 0.278 0,-7.432-2.731-1,1.099-2.030 0,0.599 2.336 0,1.478 0.304-1,0.246 1.220 2</inkml:trace>
</inkml:ink>
</file>

<file path=ppt/ink/ink6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2:27"/>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6622.692 5391.262 767</inkml:trace>
</inkml:ink>
</file>

<file path=ppt/ink/ink6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2:38"/>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4395.692 6536.262 767,'-6.052'0.000'0,"-0.143"0.000"0,-2.109 0.000-5,-0.539 0.000 5,-3.324 0.000-4,5.557 0.000 3,0.092 0.000-1,-0.491 0.000 0,-0.540 0.000 1,-0.250 0.000 2,-0.035 0.000-2,0.114 0.000 0,0.210 0.000 0,0.265 0.000 0,0.288 0.000 1,-1.290 0.000 1,0.730 0.000 0,0.754 0.000 0,0.702 0.000-1,-5.912 0.000 2,5.616 0.000-1,-0.358 0.000 0,0.320 0.000 0,-5.029 0.000-3,1.430 0.000 1,-1.297 0.000 1,3.932 0.000 1,0.283 0.000 0,0.505 0.000-2,-4.769 0.000-2,2.739 0.000 4,-0.357 0.000 0,-0.248 0.000 2,-0.168 0.000-3,-3.121 0.000-1,5.269 0.000 1,-1.718 0.000 0,0.096 0.000-3,0.381 0.000 1,1.518 0.000 0,0.069 0.000 1,-0.021 0.000 3,-0.079 0.000-1,-1.148 0.000-1,0.574 0.000 0,0.725 0.000-1,0.754 0.000 1,-3.027 0.000 1,1.807 0.000 1,-0.550 0.000-1,-0.083 0.000 1,0.177 0.000-1,-1.345 0.000-1,-1.384 0.000 0,-0.408-0.657-1,1.426-1.294 0,1.558-1.250 1,1.011-0.057 0,-0.299 0.295 0,1.147-0.791 2,1.812-0.597-1,-3.519-1.885-1,-0.042 0.773 1,0.162-0.103-3,-0.112 1.307 1,-1.009 1.063 0,0.913 1.397 2,1.172 1.000-1,-2.259 0.609 1,2.365 0.313-1,-0.680 0.027 1,-2.542 0.007-1,-1.876-0.043-1,4.741-0.074 1,-0.051-0.010-1,0.245-0.009 1,0.417-0.007-1,-0.459-0.005 0,-0.006-0.005-1,0.474-0.003 0,-4.479-0.004 6,2.505-0.002-2,1.936 0.000-2,-0.442 0.001 0,0.623 0.003 1,-2.474 0.001 2,-2.325 0.000-3,4.499 0.000-1,-0.348-0.111-1,0.592-0.173 1,-3.565-0.882-2,3.681-0.733 2,1.779-3.312 3,7.167-0.426 0,4.592 2.647 1,-2.358-2.074-1,0.390 1.586-2,4.290 0.532-2,-2.972 1.488 1,0.727-0.194 0,0.500-0.297-1,0.319-0.341 0,-0.240 0.268 0,0.447 0.086 1,0.130 0.166 0,0.390 0.161 0,-0.025 0.250 3,-0.080 0.250-1,-0.111 0.235-3,1.810 0.164 0,0.137 0.219 2,-0.315 0.176-1,0.904 0.133 3,0.485 0.110 1,0.617 0.074-6,1.820 0.048 1,1.728 0.024 0,-1.677-0.004 1,0.179-0.001 0,-0.051-0.005 0,-0.199-0.008 0,0.271-0.005 0,-1.352-0.011-1,-1.523-0.010 1,-1.514-0.009 0,-1.389-0.007 0,-1.203-0.005 3,-0.992-0.004 0,8.320 1.784 1,5.067 1.396-2,2.788 1.040 0,-2.306 0.033 0,-0.270 0.442-7,-0.790 0.334 0,-3.583-0.793 2,-0.836-0.253 0,-0.814-0.368 1,3.358 0.818 6,0.361 0.207 2,1.188 0.210 0,-1.349-0.586-3,-5.596-1.553-2,-0.612-0.404-1,-0.476-0.397 1,1.810-0.104 4,-1.161-0.506-2,-1.210-0.420-1,-2.833-0.139-1,-0.634 0.243 1,-0.530 0.378 1,1.392 0.819 2,-0.685 0.041-3,-0.577-0.161 0,3.257 0.725 2,-0.431-0.613-2,-0.622 0.369 0,-0.899 0.840-1,-0.496 1.177-1,-2.764-0.491 0,-1.433 1.830 2,-3.778 0.906 1,0.234 1.194 0,-6.055-2.034-1,-3.646-1.691 0,-0.698-0.432-4,0.729-0.238 1,1.057-0.102-1,-0.112-0.297 1,-2.815-0.874 2,5.906-1.535 3,-0.096-0.176 0,-0.018-0.157-5,-0.393-0.121 1,0.110-0.124 0,0.146-0.095 2,0.158-0.071-1,-5.605-0.075 1,5.653-0.028-1,-5.591-0.067 1,0.540 0.025-1,4.615 0.054 0,-0.914 0.004 0,0.242 0.007-1,0.514 0.007 0,-4.631-0.002-1,2.439 0.014 2,0.704 0.007 1,0.471-0.234 1,0.908-0.935 0,4.514-4.582 0,2.810-0.449-1,-0.607-0.988 0,0.124 0.652-1,4.360 2.020 0,2.451 3.732 0,-0.560 0.809 0,-0.115-0.149-1,5.010-1.337 0,-4.769 0.057 1,1.505-0.585-1,0.030-0.069-2,-0.180 0.107 0,-0.819 0.335 2,-0.167 0.221-1,-0.142 0.235 3,-0.116 0.229 0,-0.091 0.211-1,0.386 0.207 0,0.438 0.142-1,0.189 0.118 1,0.590 0.091 0,-0.174 0.084 3,-0.284 0.061-2,0.324 0.042-3,0.707 0.026 0,0.916 0.014 3,0.971 0.011-1,-0.304-0.002-2,-0.658-0.006 1,-0.836-0.009 0,0.584-0.010-1,0.272-0.010 3,1.742-0.007 2,0.879-0.009 2,-1.828-0.009-7,-0.530-0.004 0,-0.742-0.003 0,-0.832-0.002 2,0.500-0.002-2,0.546-0.001 3,0.445-0.001 1,-0.420 0.000 2,0.245 0.000-4,0.206 0.000-2,1.742 0.000-2,-0.590 0.000 2,-0.818 0.000 2,-0.896 0.000 0,-0.875 0.000 0,-0.792 0.000 0,-0.627 0.000-1,4.006 0.000 1,-3.241 0.000 3,-0.038 0.000 9,-14.037 0.000-8,-1.061 1.579-2,-2.404 2.160-5,0.104-0.068-1,-0.526 0.167 2,4.407-1.286 1,-0.216 0.104 0,-0.043-0.069 0,-0.111-0.143 1,0.050-0.268 0,0.077-0.305-1,-0.054-0.266-1,-5.314 0.662 3,0.636-1.151 2,2.462-1.750-3,2.016-3.134 1,5.103-3.852 1,3.854 2.044-1,1.483 0.650-1,0.438 0.416 0,4.103-1.370 0,-2.385 2.696 1,0.841 0.281 0,0.019-0.278-5,0.444-0.273 3,-0.023 0.041-1,-0.332 0.246 0,-0.516 0.367 2,-0.604 0.423 1,1.626-0.220-2,0.257-0.156-1,-0.068-0.312 3,-2.138 0.803 2,-0.128 0.132-1,6.579-2.045-5,-5.467 1.857 2,0.159-0.164 3,0.173-0.208-2,1.915-0.488-1,1.080-0.380-1,0.706-0.374 0,-1.116 0.562 4,0.279 0.212 0,0.229 0.321-5,0.997-0.123 0,0.104-0.088 0,0.026-0.206 3,3.178-1.193 0,1.538-0.687 0,-4.147 1.423-1,0.109 0.191 1,0.013 0.302-1,4.175-0.513-1,-0.940 0.751 1,-3.869 1.079 1,-0.491 0.413 0,-0.371 0.366 1,-1.275 0.354 3,-0.516 0.227-3,-0.529 0.187 0,1.257 0.145-1,-0.820 0.166 0,-0.770 0.109 2,3.053-1.340 1,1.104-0.700-1,0.305-0.959-2,-0.205-1.031-1,0.219-0.270-1,0.455 0.215-1,-1.296 0.769 3,-0.343 0.498 0,-1.335 0.296 0,-0.702-0.110 0,-0.733-0.250 0,0.791-0.483 2,-0.540 0.307-1,-2.696 1.056-1,5.242-1.151 2,-3.705 0.963 0,0.009-0.591-1,3.146-1.304-1,0.225 0.373 0,0.268 0.803 0,-4.611 1.680 0,0.195 0.296 0,0.123 0.240-1,-0.385 0.222 1,4.945 0.060 2,-2.121 0.355-2,-1.258 0.132-1,-0.537 0.029 10,-1.118 0.021-13,-12.768-0.094 8,1.257 4.689-2,1.222 2.964-4,-0.915-0.982-1,-0.610-1.280 1,-0.068-1.772 0,-2.305-0.077 3,3.415 0.997 0,-0.832 2.858 1,-1.540-0.538-3,-1.847 0.998-1,0.091-0.691-1,-0.770 0.078 2,-0.580-0.077-4,-1.979 0.809 1,-0.254-0.370 2,-0.038-0.426 1,0.545-0.425 1,0.859-0.389 0,0.980-0.334 0,1.267-0.425 0,0.456 0.142 2,1.277-0.859 0,0.485-0.483 0,0.462-0.595-1,0.419-0.635 0,-1.422-0.407 1,-0.421-0.704-1,-0.131-0.610 0,-0.417-0.470 1,0.249-0.444-1,0.335-0.327-3,-3.044 0.667 0,-0.868 1.779 4,5.059-0.930-2,0.116-0.056 0,-5.139 1.289 0,2.014-1.020 0,1.803-0.911 0,-0.770-0.637 2,0.780-0.665-1,1.259-1.320 1,8.799-4.787 0,1.755 2.396-1,-1.614-2.392-1,-0.676 0.449 0,1.338-2.042-2,1.410-2.994-1,-2.053 4.992 1,1.380-0.725 2,0.441-0.018-1,-0.016 0.071-1,-0.027 0.575 0,0.543 0.109 3,0.670 0.104 0,0.997-0.882-2,0.079-0.572-1,-0.151-0.695 2,-0.293-0.729-1,-0.042-0.763-1,0.312-1.009 0,0.449-1.007 1,0.719-1.136-1,-0.075 0.327 1,-0.243 0.717 0,0.609-0.997-1,-0.130-0.218 3,-0.564 0.880 1,-0.388 0.850 0,-0.401 0.998-2,-0.451-0.103 1,-1.470 1.945 0,-0.143 0.208 0,1.062-1.914 3,-0.304 0.301-2,-0.322 0.321-4,-0.305 0.304 0,-0.169 1.898 1,0.078 0.652 1,-0.258 0.682 0,-0.465 0.658 1,2.361-3.318 3,-2.279 1.652-2,-7.024 1.123 0,-3.330 6.345 2,0.410 1.426-1,-1.633 3.790-4,-0.514 1.621-1,3.316-3.067 2,-1.112 1.461-3,-0.071 0.572 1,0.084 0.471 0,0.177 0.373-1,-0.352-0.333 2,-1.013 0.944 0,-0.907 1.091 1,-0.785 0.542 3,-0.656 0.134-3,-0.532-0.154-4,-1.143 1.083 0,-0.824 1.245-1,-2.836 2.841 5,-0.058-0.407-1,0.322-1.010-1,-0.238-0.797 1,0.346-0.509 0,1.265-0.822 1,1.080-1.603 1,-0.391-0.242 2,-0.046-0.456-2,0.195-0.580-1,-1.494 0.463 3,-0.409 0.011-3,0.196-0.186-4,-1.496 1.113 0,0.953-0.271 8,1.094-0.284-2,1.104-0.272-6,0.028-0.833 3,0.516-1.131 1,0.790-1.238 0,0.515-0.847 8,0.300-0.535 0,0.142-0.296-11,2.237-0.373 2,0.299 0.140 1,0.305-0.081 1,-1.286 0.572-1,0.512-0.553 3,0.507-0.632-1,0.494-0.738-3,-3.239-0.573 2,2.783-5.078 3,9.933-3.046-1,2.851 0.708-1,-0.966-0.542-2,-0.054-0.061-2,-0.012 0.417 1,2.996-1.621 0,0.070 0.949 2,1.417-1.086-1,0.704-0.565-3,0.157 0.007-1,0.808-0.456 1,0.825-0.424-2,4.126-2.839 0,0.826-0.298 1,0.495-0.085 3,-1.258 0.542-1,-0.407-0.438 1,-0.567-0.520-1,-2.571 2.141 1,-0.403 0.735 0,-0.338 0.982 2,-0.292 0.609-1,-0.245 0.314 1,-0.200 0.090 2,1.243-0.706 1,-0.778 0.928-1,-0.890 1.099-3,-1.049 0.097 0,-0.534 0.049 0,-0.400 0.168 4,-0.287 0.239 4,-0.411 0.050-5,0.234-0.406-6,0.050-0.247 0,2.300-2.232 1,-0.334 0.000 6,-0.481 0.183-5,-0.535 0.283-2,-0.526 0.323 1,-0.296 1.324 1,0.304-0.203 0,-0.249-0.336 0,1.840-1.656 7,-0.407 0.941 1,-2.390 2.449-13,-0.359 0.839 5,-0.324 0.829 1,0.211 0.417 3,2.881-0.666 8,-15.278 10.900-7,-0.096-1.863-6,-4.405 3.825-12,2.853-2.317 24,-0.455 0.485-12,-0.075 0.146-1,0.186-0.093 0,-0.429-0.169 0,-0.785 0.366 0,-0.387 0.167 2,-0.881 0.645 1,0.205-0.139 1,0.402-0.243 0,-4.132 2.610-4,-0.020-0.302 1,1.001-0.857 4,1.535-1.122-1,1.728-1.185-1,1.695-1.121 0,1.528-0.985-2,-6.493 3.991-2,-4.709 2.738 5,-5.932 3.672 0,-2.528 1.596 0,7.126-4.855-7,0.540-0.762 0,-1.665 0.521 0,0.660-0.811 3,3.159-1.901 1,1.231-0.665 0,1.329-0.613 14,0.079-0.422-10,-0.060-0.266-1,0.095-0.519 2,0.200-0.675 4,0.267-0.754 0,0.316-0.775-11,0.337-0.753 0,0.336-0.702 2,-1.915 0.028 2,-0.877 0.088 1,1.124-0.417 0,-0.481-0.184 1,-1.095 0.207-3,0.610 0.163 0,0.936 0.257 0,-3.742 1.025 0,-0.897 0.624 2,3.796-0.507 0,0.396 0.479 1,-0.239 0.427 0,0.791-0.168-5,0.848-0.375-1,0.843-0.498 3,-2.371 0.054 3,1.070-0.842-1,1.469-0.780-1,1.602-0.679 3,1.557-0.563 3,-1.276 0.723-5,-1.086 0.353-3,-0.673 0.061 4,1.643-0.438 0,0.048-0.164 0,0.150-0.204-5,0.213-0.221 1,-1.182-0.035-1,1.691-0.312 3,1.905-0.269 0,-1.702 0.041 7,14.697-4.050 2,-0.774-3.235-8,0.512 2.864 0,1.283-0.578-3,0.698-0.357-1,0.332-0.089 1,0.575-0.212 0,0.519-0.166-1,-0.557 0.287 1,-0.050-0.099-1,-0.178-0.089 3,2.709-1.369-1,-0.029 0.726 1,-0.034 0.923 1,-2.347 1.233 0,-0.392 0.135-1,-0.422-0.015 0,-0.252 0.061 0,-0.587 0.328 1,-0.581 0.401 0,-0.542 0.427 0,0.314-0.416 1,0.324-0.198-1,0.167 0.018 1,2.070-0.479-1,0.141 0.451 0,0.021 0.522-3,-0.053 0.519 0,-1.063 0.549 3,-0.344 0.338 0,-0.363 0.281-1,-0.409 0.219 0,4.365 0.109 1,-2.652 0.352-1,-1.956 0.118 1,-14.468 0.286 8,-1.508-0.494-11,2.732 0.003 0,0.030 0.000 0,-0.464 0.000 0,-0.340 0.000 0,-0.236 0.000 1,-1.256 0.589 0,-0.712 0.923 4,0.563 0.317-9,0.194 0.160 7,0.377-0.021 1,-0.872-0.021-4,-0.619-0.246 0,-0.529-0.238 3,0.281-0.308-1,0.507-0.285-1,0.608-0.247 1,0.623-0.205 0,0.000-0.156-1,0.381-0.132 0,1.811-0.084 0,-0.210-0.042 2,-0.355-0.029 4,0.073-0.017-2,0.121-0.010-4,0.244-0.004 0,0.316 0.000 1,-0.584 0.006-1,-1.109 0.004 1,-1.160 0.005 0,-2.130 0.002 3,-0.450 0.007-4,-0.073 0.007-2,0.186 0.006-1,-2.447 0.004 0,0.298 0.006 3,0.350 0.004 0,0.351 0.003 0,2.781 0.001 1,-0.649 0.001 0,-0.912 0.000 0,-1.045 0.000 0,-8.878 0.001-2,-3.232 0.000 0,1.935 0.000 0,0.896 0.000 3,1.627 0.000 0,1.976 0.000-7,-6.660 0.000 0,3.943 0.000 9,1.424 0.000 3,2.137 0.000 3,2.421 0.000-12,2.414 0.000 0,2.222 0.000 0,1.929 0.000 0,-5.204-1.365-1,-0.970-0.941 6,-1.697-0.847 3,-5.611-1.507 2,0.615 0.018-5,2.708 0.773-8,0.691 0.510 1,0.371 0.428 0,2.042 0.647 13,2.146 0.590-6,0.778 0.485 0,0.464 0.433 1,3.235 0.075 1,0.615-0.318-3,0.609-0.457 0,-0.644-0.538 0,0.476-0.050 1,1.088 0.303-2,0.127 0.171 1,0.284-0.175 1,0.795-0.306-1,-3.276-2.817 0,1.552 0.383 0,0.601 0.224 0,-1.246-1.334-1,-1.002-0.040 0,-0.176 1.328-1,-0.414 1.560 0,1.156-0.759 1,2.459-1.662 3,2.600-0.113-2,1.561-1.631 0,2.345-0.417-2,3.464 0.594 1,1.002 1.627 0,1.459-0.059 0,1.215 0.613-1,3.724-1.541-1,-4.516 2.666 2,0.515-0.198-1,-0.265 0.292 0,-0.109 0.268-1,-0.249 0.365 1,-0.329 0.410 0,1.918 0.255 0,0.988 0.479 3,0.754 0.423 1,0.169 0.387-1,0.933 0.255-4,0.949 0.202-1,0.933 0.155-1,-0.646 0.125 3,-1.070 0.083-1,-1.262 0.049 1,-1.292 0.024 0,1.667 0.006 2,1.080-0.006 2,0.625-0.013 5,-1.346-0.027-7,0.170-0.013-4,0.116-0.013 0,-0.768-0.015 0,0.075-0.009 1,0.080-0.008 2,2.473-0.005 0,-0.389-0.009 0,-1.616-0.006 0,0.310-0.004 0,0.491-0.002 1,1.202-0.002 2,0.064-0.001-5,-0.110 0.000 0,-0.776 0.000 1,0.316 0.000 0,0.431 0.000 1,-0.554 0.000 0,0.482 0.000 0,0.508 0.000-1,0.742 0.000 0,-0.569 0.000 0,-0.883 0.000 0,-1.055 0.000 1,-0.348 0.252-1,0.448 0.418 0,0.522 0.518 5,1.724 0.783 3,-0.171 0.550-4,-0.439 0.460-7,-0.595 0.372 1,2.475 0.821-2,-0.067-0.325 5,-3.392-1.151 0,-0.215-0.379 1,-0.177-0.389 1,3.213-0.084 1,0.308-0.528-3,-1.097 0.109 0,0.296 0.630 0,1.805 0.511 1,0.301-0.044-2,-3.464-0.626 1,-0.895-0.227 0,-1.051-0.252-1,-1.094-0.255 1,3.972 0.061 0,-1.937-0.534 3,0.015-0.235 2,-0.051-0.183-2,-0.087-0.135-6,-0.103-0.095 0,-2.685-0.047 1,-0.529-0.026 2,-0.577-0.017 0,-0.579-0.009 1,0.961-0.007-1,0.381 0.002 2,0.235 0.005 1,0.123 0.007-1,5.047-0.008-1,-1.111 0.022-5,0.346 0.010 0,-0.960 0.009 8,-0.384 0.006-5,-1.023 0.005-2,-0.156 0.003 0,-0.077 0.002 4,0.705 0.002 3,-0.028 0.001-4,-0.030 0.000-1,-2.432 0.000 0,-0.336 0.000 1,-0.367 0.000 0,3.794 0.000 0,1.626 0.000 2,-2.301 0.000 0,0.320 0.000-3,0.196 0.000-1,2.759 0.000 0,-0.192 0.000 0,-0.387 0.000 2,-2.391 0.000-1,-0.838 0.000 1,-0.872 0.000 0,-1.706 0.000 0,-0.119 0.000 0,0.062 0.000 4,1.162 0.000-1,-0.315 0.000-3,-0.431 0.000 0,0.832 0.000 0,0.690 0.000 0,0.208 0.000 2,-0.114 0.000-2,-0.313 0.000-1,-0.417 0.000 1,-0.453 0.000-1,1.168 0.000 0,0.760 0.000-1,-1.906-0.295 1,0.327-0.482 2,0.327-0.583 1,-0.233-0.288-1,-0.301-0.130-1,-0.455 0.004-1,-0.537 0.097 0,-0.364 0.130 0,-0.459 0.198 1,-0.397 0.210 1,0.910-0.292 0,0.175-0.362 2,0.322-0.492-1,-0.841-0.129-2,-0.217-0.336-1,-0.311-0.302 1,-0.356-0.261-1,-0.398 0.134 0,-0.070-0.269 1,-0.315-0.280 0,2.464-1.206 1,0.197 0.375 1,-0.199 0.604-1,-0.429 0.696-2,3.165-0.511 1,0.869 0.479-3,-0.910-2.688 6,-5.330 1.640 0,1.007-0.171-2,1.487 0.298-3,-1.710 1.442 1,0.234 0.340 0,0.129 0.356 1,0.973-0.292-1,0.143-0.358 1,0.246-0.528-1,-0.166-0.417 1,-0.247-0.384 1,-1.493 0.331-1,-0.598-0.252 0,-0.667-0.244-1,1.803-1.534 0,0.945 0.541 1,-0.714 0.833 1,-0.517 0.258 1,-0.771 0.174-2,3.165-3.380 0,-0.564 1.656 1,-1.688 0.044 1,1.063-0.691-1,0.737 0.148 0,-0.451-1.196-1,-0.758-1.354-2,-0.516 0.204 0,-2.311 3.727 1,0.258 0.285 1,4.549-2.941 1,-1.423 1.636 0,-1.348-0.502-2,-0.366-0.688 4,0.438-0.345-3,1.052 1.125-2,0.770-0.119 2,-2.222-0.577 2,-2.241-0.966-1,-1.905-0.126-1,-2.370 0.175-1,-4.313 4.144 2,-0.821 4.083 1,-0.535-0.083-2,-0.009-0.187-1,-3.010 1.284-1,2.811 0.661 1,-0.501 0.259 0,0.803-0.319 1,0.001-0.147 0,0.075-0.218-1,-3.422 1.542-2,1.381 1.810 4,-0.883 2.843 3,3.731-3.765-4,-0.754-0.304-1,-1.150 0.938-1,-0.480 1.259 1,1.049-0.583 0,-0.794 0.559-1,-3.833 2.638 1,-0.694 0.131 1,-0.293-0.202-2,0.963-0.716 0,0.378-0.140 0,1.679-0.738 1,1.230-0.252-1,1.350-0.253 3,-0.877 0.531 2,1.562-1.530 0,0.110-0.129-1,-0.264-0.208 4,-0.112-0.581-5,-0.731-0.316-4,0.140-0.830 1,0.223-0.778 3,-4.158 2.283 1,3.537-1.610-2,0.127-0.313 2,0.251-0.438-1,1.472-0.336-3,-3.373 2.849 2,2.613 0.628 7,3.841-12.878-4,5.561-1.476-5,-0.587 2.856-1,0.011-0.642 2,1.040-5.104-1,-1.448 4.909 1,0.444 0.214 1,0.577 0.378 0,0.620 0.457 0,0.602 0.473-2,2.257-2.613 1,-1.124 2.396 0,-0.396 0.784 0,0.445-0.198 3,0.447-0.307 1,0.424-0.366-5,0.870-1.405 0,0.190-0.208 0,0.069 0.303 1,-0.016 0.626-1,-0.072 0.803 1,-2.041 1.499 3,-0.408 0.012-1,0.545-0.820-2,-0.419 0.040 0,-0.344 0.061 3,-0.272 0.073 1,0.776-0.393 0,0.213 0.617-4,3.438-1.193 0,0.344 1.522 3,0.405-0.118 0,-3.170 0.757-2,0.341-0.759-2,0.356-0.713 1,-0.237-0.234 1,-0.378-0.042-1,-0.435 0.079 1,0.878 0.261 0,1.168 0.721-1,-0.821 0.894 0,-0.140 0.246 2,-0.357 0.137-1,-0.475 0.057 0,-0.520 0.001 0,3.855-1.622 0,-0.080 0.276 0,-1.067-1.967 3,-0.331 0.306 0,0.654 1.048-3,-2.310 1.185-1,0.343-0.348 2,0.039-0.243-2,-0.165-0.159-1,-0.310-0.101 1,-0.196-0.183-1,-0.185-0.177 1,-0.210 0.333 0,0.135 0.371 1,-0.616 0.821 1,5.402-1.853 1,-4.435 2.538-1,-0.048-0.042 0,-0.090-0.211-1,-0.082-0.744 0,-0.780-0.690-1,-0.653-0.138 1,3.183-3.368 1,-1.194 2.109 1,-1.654 1.681-2,-0.428-1.625 1,-0.437-0.959 1,0.576 0.521 0,2.884-0.139-4,1.544 1.596 0,1.376 1.574 1,-2.961 2.304 0,-1.215 3.505 2,-6.177 4.094 1,-4.494-2.789 0,-1.215 2.542-1,2.347 0.560-2,-0.606 1.362-1,-1.781 1.616 0,1.831-3.586 1,0.123 0.060 0,0.134 0.153 0,0.282-0.051 1,0.368-0.189 0,0.057 2.079-4,0.570 0.318 3,0.531-0.075 2,0.074-0.556 1,-0.445 0.653 0,-0.415 0.136-4,-0.369-0.223 0,-0.316-0.451 1,-0.262-0.579 1,0.030-0.069 0,-0.467 0.210-1,-1.207 2.261 1,0.227-0.035 0,-0.085 0.391 1,-0.278 0.635-1,0.692-1.253-1,0.385-0.443 2,0.509-0.640-2,0.562-0.735 0,0.538-1.460 0,0.008-0.453 0,-0.126-0.374 2,-0.482 0.620 1,0.249-0.635 0,-1.779 4.219 0,1.790-2.470 0,1.268-0.917-1,1.084 1.159 0,2.452-2.174 0,4.583-8.460 3,-2.255-1.662-3,0.608-0.746 0,1.073-0.848-3,-1.951 0.457 1,-0.468-1.045 0,1.215-0.661 2,2.505-2.187-1,-2.142 3.330-2,0.951-0.270 1,0.950-0.105 0,0.094-1.368-1,-0.460-0.896 0,-1.173 1.193 1,-0.207 0.441-1,-0.136 0.690 4,2.905-1.081-1,0.926 0.313-2,-2.206 1.979 2,0.200-0.099 1,1.245-0.625-3,-0.121 0.529-1,-0.254 0.689 0,3.170-1.604 2,-1.238 1.236 1,-1.029 1.050-1,0.293 0.484 1,0.294 0.521 0,3.424-0.611-4,0.852-0.254 2,-0.627-0.098 0,0.614-0.586 0,-0.896 0.133 0,-0.887 0.263 1,-1.174 0.447-1,-1.284 0.537 0,-1.268 0.559 1,-1.233 0.150 0,-0.423-0.341 1,-0.560-0.260 1,-0.249-0.379 1,-0.185-0.372 0,-0.130-0.051 0,-0.085 0.173-3,-0.050 0.317 0,2.041-0.596-1,-0.070-0.026 1,-0.638-0.138 1,-1.196 0.809-1,0.037 0.313 1,0.186 0.385-2,0.276 0.410 1,5.234-0.817 2,-0.371 1.204-2,-0.501 0.902-1,-3.481 0.614 0,0.036 0.146 1,-0.076 0.098 1,-0.229 0.142-1,3.583 0.606 0,-3.878 0.474-1,-1.987 3.892 3,-5.359 1.232-1,0.693 1.888 1,-1.874-1.496-1,-2.422 1.516-2,-1.712 0.549-1,0.902 2.053 0,1.953-0.814 1,0.024 0.024-1,-0.012-0.886 1,-0.032-1.356 0,-0.189-0.546 0,-0.754 0.662 1,-0.555 0.309 1,0.074-0.595 1,-0.241-0.082-1,-0.169-0.165-3,-1.077 0.945-1,-0.013-0.393 0,0.078-0.432 2,-0.689-0.399 2,0.108-0.562 0,0.548-0.543-1,0.801-0.495 1,-1.322 1.567 1,-0.193 0.365-1,0.077 0.015 0,0.639-0.622 0,0.213-0.212 0,0.216-0.235-4,1.621-1.438 1,0.486-0.090 2,0.539-0.045 0,-0.650 1.159 1,0.234-0.792 1,-2.940 2.257 0,1.982-1.278 1,-2.150 2.236-2,2.052-3.865-1,-0.044-0.497-1,-0.003-0.436 0,-4.271 1.982 0,1.589-2.197 0,1.537-1.712 1,0.208-2.511 1,2.985-6.374 2,2.762 0.681 1,0.339-2.446-5,0.143-4.980-2,-0.092 5.313 2,-0.028 1.254-1,-0.012 0.097 1,-0.013 0.187 0,-0.011-0.432 0,-0.015 0.008 1,0.233 1.347 1,0.411-0.319 0,0.511-0.426-1,0.307-0.231 1,0.147-0.081-2,0.027 0.029 0,1.250-2.241 0,0.896-0.907-1,0.699-0.349 3,-0.152 0.865-2,-0.066 0.242 0,-0.251 0.371 0,-0.163 0.013 0,-0.498 0.695-2,-0.525 0.733 1,-0.518 0.721 3,-0.317 0.683 1,0.028-0.012 0,0.174-0.212 1,1.179-1.981-2,0.732-0.180-1,-0.491 1.828 0,0.306 0.134 0,0.266 0.162 0,0.636-0.344 0,0.221 0.229 0,0.165 0.233-1,0.488-0.644 1,0.328-0.797 0,1.853-2.571 0,0.311-0.270-1,-1.299 1.517 0,-0.137-0.166 0,-0.185-0.192 1,0.017-0.174-1,-0.232 0.426 1,-0.226 0.565-1,-0.204 0.617 0,-0.177 0.608 0,-0.147 0.561 1,0.069 0.272-1,-0.108 0.430 1,-0.089 0.346-1,-0.737 0.942 1,0.234-0.125 4,0.322-0.240 0,0.364-0.306-1,0.841-0.791-4,0.109-0.083 0,-0.012 0.022 0,1.965-1.276-1,1.085-0.085 2,-2.501 1.992 1,0.013-0.338-1,-0.078-0.450 0,0.111-0.508 0,0.240-0.526-1,0.322-0.514 0,1.454-1.662 0,-0.149 0.121 0,-0.341 0.386-1,1.292-0.078 1,0.079 0.683 0,-0.303 0.691 2,-0.524 0.645 3,-0.628 0.568 1,-0.648 0.477-8,1.297-1.528-1,-1.419 0.991 1,-0.067-0.100 2,0.115-0.299 9,0.229-0.413-3,0.291-0.461-8,-1.217 0.832 0,-0.096-0.398 2,-0.153-0.420 0,-0.188-0.164 0,-0.204 0.026 1,-0.206 0.160-1,0.711-0.853 1,-0.009 0.190 0,0.047 0.193 1,0.082 0.184 0,1.546-2.354-1,-1.297 1.327-1,0.141-0.243 0,1.596-1.953 1,0.028 0.160 1,-0.065 0.339 0,-0.121 0.434-5,2.403-1.846 1,0.728 0.284 3,0.319 0.759-1,0.198-0.928 8,-0.537-1.325-7,-1.485 0.825-4,-0.245-0.105 2,-0.141 0.111 2,0.717-0.769 1,-0.459 0.831-2,-2.702 3.469 1,-0.458 0.730-1,-0.429 0.689 3,0.089-0.237 1,-0.409 0.098 0,-0.355-0.095-1,-1.371 1.271-1,-0.566 0.143-1,-0.610 0.173 0,0.573-1.573 0,0.037 0.079 0,-0.178 0.261 2,-0.703 1.102 1,-0.815 1.242-3,0.275-1.990 0,-6.133 2.462 3,-3.570 7.112 0,-0.193 3.129-2,0.834-0.966-1,-0.146-0.945 0,-0.839 2.225-1,2.237 0.998 0,-0.591 1.375 0,-0.236 0.088 0,-0.706 0.303 0,-0.722 0.048-1,-1.981 2.082-3,0.119 0.318 2,0.479 0.285 3,0.664 0.241-1,1.091-1.157 0,0.160-0.195-1,0.029-0.252 1,-0.061-0.272 1,0.827-0.783 0,-0.385 0.592 1,-0.485 0.493 0,-2.109 2.640 2,-0.029-0.362 2,0.237-0.716-8,-0.003 0.681-1,-0.156 0.347 1,-0.242 0.108 5,-0.999 1.599 6,0.114 0.361-12,1.089-1.582 0,0.181-0.527 1,1.692-2.723 4,-0.195-0.147 0,-0.308-0.041 0,-0.760 1.046 1,0.597-0.214-2,1.279-1.209-1,0.374 0.021 0,0.308 0.098 0,-1.897 2.708 6,0.076-1.449-4,-0.005 0.349-2,-0.055-0.023 2,-0.080-0.245 5,-0.087-0.357-5,-0.085-0.438-4,-0.074-0.447 1,1.949-2.503 2,0.220-0.439 1,0.240-0.420-1,0.241-0.384 0,-0.843 0.721 1,0.569-0.684-1,0.583-0.650 0,-3.293 3.118 1,1.060-0.138 0,2.780-2.072 0,-0.516 0.834-1,-0.758 0.959 0,-0.532 0.512 0,-1.570 2.187-2,-0.076 0.483-1,0.156 0.301 2,1.484-1.990 1,0.342-0.485-1,0.352-0.594 0,0.337-0.631 0,-0.251 1.842 0,0.925-0.280 3,0.943-0.668 0,0.874-0.849 3,0.757-0.886-3,0.271 2.726-3,6.671-5.807 3,0.480-8.957 2,-0.217 2.233 0,2.038-2.113-4,-0.067-5.066-2,-2.555 4.019 0,0.327 0.347 0,-0.218 0.457 0,0.639-0.823 0,0.723-1.086 0,1.459-1.906 1,0.043-0.052-1,-0.249 0.382 0,-0.418 0.631 1,0.466-2.456-1,-0.108 0.025 2,-1.312 2.053 1,-0.174 0.486 1,-0.155 0.527-1,0.104-0.037-1,-0.398 0.476 1,-0.427 0.404-1,-0.411 0.329 0,-0.373 0.255 0,1.160-1.364 0,-0.366 0.498 0,0.131-0.497 0,0.551-0.932 3,0.054 0.008 0,0.010 0.200-6,2.245-1.688-2,0.854 0.532 3,-0.985 1.603 3,-0.536 0.671 0,-0.806 0.665 0,-0.938 0.620 0,0.531-1.069-2,0.157-0.750 2,0.038-0.644 1,0.251-0.471 1,-0.388 0.772-3,-0.474 1.114-3,-0.494 1.250 1,-0.472 1.245 0,3.062-2.798 4,-3.094 1.391 4,-2.470-3.713 0,-1.639 3.879-6,0.471-5.009 0,0.232 2.954-2,1.563 1.669 1,3.154 3.561 1,-1.858-4.857 4,0.272 0.233-4,0.039-0.741-2,-1.241 0.570 1,-1.030 0.771 0,0.872 0.102 0,2.256-0.414 2,2.063-1.417 0,-3.682 3.947-1,-0.022-0.251-1,-0.086-0.193 0,-0.123-0.142 0,-0.140-0.100 0,-0.263-0.057-1,1.857-4.951 0,-0.933-0.239 1,-1.226 4.616 5,-0.172 0.269-1,-0.142-0.345-3,-0.278 0.079 0,1.220-4.809 0,-1.370 2.118 0,-1.063 1.971 0,-0.644-1.324 0,-0.636 1.764 1,-1.808 0.051 0,-4.805 8.182 3,1.660 3.083-4</inkml:trace>
</inkml:ink>
</file>

<file path=ppt/ink/ink6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2:46"/>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6097.692 3149.262 767,'0.000'-6.202'0,"0.000"0.197"0,0.000-0.566-5,0.000-3.181 4,0.000-0.151 0,0.000-0.758-2,0.000 0.222 1,0.000 0.279 0,-0.255 3.415 2,-0.394-0.053-1,-0.450-0.001 2,-0.448 0.031-1,-0.413 0.049-1,0.119 0.802 1,0.063 0.113-1,-1.577-5.479 0,-1.063 0.447 4,-0.482 0.295-2,0.798 0.847-2,-0.401 0.617 2,1.200 3.207 0,0.169 0.395-1,-1.966-3.852-2,1.827 2.148 2,1.164-0.342 1,1.278 0.022 0,-3.870-0.200 3,-1.962 4.258-4,-1.136-3.552 0,1.714-2.629 0,2.279 1.601 1,1.454 1.906-4,2.878 12.418 6,-0.492-0.077-1,-0.048 0.860-3,0.012-0.836 1,0.001 0.576-1,0.000 1.714 1,0.000 1.005-2,0.000 1.799-1,0.000-0.969 3,0.447-0.918 0,2.590-0.190 0,1.118-1.271 0,-0.479-1.104 1,-1.065-1.000-1,-0.561 2.877 1,-1.370-2.649-1,2.793 0.728 1,1.621 0.937 0,-0.490-1.040-1,2.729 2.907-2,-3.449-4.828 0,-0.003-0.155 1,3.424 5.364 0,-4.279-3.769 1,-0.520 0.375 0,-0.223 0.046 1,-0.017-0.168 0,0.117-0.293-2,0.194-0.351-1,0.056-0.106 2,1.763 4.626 0,-1.145-0.945 2,1.044 1.887 0,-0.074-0.042-4,-2.298-5.426 1,1.979 5.076 0,1.584 1.421 2,-2.489-5.607-1,-0.300-0.177 0,2.150 1.758 0,0.274-0.894-1,0.539 0.516 3,-0.860-1.133 0,0.167 0.460-4,0.136 0.503-1,0.105 0.210 0,0.080-0.003 2,0.057-0.149 0,0.481 0.689 1,-0.648-0.764-1,-0.796-0.865 2,-0.832-0.866-1,1.252 3.734 2,-0.789-1.283 0,0.709-0.830 1,-0.719-1.181 0,-1.178-0.966-1,-0.656 1.429-3,-2.157-13.333 7,-0.185-1.645-6,-2.065-0.250-3,-2.296 0.816 1,-0.078 1.781 1,-2.036-3.871 0,0.360 0.234 2,-0.084 1.718-3,-0.185 0.942-7,-0.123-1.809 10,0.067-0.264 10,1.899 3.862-13,-0.251-0.067 0,0.260-0.074 0,-2.437-2.912 4,0.124 0.036-1,2.895 2.829-2,0.521-0.092 1,0.622-0.072 0,-1.811-4.165 0,0.169 0.864 2,-0.552-0.664-3,2.204 3.351 1,-0.223-0.192 0,-0.204 0.066 1,-2.773-2.947-2,-0.466 2.406-2,-0.570 0.392 4,1.621-0.501 4,-0.572-1.436-4,0.813-0.269-3,1.340 0.127 1,-1.892-0.842 0,-2.627-0.194 1,4.080 4.616 0,0.385 0.136 0,-2.512-4.432-1,0.372-0.327 0,-0.230-0.213 2,1.523 0.598-1,1.477 3.596 0,-0.202-0.370 1,-2.996-3.232 2,-0.491 2.210-4,-0.010 0.301 0,-1.614-0.362 2,3.662 2.978 0,-0.175-0.172-2,-2.484-2.814-1,0.345-2.306 0,3.412 3.423 2,-0.051-0.139 1,-2.807-2.922-1,-0.136 2.165-1,0.848 1.293 2,0.934-0.765 2,-0.516-1.461-2,-0.729-0.276-2,0.197 1.725 0,0.457 2.073 0,-1.732 0.366 2,0.938-0.872-1,-0.084-3.156 1,0.730-0.459-1,-0.231 2.132-1,-0.032 0.096 2,-1.404-3.746 0,3.803 3.282-2,0.607-0.206-1,0.470 0.278 1,0.309 0.458 0,-1.888-4.012 0,0.247 2.181 2,-0.154 1.551-1,-1.383-0.158 1,-0.699 0.806 0,-0.871 1.166 0,-1.039-1.517 0,2.969-0.677 0,1.915-0.911 0,0.546-0.117-2,-1.502-1.061 0,-1.440 0.842 1,-0.684 2.229-1,-0.250-0.595 1,2.987 0.499 1,0.690-1.622 1,-0.890 0.050-2,-2.044 0.187-1,-0.727 0.631 1,0.477 0.798-1,0.339 0.248 0,-0.420-0.823 0,0.751-1.229 1,-0.100-1.164 0,-0.252 1.911 0,1.153 1.965 1,-1.967-3.432 1,0.211 0.843-1,0.996-0.370-1,1.211 1.046-3,-0.474-0.478 2,-0.208 1.155 1,-1.588-0.808-1,2.364 1.671 2,-0.480-1.134 0,-0.749-1.244 0,-0.267-0.373-3,-0.149-0.066-1,0.723 1.135 0,-0.049 0.141 2,-0.046 0.160 1,-0.455-1.145 0,0.628-0.348 0,0.769-0.433 1,0.184-0.175-1,0.177 0.936 0,-0.017 1.203 0,0.142-0.109 0,0.689 1.109 3,-0.055 0.019-2,-0.073 0.080 2,-0.511-0.108-2,-0.240 0.604-2,-4.804-3.492-3,1.115-0.789 5,2.735-0.749 0,0.457 0.037-2,1.354 4.310 1,-3.813-3.474 0,-0.869 0.869 0,4.158 2.719 1,0.568-0.384 2,-1.422-2.711-3,-0.281 1.724-2,-1.598 0.477 3,-1.356-0.687 0,0.761-1.333-1,1.889-1.137-1,2.158 0.032 0,1.556-1.309 2,1.313 1.004 0,1.068 2.735-1,2.929 0.939 1,2.002 5.531-1,0.861 3.443 1,-1.131 1.853-1,-0.240-1.171 0,1.362-0.661 0,-1.021 0.799 0,-1.815 0.906 0,0.229 1.039 0,2.146 1.461-1,1.040-1.425 0,1.386-0.234 0,-0.530 0.358 1,-2.142 0.574 0,-0.855 1.540 0,-0.999-0.578 0,-0.489-1.043-1,-0.164-1.003 1,0.978 0.221 0,1.397 1.202 0,-0.599 1.378 1,-0.244 2.307-1,-2.425-4.521 0,0.189 0.453-1,-0.081-0.580 0,0.322 0.057 0,0.352-0.005 0,0.118-0.099 0,0.186 0.203 1,0.135 0.250 1,0.093 0.267-1,0.636 1.865-1,-0.582 0.193 0,-1.072-1.388 0,-0.565-0.463 0,-0.538-0.550 2,0.562 4.602 2,3.953-0.424 1,-2.339-4.460-2,0.732 0.944 0,0.032-0.136-8,-0.114-0.373 5,-0.197-0.491-1,-0.232-0.526 1,1.164-0.418 1,0.576-0.394 0,0.188-0.315 1,-0.066-0.240 2,-0.465 0.018-1,-0.828 0.077-4,2.168 3.758 0,-1.541-1.909 4,-0.003-1.599 1,0.981 0.389-3,0.003 0.841 0,-1.293 0.561-1,-0.534 0.603 1,0.146-0.392 1,1.904 2.269 0,0.034-2.191-3,-0.626-2.797 2,0.128-1.805 0,1.448-1.206 1,0.099-1.902 0,-3.904-4.095 0,-4.618-0.915-1,0.493-1.099 1,-1.375-0.868 0,-1.199 2.290-2,-1.018 0.564 0,-1.376 1.350 0,-0.708 0.117 1,0.240-1.089 0,-0.787 0.160 0,0.506 0.354 0,1.024-0.535 0,-0.199 0.518 0,-1.414-4.226 0,3.734 3.306 0,-0.410-0.528 0,-0.466 0.536 0,-2.546-1.453-2,-0.673 2.112 2,-2.723 0.227 1,0.096-0.295-1,1.405-2.864-1,1.436-0.020 1,1.236 1.966 1,-2.589-0.507-2,0.516-1.013 1,1.445-0.544 1,0.636-0.445-3,1.419 3.531 1,-0.479 0.252 1,-0.260 0.518 1,-3.973-1.847-1,-1.310-1.381-2,4.438 2.746 3,0.019-0.256 0,-0.760-0.249-2,-0.273 0.570 0,1.302 0.865 0,-3.540-3.478 1,4.278 2.349 1,-0.149-0.584 2,0.311 0.127-3,0.145 0.051 0,0.189 0.177 0,-3.453-4.096-1,1.264 2.841 0,-1.015 0.951 0,0.645-1.456 3,2.039-0.964 1,1.851-0.794-4,1.506 0.194 0,0.943 1.004 1,0.489-1.335 0,0.197-0.568 1,0.974 1.431 0,3.064 3.345 0,2.057 4.510-1,-0.116 0.081 1,-0.294 1.017-1,0.315 4.396 1,-0.922-1.639-2,2.701 2.939 0,-3.635-1.645 0,-0.766-0.424 0,0.049 0.283 0,0.128 0.195 0,0.474 1.378 0,-0.538 0.354 0,0.753 0.289 1,1.465 0.224 0,-0.793-1.690 0,0.349-0.098 0,0.220-0.116-1,0.277 0.030 0,-0.096-0.236 0,-0.188-0.253 0,-0.241-0.249 1,-0.547-0.274 0,-0.220 0.176 0,-0.200 0.284 0,-0.175 0.344 0,1.375 1.503 0,0.584 0.180 0,0.314-0.347 0,-0.679-0.781 0,-0.472-0.242 0,-0.636-0.198 1,0.490 1.973-2,-0.449-0.239 1,-0.279-0.770 2,-0.974-0.752-1,0.029 0.311 1,0.104 0.164-3,0.410 0.958 2,-0.442-0.263 0,-0.568-0.395-2,-0.608-0.451-1,-0.043-0.016 0,0.086-0.369 3,0.270-0.299 0,1.763 3.193 0,-1.021-0.556 1,-0.570-0.673-1,-0.200-2.260-1,1.805-1.222 2,2.764-2.940-1,-1.104-1.448-1,-0.221-0.273 0,-7.246-5.896 1,-3.671 2.161 0,-0.638-0.528 0,-1.554 0.117-3,0.321 0.445 0,-0.951-0.552 0,-0.492-0.286 0,-0.104-0.183-1,0.142-0.655 1,1.479 0.860 3,-3.691-0.250 2,0.500 1.677-1,1.699 1.581-1,1.761 1.155-2,-2.916-2.146 0,-0.570-1.172 3,-0.362 0.021 0,-0.448 0.078-5,0.094 0.359-2,0.757-0.632 2,-0.571-0.898 1,-0.479-0.849 2,0.278-0.375 6,0.511-0.168-7,1.273 0.760-2,0.590 0.523 0,0.575 0.663 2,-2.288-0.464 1,0.025 0.394 3,0.386 0.205 1,2.134 1.220-2,0.365 0.427-1,0.335 0.461-3,-0.803-0.665 0,1.229-0.408 2,-0.150 0.396 2,-0.581 0.281 2,-1.236-0.483-2,-0.329-0.474-2,1.325 0.298-2,0.147-0.306 0,0.199-0.293 1,0.854 0.228 1,0.276-0.104-1,0.276-0.067 1,0.262-0.037 0,0.238 0.198-1,-4.222-2.869 2,0.776 1.971-1,0.238 1.756 2,-1.092-0.983 0,0.368-2.824 1,4.134 2.810-3,-0.031 0.146 0,-4.526-2.711-2,0.688 1.900 1,-0.660-1.487 1,1.296-2.154 1,2.577 1.771-2,-0.405 1.172 1,-1.000 1.471 2,-1.318-0.098-1,1.051-1.209-2,0.316-1.342 2,0.491-0.632-2,0.672-1.899-1,-1.069 0.397 2,-2.417 2.649 1,0.497 1.540-1,1.923-1.029 1,2.329-1.461 0,-1.884 0.469-1,-2.430 1.162 1,0.454 0.635-1,2.049 0.207-2,1.802 0.049 1,-2.558-0.196 2,-2.817 2.468 2,-0.056 1.612-5,1.516-0.557 1,0.655-2.215 0,-0.455-0.804 2,1.030 0.374 0,-1.561-1.695-2,-0.792-0.054 0,0.703 1.604 1,0.170 1.584-1,0.340 1.363 1,-1.121 0.808 2,0.921-0.343-1,2.028-1.264-1,0.584-3.287 1,-1.157 0.509 0,-1.298 2.322-1,-0.492 1.061-1,2.279-3.772 0,1.350-0.374 2,-1.103 2.007-1,-2.706 2.014 0,-0.984-1.296 0,1.215-1.728-1,0.617-1.032 0,0.809-0.421 0,-0.380 0.224 0,0.174 1.495 0,1.563-0.301 3,0.641-0.637 0,0.185 0.867-2,-0.363 1.225 0,-0.763 1.194 1,-0.793 0.804-1,-1.187-0.743-1,3.455-3.632 2,0.686 0.132 0,-4.699 2.970 0,0.867 1.471-1,0.002-0.489-3,1.858-4.791 5,-0.773 1.156-2,1.881 0.894-2,2.189-1.965 2,-0.513 0.591 2,-4.973 3.095-1,1.920 1.718-1,-0.926-0.511-1,1.671-4.784 1,1.613-0.042 0,-0.394-0.353-1,-0.184 1.165 0,-0.640 1.359-1,-0.729 1.095 3,-0.842-0.478 0,-1.245-1.309-1,-0.939 0.198-1,0.526 0.964 0,2.233-1.298 1,1.407 0.096 1,-1.186 0.527 1,-2.075-0.173-1,-1.952-0.538-3,3.338 1.857 0,-0.240-0.389 0,0.338-0.402 1,0.675-0.089-1,0.188-0.323 3,0.134-0.296 0,-0.475-0.216-1,-0.221 0.398 0,-0.477 0.361-1,0.081 0.714 2,0.169 0.699 0,-3.610-0.295 0,0.090 1.279-1,-0.121 0.866 0,3.805 0.511 1,-4.486 0.281-2,2.495 0.125 1,2.046-0.056 0,-1.173-0.046 0,-0.976-0.174 2,-0.708-0.078 1,2.801-0.019-4,-0.611-0.002 0,-3.161-2.101 0,-0.875-1.713 1,-0.619 0.026-1,-0.126 0.806-1,5.492 1.807 1,-5.157-0.402-1,-0.266 0.088 2,3.799-0.461 3,0.738 0.018-2,-0.177-0.061-2,-0.007 0.088 0,0.597 0.293 0,0.126 0.197 0,0.143 0.215 1,-0.759 0.100 0,0.245 0.264 1,0.259 0.232 0,-4.991-0.057 0,-0.029 0.438 0,5.302 0.224-1,-0.263 0.043 0,-0.283 0.025 0,-5.059 0.063-1,-1.246 0.007 2,6.067-0.071-1,0.257-0.011-1,0.684-0.012 1,-5.317 0.010-1,-0.035-0.024 2,0.587-0.016 1,-0.108-0.007-1,-0.014-0.002-2,0.156 0.000 0,1.428 0.001 0,1.495 0.001 1,0.772 0.001 1,-0.732 0.001 0,-0.590 0.000 1,-0.583 0.000-2,-0.874 0.000-1,-0.396 0.000-1,0.120 0.000 1,1.268 0.000-1,1.347 0.000 2,-0.402 0.000 2,-3.860 0.000 1,5.139 0.000-2,-0.224 0.000-2,-0.776 0.000-1,-0.340 0.000 0,0.133 0.000 0,0.426 0.000 2,0.582 0.000 2,-4.099 0.000-2,1.424 0.000-3,-1.553 0.000 7,-0.756 0.000-1,3.768 0.000-3,-0.387 0.000-1,0.119 0.000-2,0.423 0.000 4,1.550 0.000-1,-5.076 0.000-2,1.049 0.000 1,0.682 0.000 4,0.644 0.000-3,0.311 0.000-1,-3.842 0.000 0,4.917 0.000 1,-0.391 0.000 3,-0.120 0.000-2,0.074 0.000-3,-0.974 0.000 0,0.447 0.000-1,0.527 0.000 3,0.075 0.000 0,0.602 0.000 1,0.544 0.000 0,-2.290 0.000 1,-0.807 0.000-1,0.078 0.000-1,0.609 0.000-1,0.879 0.000 0,0.966 0.000 0,0.935 0.000 0,-4.121 0.000-2,-1.341 0.000-1,3.837 0.000 5,-1.690 0.000 0,-1.469 0.000 1,-0.896 0.000 0,-1.539 0.000-1,0.314 0.000-1,3.109 0.000-3,0.164 0.000 0,0.083 0.000 1,-0.383 0.000 6,0.606 0.000-4,0.711 0.000 0,0.714 0.000-1,0.670 0.000 1,0.598 0.000 2,0.079 0.000 0,0.502 0.000 0,0.411 0.000-1,-5.792 0.000 1,5.258 0.000-1,-0.542 0.000-1,-0.175 0.000-1,-0.048 0.000 0,0.038 0.000 0,0.093 0.000 1,0.319 0.000-1,0.629 0.000 0,-4.206 0.000 0,2.650 0.000 1,-0.267 0.000 3,1.045 0.000 0,0.145 0.000-1,-1.374 0.000-1,-0.037 0.000-1,0.803 0.000 0,0.587 0.000-1,-0.488 0.000 0,-0.126 0.000 2,0.826 0.000 0,-1.754 0.000-1,1.891 0.000 0,-2.627 0.000 1,0.903 0.000 4,1.104 0.000-8,1.195 0.000 0,12.755 0.000 6,-0.728-2.279 0,0.025-4.140-4,1.229 3.097-1,0.741 1.337 1,0.448 0.982-1,0.066 0.594 1,-0.657 0.427 1</inkml:trace>
</inkml:ink>
</file>

<file path=ppt/ink/ink6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2:48"/>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6988.692 5407.262 767,'6.011'0.000'0,"0.228"0.000"0,0.974 0.000-5,1.499 1.521 4,0.278 0.943 0,2.115 0.753-1,1.435 0.548-2,0.172 0.352 1,1.353 0.832-1,1.332 0.888-1,0.655 0.583 0,0.153 0.341 2,-0.201 0.156 1,1.981 1.114 0,-1.940-0.681 0,-2.236-0.883 1,-2.244-0.941 2,-2.070-0.901 0,-1.796-0.805 0,-1.481-0.680 0,3.003 1.622 0,5.370 2.138 1,-0.505-0.608 0,2.578 1.141 1,6.572 2.604 0,-0.097-0.530-6,-3.285-1.829-4,-1.647-1.183 2,-1.824-1.235 0,-1.803-1.178 5,-1.677 0.173 7,-1.480 0.231-5,-1.732 0.120 0,-1.784 0.039 6,-1.438-0.211-3,-1.289-0.497-2,2.387 2.131-4,-2.230-2.330 6,-11.273-1.491 4,-8.667-2.520-10,2.119 0.144-3,-3.119 0.019 0,-3.179-0.766-1,-2.982-1.211-1,-2.639-1.406 0,1.935-0.718-1,-1.793-1.062 3,-0.887-0.759 0,-9.320-2.969-1,2.203 0.152 5,3.271 0.658 2,3.623 0.904-10,3.515 0.973 2,3.134 0.928 7,-1.419-0.882-1,-2.587-0.913 2,-1.505-0.389 15,-0.691-0.019-3,-2.152-1.713-21,6.246 1.308 1,1.285-0.070 0,-2.810-1.886-1,2.762 0.702 23,2.701 0.892-16,2.424 0.927-5,3.199 1.292 7,1.643 0.454 2,1.367 0.316-2,1.922 0.280 2,0.619-0.019 2,0.448 0.270-1,0.223-0.141-1,-1.187-2.680 3,6.061 1.551-7,8.265 4.408 4,2.620 1.722-5,-4.150 0.119 0,1.293 0.057 0,0.398 0.008 0,-0.143-0.024-1,0.295-0.022 0,0.264-0.027 2,0.224-0.027 0,0.182-0.026-2,0.485-0.021 0,0.249-0.020 0,0.226-0.016 1,-0.537-0.012 0,0.066-0.007 2,0.045-0.005 0,0.029-0.003 0,0.016-0.002-2,0.824 0.295-1,1.739 0.481 1,1.388 0.583 0,4.339 1.254 3,0.130 0.808-1,-0.540 0.658-6,-4.278-0.574 1,-0.777 0.202 0,-0.778 0.156 4,-0.736 0.116 1,0.813 0.520-1,-1.191-0.447 2,-1.149-0.584-1,-1.862-0.617 0,-0.834-0.114 2,-0.728-0.002 1,-0.611 0.074 0,2.914 3.234-2,-2.991 1.153-1,-4.513-0.545 2,-11.555-1.160 1,3.729-4.196-4,-1.026-0.682-2,-0.710-0.718 0,-0.452-0.706 0,-5.074-1.302-1,-3.222-1.360-1,-2.386-1.364 1,-1.966-0.985 1,-0.504-0.376-1,0.116-0.042-3,0.513 0.179 0,0.738 0.312 0,-1.946-1.952 3,0.218-0.528 1,1.027 0.269-1,2.646 0.791 23,2.381 0.652-16,2.517 0.691-10,2.430 0.668 3,2.208 0.607 1,1.911 0.526 4,0.223 0.372 3,1.290 0.757-1,-1.871-0.867 20,16.469 2.323-22,-2.148 1.671-3,0.743-0.096 0,0.406 0.645 0,-1.671 2.928 0,0.538 1.418 2,2.110 1.179-30,1.076-0.403 54,1.279-0.635-27,-5.325-2.771 1,3.880 2.020 1,-2.115-0.268 0,-1.224 0.219 0</inkml:trace>
</inkml:ink>
</file>

<file path=ppt/ink/ink6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3:28"/>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6924.692 5407.262 767,'-6.066'0.000'0,"-0.192"0.000"0,-2.129-3.121-6,-1.177-1.049 4,2.620 1.345 1,-4.320-1.617-1,-2.278-0.827-2,-1.915-0.712 0,-1.542-0.586 0,-5.656-1.951-1,-3.222-1.449-1,6.493 2.222 1,-0.241-0.491 9,-0.002-0.464-2,-2.697-1.341-9,1.128 0.716 0,1.426 1.073 5,-2.921 0.248 1,-1.062 0.536 4,2.765 0.993 3,1.038 0.075 1,2.958 0.801-5,0.574 0.077-6,0.428 0.063-1,-1.771-0.597 7,1.722 0.683 1,1.934 0.807-3,1.943 0.834-1,-6.481-1.366 2,1.066 0.901 9,-0.787 0.445-4,-0.166-0.205-8,1.185-0.413-3,4.190 0.888 2,1.008 0.271-1,-0.721-0.068 5,1.572 0.599 3,1.469 0.593 2,-0.486 0.385-3,2.064 0.728-1,0.344 0.299 0,0.628-0.020 0,-0.127-0.285 0,-0.248-0.418-4,-0.261-0.281 0,0.256-0.054 1,0.392 0.067 1,0.459 0.145-1,-3.501-1.643 1,1.715-1.718 1,0.560-0.412 3,1.651 1.187 2,12.488 0.043-3,0.931 4.229-3,1.287-0.052-2,0.108-0.043-1,1.929-0.025 0,1.696-0.023 3,-4.562-0.018-1,0.830-0.003 0,0.834-0.002 0,0.784-0.001-1,0.703-0.001 0,0.963 0.000 0,1.311 0.000 0,1.055 0.000-1,6.536 0.000 4,2.699 0.000 0,-1.686 0.394-7,-0.528 0.616 2,-1.099 0.712 1,-0.229 0.698 1,0.344 0.637 1,0.686 0.551 3,-4.080-0.163-2,0.014 0.738-1,-0.021 0.831 0,3.692 1.809-1,-1.004-0.146 1,-1.278-0.585 2,4.611 1.785 0,-2.614-0.381 2,0.415 0.769 0,2.460 1.155-1,-1.307-0.805-2,-1.720-1.217-6,-1.383-0.922 1,-1.061-0.664 4,-0.772-0.448 7,-1.507-0.580-3,-0.234-0.116-2,-0.070-0.025 1,0.820 0.031-1,-1.084-0.677 0,-4.772-1.494-1,-0.794-0.406 0,-0.754-0.387 0,-0.529-0.083 5,-1.137-0.005-1,3.229 2.070-1,-2.380 0.573 2,-1.069-0.625 2,-11.332 0.852-7,-1.755-4.712 1,-1.095 0.077 0,-1.923 0.091-3,1.652 0.034 0,-0.541 0.007 0,-0.058 0.006 0,1.806 0.004 0,-0.689 0.001 0,-0.889 0.001 2,-4.128 0.002 0,-0.646 0.001-2,-0.184 0.000 0,2.315-0.295 1,-0.390-0.481 0,-0.500-0.583 0,-0.832-0.881 0,-0.202-0.904 0,-0.076-0.901 0,0.015-0.845 0,-0.662-0.824 0,-0.262-0.403 0,-0.302-0.217-1,-2.460-1.207 0,-0.842-0.377 2,0.006 0.074 1,0.561 0.363-1,0.886 0.528 2,-4.433-2.079-4,-0.845-0.552-5,1.950 0.820 5,2.257 1.027 11,2.722 1.276-5,2.783 1.325-8,2.590 1.244 1,2.256 1.092 1,-1.688-0.268 6,2.444 2.368 0,-0.853-3.477 0,-1.626-2.858 0,-0.833-1.486 0,1.251 0.506 0,0.688-0.013-5,0.951 0.259-2,1.060 0.421 1,1.448 0.704-3,1.679 0.962 5,2.570-2.670 7,5.569 3.620-5,5.501 2.475 2,-3.668 1.735-2,3.730 0.305-4,1.646 0.274-1,2.193 0.520-1,2.195 0.687 1,1.278 0.739 2,8.321 2.732-1,4.346 1.821-5,-4.702-0.204 0,1.911 1.332 7,1.782 1.358-3,6.747 3.147-8,1.286 1.404 3,0.682 1.077 2,0.244 0.787 0,-0.054 0.544-2,-0.240 0.348 0,-0.342 0.197 0,15.603 7.011-4,5.723 2.908 0,0.314 0.635 8,-3.074-0.831 11,6.176 3.289 1,1.382 0.691-11,-15.917-7.535-12,-3.316-1.731 40,-3.914-2.057-5,3.448 1.991-34,-4.973-2.129 1,-5.900-2.746 22,-6.058-2.938 7,-5.714-2.845-4,-4.616-1.238-3,-1.514-0.115-9,-1.353-0.276 14,1.137 1.028 2,-0.748-0.313-9,-2.836-1.176-11,-1.625-0.174 1,-1.433-0.847 5,-0.641-0.774 0,-0.337-0.885-1,-0.836-0.770 2,-0.872-0.500 2,-0.965-0.358-5,-0.978-0.241 1,-0.149 1.130 2,-1.360 0.285-1,-0.728 3.195 1,-3.970-2.251-1,-5.417-2.267 0,-0.965-2.597-1,-2.409-0.407-2,-0.564-0.321-1,-1.378-0.190-2,-1.150-0.138 0,-0.924-0.094 0,-0.713-0.059 1,0.247-0.348 0,0.146-0.525 0,0.345-0.607 1,-2.652-1.048-2,-2.754-0.995 7,-3.877-1.556 2,-1.823-1.270-9,-1.211-1.136 0,-3.537-1.731 0,-3.236-1.498-2,4.832 1.289 2,-1.021-0.605 0,-0.826-0.521 2,-0.646-0.433 0,-6.403-2.400-2,0.060 0.049-2,0.507 0.290 0,0.865 0.857 1,-1.286-0.097 8,0.031 0.228 0,0.895 0.426 3,-4.164-3.232 4,2.672-0.297-20,3.916 0.648 0,27.540 11.880 8,-24.334-10.486 8,2.227 1.250 13,2.929 1.681-26,3.161 1.833 13,1.937 0.028 2,2.188 0.049-6,2.151 0.648-6,1.969 0.984 23,1.550 0.688-14,3.081 1.362-7,2.880 1.241 16,0.492-0.485-19,12.628 2.752 10,0.747 1.617 1,1.494-0.019-8,0.528-0.093 1,-2.456 0.167 0,1.785 0.519 0,1.999 0.622 1,3.256 0.635-3,0.797 0.059 0,0.153-0.159 0,-3.372 0.307 1,0.691 1.493-1,0.909 1.881 3,9.241 5.629-3,4.904 2.479-1,-1.247-0.273 1,-0.342 0.415-2,-1.321 0.013 0,-0.903-0.192 0,0.001 0.289 1,-0.476-0.036 5,-0.837-1.202 4,2.188 0.729 6,1.906 0.627-19,2.621 1.516 2,-0.997-0.065 11,-1.931-0.327-8,6.802 4.514-8,-1.591-0.896 1,-6.367-3.699 15,-2.820-1.441 8,-2.899-1.454-3,-2.753-1.364-15,-2.472-1.212 1,-2.109-1.661 6,0.088-0.146 1,0.010-0.233 0,-0.296-0.285 6,-0.502-0.309-1,-0.623-0.311-4,1.134 1.470-8,-1.778-0.203 1,-2.394-1.648 3,-0.865-0.743 3,-0.657-0.834 0,-0.479-0.555-1,-0.328-0.332 5,-0.207-0.161-6,0.354 0.443 0,1.763 2.287 0,-6.812-0.545 3,-10.188-6.053 0,0.245-0.330-6,-1.210 0.031-1,4.162 0.121 2,-1.121 0.011-1,-1.158 0.012 0,-5.263-1.179 0,-3.193-1.828-1,-1.924-1.335 0,-0.969-0.922-2,-0.287-0.590 2,-0.346-0.790-1,-1.094-1.011 0,-0.128-0.700 2,0.532-0.447 0,-8.585-5.345 5,-2.841-2.920-10,-2.117-2.177 2,-1.498-1.542 13,-0.992-1.021-20,7.212 4.252 2,-0.558 0.003 2,-0.670 0.095 4,-4.603-2.048-2,2.131 1.495 2,2.935 1.811 5,1.592 1.220-1,0.598 0.750 1,-0.101 0.389 10,5.023 2.331-2,1.235 0.288-9,1.465 0.235 0,1.811 0.688-1,1.972 0.979 1,1.992 1.140 1,-1.545-0.836 5,3.205 1.499 0,2.821 1.224 6,2.353 0.954-2,0.805 0.665-6,2.473 1.307 0,-3.182-2.981 4,3.406 0.241-3,6.692-0.746-4,5.798 5.371 2,1.737 1.455-2,-2.535 1.271-2,0.557 1.967 0,4.391 2.026 0,-4.244-2.056 0,1.650 1.106 1,0.880 0.991-2,0.665 1.008-1,1.901 1.556-1,0.518 0.421 1,0.332 0.122 1,0.189-0.076 0,0.084-0.193-1,8.870 6.651-1,6.462 5.280-1,-3.707-2.181 5,1.707 1.610-48,1.187 1.215 89,7.504 6.055-54,-0.041 0.325 2,-0.759-0.302 6,-1.350-1.050 0,-2.271-1.949 4,-2.376-2.126 1,-2.236-2.052 0,-1.959-1.831 1,2.965 1.879 0,-3.047-2.514 0,0.737 0.201 4,0.213-0.192 14,2.293 0.872-10,-1.143-1.583-18,-1.479-1.824 0,-1.052-0.683 2,-3.194-1.282 6,-3.232-0.949 9,-3.330-2.094-1,-1.703-1.576 3,-1.225-1.593-5,-1.080-0.822 4,-1.939-0.783-6,-1.858-0.433-1,-0.855 0.894 7,-0.382-0.005-5,-0.320-0.596-2,4.477 2.555-2,-2.828-3.188 6,-15.393-0.765-4,2.919-3.363-4,0.221-0.225 1,-1.209-0.416-2,-1.271-0.510 1,-3.516-1.387-1,-0.576-1.068 0,-1.202-0.996 0,-1.515-0.875 0,-0.426-0.146 1,0.303 0.333 2,-2.028-1.940-3,-0.818-2.322 0,2.919 0.764 5,0.397-0.217-2,0.544 0.124-2,-1.444-1.391-1,-1.647-1.280 2,-1.677-1.125 2,1.197 0.358 6,-0.026-0.734-11,0.318-0.657-2,0.543-0.570-1,-1.742-2.014 0,0.121 0.105 5,0.003 0.375 1,-0.074 0.527 0,-2.242-1.824 0,-2.041-1.652 1,-1.556-1.251 0,-7.215-5.098 10,-2.400-0.790-13,3.281 3.342-8,1.211 1.743 1,5.944 4.205 10,2.396 1.307-1,2.563 1.164 1,1.118 0.404 5,2.175 1.548 2,1.767 1.478 1,-0.469 0.749 0,-0.801-0.049-2,-0.300-0.061-1,1.243 0.731-4,0.206-0.095 0,0.306-0.118-2,-1.084-0.980-4,0.850 0.558 0,0.945 0.743 6,0.955 0.824 0,0.336 0.168-1,0.590 0.199 2,0.423-0.005 0,-1.283-1.452 0,0.739 0.156 0,2.543 2.358 0,0.377 0.852-1,-0.587-0.114 2,0.287 0.257-1,0.821 0.028 2,1.102-0.120-2,0.859-0.203-2,1.594 0.865 0,-0.121-2.504 2,5.865 1.880 0,5.984 6.277 1,0.952 0.735 0,0.550 1.006-3,1.446 1.432-1,0.431 0.803-3,0.006-0.691 1,0.680 0.186 4,-4.765-1.108 0,-0.153 0.121-1,0.116 0.195-1,-0.012 0.124 1,-0.096 0.069-1,-0.146 0.028 0,-0.169-0.001 0,0.875 0.747 0,1.400 0.750 0,1.374 0.563 0,1.907 0.856 4,0.683 0.276-2,0.334 0.130-5,2.840 1.396-1,0.310 0.192 1,-1.304-0.612 3,0.192 0.121 1,-1.158-0.215 1,-0.307 0.408 0,-0.382 0.469-2,0.858 0.340 1,0.105-0.769 0,-0.376-0.464-1,-0.656-0.235 0,1.059-0.106 3,0.028-1.090 1,-1.934-1.094-2,-0.945-0.315 1,-1.061-0.127-2,-2.689-0.836 0,-0.570 0.095 1,-0.479 0.156 0,-0.113 0.159 0,-0.478-0.246 0,-0.427-0.358 0,4.835 2.140 1,-1.264-1.764 0,-1.635-1.698-1,-0.096 0.108-1,0.177 2.221 2,-2.815-0.154-2,-8.706 1.626 5,-3.197-5.257-5,-3.176-0.339-1,3.567-0.086 0,-0.440-0.020 0,0.868 0.004-1,-0.245-0.001 1,-0.236 0.002 0,-0.218 0.005-1,0.377-0.997 0,0.037-0.914 2,0.095-0.810 0,-0.980-1.148 2,0.424-0.153 0,0.495 0.170-2,0.508 0.371-2,0.877 0.708 1,-4.765-1.534 0,3.663 2.104 2,-0.551-0.157 1,-0.645-0.341 1,0.803 0.360-4,-0.005 0.164 0,0.096 0.251-1,-2.903-0.141 1,1.184 0.756 1,0.070 0.321 1,-1.592-1.536 1,-0.243-1.134-3,0.263-0.835-1,-1.389-0.284 3,-1.774 0.345-3,2.558 1.033 0,0.131-0.047-1,0.374-0.134 3,-0.515-0.496-1,0.170-0.221 0,0.098-0.209 1,1.072 0.163 1,0.446-0.164-1,0.500-0.156 0,0.232 0.154 0,0.036 0.358 0,-0.102 0.479 1,0.086 0.241 0,0.211 0.063 0,0.284-0.063-1,-1.762-0.696 0,0.286 0.518 1,1.823 0.616 0,0.074-0.329-1,0.920 0.358 2,0.132 0.130-1,0.130 0.229-1,-2.245-1.120 0,0.015-0.406 0,2.376 1.208 0,0.123 0.188 0,0.104 0.265 0,-1.263-0.542 0,0.199-0.110 0,0.225-0.230 1,-0.608-0.928-1,-0.064-0.682 0,0.549 0.485 0,-0.169 0.352 0,0.893 0.958 0,0.025 0.453 0,0.044 0.465 0,-2.372 0.101 0,-1.150 0.631 1,0.365 0.573-1,-0.239 0.349-1,-0.067 0.271 0,0.047 0.201 0,1.460 0.129 0,0.295 0.076 0,0.318 0.050 0,-1.160 0.064 0,0.542 0.016 1,0.534-0.003 3,0.680-0.023-1,0.038-0.019-1,-4.060 0.037 0,0.726-0.055 0,-1.082-0.039 0,2.294-0.042-2,1.945-0.020 2,0.433-0.006-1,-1.824 0.000 1,-0.052 0.002 1,0.833 0.002-3,1.069 0.002 0,-2.685 0.001 0,1.345 0.001 6,14.232 0.000-2,0.590 0.000-2,-0.124 0.000-3,-0.808 0.000 0,1.487 0.000 1,1.742 0.000 0,-1.488 0.000 0,0.301 0.000 0,-0.261 0.000-1,-0.595 0.000 0,-0.757 0.000 0,4.674 0.000 0,-0.380 0.000 3,0.966 0.000 4,-0.638 0.000-5,-1.607 0.000 0,-2.275 0.000-1,0.560 0.000 1,-0.193 0.000 2,-1.087 0.000 0,1.862 0.000-3,-2.198 0.000 0,0.553 0.000 2,0.573 0.000 0,0.481 0.000-1,-1.230 0.000 0,1.044 0.000 0,-1.031 0.775-1,-3.303 6.079 3,-0.521-0.310 0,2.702-4.234-3,0.396 1.908 1,-3.663 1.843 1,1.064 0.473-1,0.611-0.587-2,0.489-0.385 0,0.714 0.193 1,1.329-0.143 1,0.683-1.688 0,-0.991 0.384 1,-1.779 3.003-1,-0.965 0.053 0,1.227-0.385-1,-0.053-0.656 2,-1.292-0.896 0,-0.729 1.724-2,-3.565-1.161 1,-5.847-5.811 2,0.442-0.325 0,-1.229 0.153-1,0.827-0.006-1,-0.459-0.001-1,-1.608 0.000-2,-1.400 0.000 2,-0.860-2.101 0,1.398-3.442 1,-0.398-2.638 2,4.214 4.103-4,-3.664-1.293 0,-2.040 0.559 2,4.560 1.569 0,0.161 0.076 1,0.085 0.252-2,0.158 0.399 1,0.477-0.306-1,0.942-0.599 1,-3.021-2.689 3,0.965 1.683-2,0.240 1.603 0,-2.245-0.327-1,-1.243-1.579-2,4.773 1.514 2,-0.059-0.491 0,0.627 0.338-1,-4.660-2.701-1,0.594 0.661 1,0.106-0.749 3,-1.059 0.380 0,-0.052 1.393-4,0.434 0.082 2,-0.051-2.073 1,5.063 1.939-2,0.450 0.054 0,-2.881-3.083 2,1.371 2.387-1,1.283-0.348-1,-1.422-3.334 6,2.713 3.083-3,0.341-0.283-4,0.357-0.133 0,0.472 0.311 0,-0.639-4.417 1,1.339 1.877 1,2.095 0.708 1,2.787 0.352 0,1.414 0.741 1,0.375 0.763-1,-0.155 0.675-2,-0.747 1.101 1,3.682 0.091-1,-0.815 2.267 2,0.172 0.816 0,-0.035 0.529-2,-0.657 0.300 0,-0.636 0.118 1,-0.215 0.005 1,1.307 0.652 0,-1.218 2.432 0,-0.604-0.042-1,0.966 1.360 0,-1.208 0.877-1,1.250-0.289 1,2.117-0.815 0,-0.361 0.213-1,-0.753 3.246 1,-2.547 1.039 1,0.102-1.664-2,2.129-2.253 1,0.846 0.021 0,-1.118 1.534 1,-2.566-0.348-1,-1.599 1.512 0,-2.396-1.576 0,-0.802 2.095 0,0.114-0.417 1,0.154 1.279-1,-1.838-0.579 0,-1.622-1.647-1,-0.395 0.630 1,0.855-0.122-1,-5.114 1.740 1,1.702-3.130 2,-0.951 0.665-3,-0.251 0.148-2,0.206-0.187 1,0.478-0.381 1,0.278-0.607-1,0.407-0.935 0,0.340-0.960 0,0.465-0.276 2,0.360 0.240 3,0.323 0.507 0,0.275 0.631-1,-2.007 0.174-3,-1.305 0.287 1,-0.618 0.193 1,-1.284 0.922 0,-0.094 0.381-3,0.705-0.475-2,0.839-0.750 1,0.960-0.928 4,0.950-0.958-1,0.863-0.893 1,-2.415 0.066 1,-1.969-1.194 1,0.810-1.203 1,1.074-0.665-4,0.276-1.309-1,4.348-3.753 2,4.347-1.423 1,2.542 1.179-1,1.739-2.983-1,0.718-1.385-1,-2.966 4.664 0,-0.124-0.259 0,0.159 0.078-1,0.353 0.315 1,1.019-0.568-1,0.383 0.223 1,0.297 0.160 2,-0.563 0.862 1,0.132 0.044-2,0.116 0.006-1,1.244-0.779 0,-0.087 0.600 1,-0.189 0.725 0,-0.239 0.751 0,0.180-1.186 0,-0.129-0.684 0,-0.087-0.447 4,-0.710 0.825-2,0.018 0.391-3,0.056 0.533-1,0.621 0.415 0,0.379 0.679 2,1.901-1.222 2,-2.635 0.120-2,2.458-5.203 2,-1.206 0.800-2,0.626 1.349 0,-0.101 0.896 1,-0.376 0.499-2,0.301-0.481 0,1.025-1.984 0,-4.147 2.697 2,1.559-4.551-1,-2.607 2.577-1,-2.718 0.893 2,-6.379 6.357 1,-0.396 0.195 0,-0.377 0.109-2,2.029 2.631 0,-0.666 3.268-2,-2.143 1.362 1,2.443-2.229-1,-0.056 0.683 2,-0.172 0.334 1,-0.239 0.079-3,-0.271-0.099-1,-0.276-0.212 2,-0.233 0.916 0,-0.190 0.670 0,0.776-0.644 0,0.036 0.057 1,0.073-0.064 3,-1.469 2.155-4,1.027-0.479-2,1.193-0.589 2,1.147-1.074 1,1.129-1.470 15,-0.506 1.304-21,4.757-14.806 12,2.414 2.560-4,0.619-2.146-4,1.199-1.686 0,2.063 0.119 1,-2.868 4.704-1,0.748 0.196-3,0.289 0.633 8,0.164 0.676-4,0.522 0.646 1,0.697 0.572 1,0.747 0.480 1,0.074-1.049-3,-1.400-0.563 1,-0.038-0.692-1,1.797-1.369 3,0.063 0.136-2,0.464 0.820-2,0.727 0.535 0,0.368 0.580 3,0.112 0.565 0,0.692 0.514-1,-0.094 0.444-3,-0.589 0.366 0,-0.863 0.290 1,-0.974 0.219 5,1.539 0.158 0,0.679 0.107-6,0.077 0.067 6,1.650 0.036 1,1.358 0.013-8,-0.964 0.275 1,0.758 0.474 4,0.684 0.572-2,0.282 0.313-2,-0.010 0.117-1,-0.210-0.024 2,-0.368-0.022 0,-2.891-0.134 1,4.247 1.271 0,0.579 0.735 3,0.189 0.600-1,-0.095 0.475 0,-0.294 0.364-4,1.341 0.725 1,0.301 0.154 1,0.438 0.049-1,1.786 1.122 2,-1.958 0.177-2,1.521 1.644 1,1.081 1.168 0,-5.573-2.888 10,-0.435-0.421-8,0.980 0.548-3,-0.891-0.178 0,-0.722-0.076 0,-0.565-0.002 4,-0.425 0.047 4,-0.306 0.078-4,0.577 0.732-4,-0.979-0.250 1,-1.070-0.340-1,0.151-1.045 0,0.201-0.500 4,-0.328-0.502 3,-0.662-0.473-1,-0.844-0.424-3,1.509 1.634 0,-0.084 0.660-5,-0.356 0.366 4,-0.499 0.152 6,-0.548 0.007-5,-0.304 0.131-4,-0.893-0.483 0,-0.862-0.557 0,-0.766-0.551 1,-1.294-1.171 5,-0.360-0.291 0,3.641 3.809 2,-1.349-2.285-4,1.216-1.110 1,0.390-1.564 1,-1.041-1.611-2,-1.091-1.048-2,0.609-1.841 1,-3.469-4.031 1,-3.060-2.020 2,-0.463-1.698-3,0.106-1.529-1,0.104 4.502 0,0.013-0.240 0,0.012-0.099 0,-0.013-4.946-2,0.027 0.708 3,0.019-0.545 1,0.015 1.649-1,0.005-0.802 1,-0.003 3.128 0,0.002-4.403 0,-0.001 0.192-3,-0.003 4.974 0,0.001-4.634 2,-0.002 2.467 0,-0.001 1.972 1,1.741 0.197 0,5.052 3.768 3,0.294 2.487-2,-0.465 0.331-3,-0.037 0.054 0,-0.467-0.028 0,3.004-0.004 1,-2.099 0.260 0,-1.100 2.299 0,2.576 2.809 1,-3.276-1.854-1,0.040-0.267 0,1.129 0.230-1,1.281 0.177-1,1.319 0.131-1,4.802 0.969 0,1.500-0.563-1,-2.305-1.191 2,-0.482-0.555-1,-0.780-0.538 2,-0.621-0.022 1,-1.751 0.129 0,-1.811 0.313 1,2.969 0.670 6,-1.683-0.751-5,-0.672-0.358 2,-0.936-0.397-5,-1.019-0.387 1,3.366 0.310-1,0.668 0.225-2,-1.612 0.128 4,1.036 0.207 0,-0.366-0.168 1,-0.091-0.144-2,-0.330-0.215-3,0.214-0.051 15,-1.914-0.350-16,1.049 0.321 0,-16.081-0.822 8,0.824-0.859 0,-2.759 0.006-2,-3.809 0.037-7,4.466 0.045 2,-3.613 0.001 1,-0.207 0.007 1,0.527 0.006-3,0.958 0.005 1,-3.491-0.443-1,-0.873-0.681 4,0.342-0.771 2,0.123-0.081 0,-0.177-0.033-3,0.587 0.118-4,1.046 0.208 4,1.271 0.251 3,1.332 0.264-1,-4.704-1.618-5,0.742-0.544 0,-1.367-0.576 10,-1.104-0.375 1,2.226 0.334-11,0.172-0.240 0,0.378-0.228-1,-2.813-1.228 0,1.784 0.303 1,1.969 0.481 8,1.904 0.546-1,1.695 0.537-1,1.418 0.483-3,1.125 0.408 1,0.848 0.326 0,-3.485-0.651 0,-1.058-0.135 2,-1.727-0.545 6,-6.128-2.517-1,1.044-0.734-12,4.720 1.637 1,0.729 0.387-1,0.627 0.550 2,1.308 0.483 1,1.328 0.278 4,1.438 0.184 3,1.436 0.108-4,0.471-0.753 0,1.804 0.069 5,-0.378-4.038-1,3.533 0.872-2,1.647 0.685 0,0.610 0.601-3,2.632-1.760 1,2.248-0.295-1,2.680-1.068 0,-3.019 4.927-1,0.446 0.586-1,0.246 0.647 1,0.100 0.639 0,-0.416 0.671 1,5.690-0.456 0,-0.910 1.288 1,4.133 0.636 0,-6.104 0.348-2,-0.483 0.077 0,-0.659 0.033 0,-0.179-0.038 0,0.858-0.007 0,0.435-0.013 1,0.092 0.195 0,0.143 0.333 1,0.056 0.409-1,-0.008 0.440-1,2.325 0.761-2,1.254 0.604 2,1.040 0.559 0,0.066 0.180 3,1.139 0.388-1,1.151 0.340-6,6.267 1.872-2,1.379 0.584 4,-2.776-0.548 1,0.880 0.582-1,0.890 0.611 2,0.517 0.613 1,0.236 0.575-3,0.035 0.512-1,-3.648-1.235 2,-0.402-0.071 0,-0.438-0.168 2,2.506 0.965-1,-0.774-0.419 1,-0.824-0.463 3,-1.127-0.462-1,-1.254-0.432 0,-1.258-0.384-1,-2.128-0.708 1,-0.372 0.029 0,-0.128 0.137 1,0.049 0.206 1,5.979 3.496-5,-2.143-1.601-1,-3.059-1.474 1,-1.079-0.324 1,-1.450-0.343 4,-1.629-0.339 1,-0.860-0.796-8,-0.123-0.558 1,-0.014-0.595 4,0.834-0.102 12,0.094-0.175-12,0.100-0.009-5,2.039 0.478 0,-0.755-0.495 1,-0.973-0.581 2,-1.063 0.175 0,-0.099 0.156 1,-0.318-0.092 1,0.292 0.135 1,-1.572-0.472-2,-1.702-0.514 5,1.244 0.672-11,-13.791-1.602 10,-1.218-1.349-2,-0.614 0.146-4,-2.690 0.019 0,4.649 0.010 0,-3.405 0.002-1,-1.400 0.001-1,-0.785 0.001 1,1.224-0.321 3,-0.178-0.513-1,-0.096-0.608-3,-0.721-0.312 0,-1.090-0.095 1,-1.264 0.056 2,-0.712-0.407 0,0.154-0.632-2,0.550-0.760 0,0.771-0.793 0,-3.761-1.714 0,-1.558-0.787 2,1.125 0.347 4,-0.251-0.090 2,-0.025 0.037-11,-2.840-2.094-2,-1.067-1.186 5,-0.619-0.797 1,2.144 1.021 10,1.396 0.937-14,1.712 1.240 0,1.788 1.344 0,2.267 0.807 1,-0.711-0.550 9,-0.609-0.618 0,-3.456-1.830 3,1.175 0.478-3,1.746 0.883-10,1.982 1.077 1,1.988 1.122 1,0.185 0.474 0,-0.854-0.151 10,-0.385-0.082-2,-0.039-0.030 0,0.108-0.154-1,0.604-0.080-7,0.749-0.086-1,-0.221-0.300 1,1.033 0.525 0,0.980 0.662 5,0.880 0.705 1,0.752 0.685-1,0.618 0.625-1,0.688-0.077-1,-3.819-4.012 6,4.887 1.583-2,-0.269-0.146 0,-0.422 0.323-5,0.235 0.221-1,0.611 0.139 2,-2.270-3.739 0,3.646 1.643 1,4.674-0.394 1,5.464 5.098 0,1.063 1.512 0,1.263 0.021-4,2.688-0.025 0,-5.412-0.111 2,0.217-0.013-1,0.128-0.013-1,0.061-0.011 0,0.592-0.009 1,0.527-0.009-1,0.597-0.007 0,0.604-0.005 1,0.317-0.004 1,0.392-0.002-1,0.311-0.002 1,0.248-0.001-1,-0.119-0.001 1,-0.233 0.000 0,-0.293 0.000 0,-1.896 0.252 0,-0.369 0.419 0,-0.366 0.518 0,0.761 0.761 0,0.540 0.643 1,0.769 0.594 2,0.052 0.163-2,-0.122-0.022-2,-0.360-0.193-1,-0.506-0.300 1,4.680 0.944-1,2.331 0.444 3,-3.401-0.956 3,0.746 0.236-2,0.688 0.254-6,2.036 0.974 0,-1.113 0.270-1,-1.654 0.201 4,1.392 0.373-1,-2.431-1.045 0,0.142 0.064 5,2.813 0.881 5,-0.557-0.573-6,-3.180-1.445-4,-0.279-0.494-2,-0.192-0.491 2,3.407 0.756 6,-0.793 0.324-3,-0.206 0.593-1,-1.259 0.702 2,-1.070-0.007-1,-0.861-0.435 1,-1.411-0.941 0,-0.357-0.601-3,-0.213-0.595 3,-0.104-0.547 0,-0.641-0.502-2,-0.541-0.374 1,4.476 0.002-1,-2.203-0.701 0,-2.299-0.373 4,-13.107-0.675 1,-2.024 0.893-5,-2.770 0.020-4,4.118 0.001 2,-0.207 0.000 1,-3.475 0.001-2,-0.012-0.001 1,0.241-0.001 1,0.025 0.000 3,0.378-0.001-3,-1.420-1.179-2,-0.093-0.667-1,-2.343-0.538 6,-1.537-0.001 1,1.272 0.392-5,0.378 0.259-1,1.999 0.156 2,-0.143-0.259-1,-0.293-0.372 1,-1.744-0.646 4,-0.923-0.454-4,-0.971-0.410-1,1.888 0.255 0,-0.395-0.285 0,-0.332-0.277 0,-2.249-0.513 0,-0.145 0.264 0,-0.312-0.035 2,0.692 0.017-1,0.883-0.056 2,-2.744-1.153 1,-0.283-0.450-1,4.091 1.255 0,0.817 0.397-1,-0.646 0.170 0,0.945 0.718 0,0.864 0.711 2,0.944 0.654 4,0.928 0.569-6,1.831 0.531 0,0.561 0.315 0,0.652-0.096 3,1.196-0.343 1,1.256-0.502-3,-4.152-2.356 3,1.820 0.336 4,2.239 0.187-10,12.734 2.077 4,-0.521 1.470 0,-0.149-0.047-4,1.902-0.019-1,3.858-0.020 2,-4.273-0.037 1,0.425-0.007-2,0.263-0.005 1,3.502-0.002-1,0.943-0.005 2,-4.808-0.001 1,1.629 0.000-1,0.378 0.000-1,0.106 0.000-1,-0.075 0.000 0,-0.661 0.000 1,-0.190 0.000 2,-0.193 0.000 0,-0.182 0.000-1,1.147 0.000 0,-0.291 0.000-1,-1.315 0.000 0,-0.499 0.000 0,-0.493 0.000 4,-0.255 0.000-1,-0.086 0.000-1,4.684 0.000 0,-5.178 0.000-1,2.076 0.000 1,-0.313 0.000-2,-0.625 0.000 0,-0.772 0.000 0,4.353 0.000 0,-2.761 0.000 1,-2.249 0.000 1,0.632 0.000 2,-14.500 0.000 6,0.063 0.000-11,-0.794 0.000 0,-0.441 0.000-1,2.322 0.000 1,-1.399 0.000 2,-1.528 0.000 0,0.085 0.000-2,-0.023 0.000 1,0.294 0.000-1,0.713 0.000 0,0.199 0.000 1,0.151 0.000 2,0.111 0.000 0,0.445 0.000-1,-0.732 0.000 0,-0.631 0.000-1,-3.045 0.000 3,-0.390 0.000 1,-0.097 0.000-7,2.282 0.000 1,0.613 0.000 1,0.724 0.000 1,0.763 0.000 1,-0.955-0.851-1,-0.393-0.545 3,0.019-0.304 2,0.303-0.121-4,-4.923-1.846 1,-1.113-0.512-3,-0.200 0.046 0,0.373 0.383 2,0.693 0.556-1,1.331 0.345-2,1.005 0.065 0,0.969-0.058 0,0.867-0.130 1,0.493 0.114 5,-0.486-0.302 1,-0.356-0.340 0,-1.823-0.501 3,-0.062 0.334-8,0.105 0.513-2,2.029 0.496 0,0.643-0.104 2,0.701-0.234 1,-0.126-0.328 0,1.022 0.299 2,0.960 0.431 0,0.844 0.479-1,-0.814 0.192 1,0.088 0.125 0,0.448 0.013 0,0.624-0.056 0,-3.854-2.131-2,1.694 0.625-2,-2.815-0.492 3,-0.017 0.386 2,-0.234 0.278-6,0.272 0.412-1,2.279 0.600 1,-0.017-0.116 1,-0.112-0.226 1,-2.862-1.021 1,1.020 0.265 1,1.314 0.451-2,1.374 0.522 1,1.288 0.520 0,-4.245-1.727 2,1.606-1.751 2,3.415 0.677-2,7.756-1.251 3,5.553 6.244-3,-1.516-0.312-2,0.768-0.081 0,2.699-0.022 0,-2.976-0.008 0,4.129-0.002-2,0.775-0.002 0,-2.180 0.000-1,0.248 0.000 1,0.234 0.000-1,-0.101 0.000 3,-0.327 0.000 0,-0.463 0.000-1,1.794 0.000 0,-0.593 0.000 0,-0.521 0.000 4,0.555 0.000-1,0.011 0.000 0,-0.356 0.000-3,0.161 0.000 0,-0.084 0.000 0,-0.002 0.000-1,-1.363 0.251 0,0.132 0.418 2,0.191 0.518 0,1.273 0.761 1,0.683 0.643-1,0.742 0.594 0,2.779 1.192-1,0.776 0.520-1,0.568 0.365 0,-3.120-1.151 0,-0.086-0.264 1,-0.143-0.369 0,0.814-0.211-1,-0.274-0.525 1,-0.308-0.513 2,-0.606-0.200 1,-0.779 0.027-1,-0.855 0.182 0,1.149 0.296 0,0.750 0.358 1,0.435 0.382 1,1.997 0.809-1,-0.445 0.091-2,-0.736-0.053-3,-0.869-0.141-1,-0.889-0.187 1,-0.837-0.203 2,1.995 1.044 0,0.191 0.162 0,-0.610-0.289 3,-1.060-0.546 6,0.900-0.537-5,-0.201-0.743-6,-1.571-0.770 2,-1.141-0.532 7,-1.238-0.442-3,-1.201-0.352-5,3.767-0.140 1,-3.159-0.508 2,-0.854-0.182 2,1.251-0.193 5,-14.602 0.096-5,0.537 0.352-2,-3.103-0.009-3,0.857-0.002-1,-3.798 0.000 0,4.939 0.000 1,-0.695 0.000 1,-0.192 0.000 0,0.151 0.000 0,-3.834 0.000 2,0.455 0.000-3,-0.817 0.000 0,-1.167 0.000 2,0.229 0.000 0,0.545 0.000-3,0.708 0.000-1,0.585 0.000 2,0.246 0.000 2,0.532 0.000 1,-0.338 0.000 1,-0.895 0.000 5,-1.206 0.000-10,-2.631 0.000 1,0.848 0.000 0,1.472 0.000 0,1.718 0.000 0,1.714 0.000 1,1.559 0.000 1,1.325 0.000 0,-12.427 0.000 1,0.044 0.000 2,-4.232 0.000 2,-2.389-0.447-10,-1.054-0.685-3,-0.143-0.773 0,3.422-0.882 1,0.382-0.631 4,1.176-0.223 3,1.642 0.066 0,-4.644-1.834 6,0.064-0.146-2,4.445 0.814-10,0.745-0.035 21,0.771-0.038-16,2.520 0.665-3,0.808 0.384 1,0.766 0.467 3,0.696 0.500 0,-3.568-0.706 1,0.577-0.330 1,1.382-0.123-1,-0.716-0.600 3,3.588 0.881-1,0.541 0.151-1,0.728 0.274-3,-0.582-0.204 0,0.889 0.104 0,0.828 0.032 0,0.738-0.019 5,-1.207-0.357-3,0.441 0.471 0,0.279 0.560-1,0.793 0.666 1,0.016 0.467 1,-0.063 0.412-1,1.151 0.382 0,0.585 0.242-1,0.690 0.193 0,0.717 0.147 0,-4.788 0.152 15,4.310 0.231-21,13.585 0.474 11,1.102-1.058-3,-0.009-3.679-4,0.966-0.197 0,0.757 0.754 1,-0.899 1.686 0,-0.860 0.871 0,0.945 0.244 1,-1.466 0.268 1,0.088 0.113-2,-0.022 0.095-1,0.402 0.077 0,0.687 0.061-1,0.604 0.046 3,0.518 0.034 1,0.433 0.023-1,2.458 0.978-1,1.540 1.552-1,-0.601 0.799 0,0.795 0.991 0,1.016 0.500 0,1.125 0.127 0,5.269 2.162-1,0.402 1.201 1,-3.329-0.817 0,1.745 1.006 0,6.091 2.625-1,-0.678-0.508 2,1.850 0.436-3,-0.781-0.656 0,-0.653-1.455 2,0.985-0.396 9,-8.475-2.720-7,-0.661-0.032 2,1.795 0.904 3,-0.735 0.110-7,5.846 2.819-5,-1.535 0.003 11,-4.993-1.741-1,-1.464-0.350-2,-1.363-0.376-1,-2.587-1.552 1,-0.628-0.639 0,-0.771-0.690 0,-0.081-0.695 1,-0.341-0.666 4,-0.510-0.614 0,-0.857-0.170-9,-1.065 0.153 4,0.916 1.133 3,-0.894 0.650-5,-2.879-1.178 5,-0.144-0.064-3,1.671 0.746-1,-0.440-0.424 0,-0.493-0.491 0,-0.494-0.502 1,0.264-0.331-1,5.153 0.377 0,-2.772-1.385 9,-15.248-1.585-5,-2.487 0.440-7,-0.923-1.186 0,0.461-1.503-1,-2.755-0.728 2,5.479 2.246 1,-1.242 0.167 1,-1.282 0.187 0,-0.354-0.106-1,0.304-0.301 0,0.739-0.418-1,-1.506-0.833 0,0.376-0.434 0,0.682-0.337 4,0.826-0.250 1,0.595 0.833-1,-0.789 0.193-4,-3.622-0.726 0,-0.220 0.042 8,0.229-0.019-9,0.490-0.056 0,1.657 0.209 0,0.587-0.478 1,0.011-0.097 1,-0.378 0.166 0,1.116 0.677 6,0.173 0.331-1,0.278 0.363-6,-0.771-0.303 2,0.250-0.326-1,-1.265-0.383 1,-0.573 0.213 1,0.738 0.188 0,0.313-0.167 0,0.485-0.252-2,-1.377-0.774 0,-0.275-0.625 0,1.431 0.924 1,-0.456 0.159 2,-1.056-0.575 0,0.770-0.299-5,2.643 1.057 1,0.274 0.158 3,-1.919-0.691-1,0.566 0.542-1,0.583 0.584 1,1.247 0.737 4,0.516 0.447-4,-4.848-0.578 1,0.101-0.564 0,5.294 0.495 1,-0.256-0.771-1,-1.717-1.911-1,-0.228-0.993 0,2.069 1.619-1,-0.159 0.186 0,-1.818-0.542 0,-0.225 0.685 0,0.445 0.152 1,0.843-0.201 1,1.629 0.944-1,-6.363-3.602 1,4.816 2.599 1,0.188 0.068-2,0.426 0.349 0,0.548 0.502-1,-3.738-1.603-1,2.033 2.054 2,-1.017 1.240 1,0.189 1.276 2,1.928-1.864 1,2.773-5.207-4,2.935 0.219 0,0.572 0.066-1,0.040-1.695 1,-0.109 1.594-1,-0.046 0.173 1,0.676 0.265-1,2.848 1.462 1,0.626-0.870 1,0.600 0.202 0,0.064 1.722-1,3.747 1.014-1,2.042 2.497 0,-4.351 0.617 2,0.374 0.103-2,1.200 0.068-1,0.462 0.040 0,-0.045 0.020 0,-0.366 0.005 1,-0.982-0.015 3,-0.066-0.008 0,-0.751-0.018-4,0.098-0.009 0,1.422 0.339 3,0.442 0.536 2,0.457 0.638-3,-1.029 0.013 0,0.160 0.094-2,0.505-0.012 1,0.727-0.087-1,0.857 0.267 1,-0.465 0.286 2,-0.835 0.374 0,2.861 1.132-3,0.747 0.799 1,1.379 0.667 3,-0.433-0.319-2,5.007 0.133-3,-2.127-1.327 1,-0.977-0.445 3,-1.705-0.389-2,-2.013-0.321 0,-2.032-0.253 0,-1.874-0.189-1,-1.619-0.135 0,9.919 4.491 0,1.127 0.688 5,10.267 4.561 1,3.077 1.529-8,-5.425-2.618-3,0.016-0.490-1,2.075 0.690 0,-1.834-0.541 0,-6.613-2.848 4,-0.886-0.704 4,3.801 0.625 4,-1.110-1.287 4,-3.778-1.252 0,-1.868-0.266-5,-1.259-0.398 0,-0.765-0.474-2,0.602 0.284 7,-0.947 0.138-3,-0.886 0.333-5,-0.791 0.444 0,-2.460-1.048 1,0.166-0.126-1,4.947 1.497 1,-0.275-0.788 0,-4.900-1.910-1,-0.177-0.346-1,0.944 0.234 1,-0.146 0.229 0,-2.206-0.601 1,-0.013-0.031-1,3.235 1.248 2,-0.040 0.501-2,0.913 0.554 0,-0.271-0.210 1,-2.242-1.066-2,-0.146-0.331 1,1.058 0.244-1,-0.582-0.077 2,-0.664 0.033 0,-0.675 0.104-1,-0.767-0.059 1,0.140 0.272-1,0.339 0.312-1,1.394 0.558 1,0.204-0.269 0,-1.568-1.021 0,0.116-0.328 0,2.802 0.896 0,0.022 0.392 1,-1.827-0.717 0,-0.043-0.212-1,0.646-0.076-1,-0.358-0.434 1,-0.425-0.438 0,0.349-0.409 1,0.817-0.360-1,-1.448-0.012 0,0.247 0.462 0,1.997 0.766-1,-0.237 0.100 1,-0.444-0.104-1,-1.589-0.463 1,-0.388-0.213 0,-0.352-0.230 0,-0.309-0.229 0,-0.261-0.216 0,8.374 0.346 3,-5.009-0.854-2,-1.000-0.160 0,-0.542-0.096-2,-0.751-0.066 0,-0.830-0.043 0,3.807-0.099-1,-2.657-0.007 3,1.408-0.012 1,-1.193 0.076 6,-13.880 0.074-5,-1.474 0.009-3,1.597-1.181-2,-4.971-3.172-1,4.657 1.240 2,-0.231-0.527 0,-1.841-0.321-1,-0.585 0.283-1,-0.040 0.482 2,0.543 0.272 1,0.626 0.051 2,0.718-0.061-4,0.716-0.124 1,0.382 0.575 1,-0.806-0.243 0,-0.494-0.296 2,-2.464-1.451 1,-0.229-0.706-3,0.558 0.460-5,-0.691 0.243 2,-0.299 0.431 2,-0.014 0.532 1,-1.987 0.149 0,0.157 0.774-1,0.250 0.693 1,4.715 0.614 1,0.650-0.270-1,-2.034-0.961 0,0.650-0.006-1,1.178-0.079 5,0.184-0.546-2,-2.159-1.682 1,-0.997-0.877-4,1.547 1.021 1,-0.159 0.269-1,-1.312-0.347-1,0.307 0.336 0,0.453 0.307 1,0.508 0.265 3,0.501 0.217-3,1.744 0.605 0,0.322-0.127 0,0.266-0.208 0,-0.596-0.460 0,0.306 0.317 4,0.281 0.461-1,-4.817-1.170 2,0.758-0.147-2,3.642 1.540-2,-0.787 0.100 2,1.053 0.713-2,-0.353 0.215 0,0.051 0.002 0,0.334-0.150-2,-6.283-2.812-1,4.983 2.279 3,-1.478-0.953 1,0.870-0.651 0,1.343 0.346-1,0.490 0.259-2,0.369 0.421 2,-0.521 0.494 0,-1.054 0.505 2,-0.820 0.420-1,0.069 0.458-2,0.392 0.380 0,0.560 0.301 1,-3.787-0.753-1,1.359-1.414 1,0.926-0.914 1,0.955 0.339 1,-1.811-0.776-1,2.353 0.893 0,0.859 0.673-2,-0.688 0.143 1,-0.681 0.226-1,-0.344 0.270-1,-0.092 0.286 0,0.086 0.281 1,0.204 0.262 0,0.273 0.234 1,0.307 0.202-1,-0.188 0.154 2,0.369 0.155 0,0.352 0.118 0,-0.120 0.082 0,-0.311 0.053 0,-0.101 0.035-1,-1.452 0.037 1,-0.375 0.011 0,-0.363 0.000-3,-0.390-0.004 0,0.256-0.013 1,0.406-0.015 0,0.467-0.015 0,0.470-0.014 1,1.563-0.015-1,0.470-0.008 1,-4.826 0.002 0,1.426-0.016 3,-0.601-0.008 2,-0.258-0.004-4,1.068 0.000 5,2.920 0.002-10,12.399 0.000 8,0.846 0.005-1,1.670-1.050-6,-2.243-2.071 1,1.266-0.949 1,0.933 0.324-1,0.642-1.038 2,0.107-0.438-1,-0.478 0.846 0,-0.327 1.226 0,0.671 1.227 2,0.935 0.980-2,-2.254 0.722 1,1.162 0.144-1,0.086 0.090 1,-0.090 0.053 2,-0.357 0.028-3,-0.046 0.009-1,0.150-0.002 1,0.259-0.010 1,-0.145-0.014 0,-0.379-0.014-1,-0.492-0.014 1,-1.104-0.015 0,-0.078-0.009 1,0.032-0.007 0,0.103-0.006-1,0.224-0.004 0,-0.316-0.004 0,-0.409-0.002-1,4.312-0.004 1,-1.902-0.001 2,-0.200 0.001-1,-0.732 0.000 0,-1.361 0.002-1,1.378 0.000 1,-0.808 0.002-1,0.287 0.000 1,-0.685 0.000 0,-0.233 0.000-1,-0.209 0.000 0,-2.146 5.708 1,-0.573 0.963 1,4.939-3.977-1,0.727-1.233-3,0.006 0.314 1,-0.771 0.510-1,-0.840 0.441 0,-0.632 0.292 1,0.067 2.983-1,0.468 0.321 5,-0.438-0.438 0,-0.411-0.177-4,0.250 0.297-1,2.534 1.060 0,-3.774-3.430 3,0.740 0.140-1,0.747 0.164 0,2.271 0.973-3,0.047-0.148 2,-0.315-0.268 0,-0.512-0.318 0,-0.590-0.322 0,-0.588-0.298 0,-0.742-0.352 0,-0.081-0.024 0,0.051 0.044 1,0.131 0.085 0,-0.778-0.484 1,-0.188-0.272 0,-0.235-0.337 0,5.439 1.530 2,-4.915-1.664-2,0.573 0.338 1,0.052 0.181-2,0.563 0.395-1,0.556 0.401 0,2.743 1.769-1,0.147 0.768 1,-0.249 0.206 0,0.061 0.169 0,0.047 0.022 2,0.033-0.070-1,0.022-0.121-2,0.015-0.143 1,-2.292-1.515 1,-0.368-0.517 0,-0.402-0.575 0,0.636 0.531 0,-0.559 0.502 1,-0.530 0.781 1,-0.082 0.484 1,0.211 0.259-3,0.385 0.095-1,2.475 0.853 1,2.221 0.248-1,-1.360-1.092 0,-0.023-0.052 0,-0.378-0.078-1,-1.266-0.501 1,-0.572-0.058 0,-0.583-0.042 1,0.825 1.288 0,0.284 0.814 2,0.379 0.533 0,-0.469-0.450 0,-0.654-0.795-1,-0.732-0.969-2,4.542 2.770-4,-1.145-0.410 8,-0.154 0.708-2,-1.502-0.991 0,-0.030-0.086-3,0.031-0.211 0,1.598 1.904-2,-0.349-0.501 4,-1.282-1.164 1,-1.238-1.061 1,-1.308-1.075 1,-1.242-0.995-2,2.631 2.204-1,-2.923-2.223 0,-0.330-0.875 1,4.298 0.861 5,-1.719-1.530-1,0.102-0.282-7,-0.392-0.404 0,-0.664-0.446 0,-0.778-0.436 0,3.673 0.379 1,-3.608-1.090 6,-13.334-1.270 1,-1.159 0.426-3,-0.584 0.051-7,3.188-1.335 2,-1.046-0.712 1,-0.513-0.268 0,0.477 0.313 1,-0.538 0.144 0,-0.563 0.215-2,0.126 0.055 0,-0.442-0.231 1,-0.414-0.335 0,-0.945-0.570 0,0.527-0.206 0,0.793-0.116 0,0.911-0.049 1,0.926-0.002-1,0.871 0.028 1,-2.320-0.354 1,0.019 0.425-1,-0.982-0.268 2,0.035-0.254 0,-0.549-0.696-1,-0.445-0.800-3,-4.153-2.511-2,0.284 0.291 0,-0.415 0.544 3,-0.217 0.314-1,0.183 0.281 5,3.292 1.156 1,0.072-0.030-3,0.313 0.213-5,-3.859-1.992 0,-1.493-1.047 8,-0.996-0.879-5,-0.239-0.027 0,0.279 0.541 1,0.605 0.883-5,-0.460-0.163 0,-0.183-0.289 0,-4.575-2.034 9,-0.717-0.033 1,0.834 0.853-4,1.695 1.313-6,4.297 1.875 4,1.177 0.504 0,1.008 0.330 2,2.513 0.845 5,0.463 0.042-4,0.324-0.031-1,0.446-0.082 0,0.512-0.114-1,0.534-0.132 1,-0.084-0.233 0,0.599 0.348 0,0.554 0.477 0,0.328 0.434 0,0.592 0.593 0,0.544 0.567 2,-4.910-0.869 10,3.670 1.718-17,14.071 3.124 8,0.220 2.756-4,1.115 0.188-2,2.048 1.327 0,-4.648-2.597 2,0.648 0.339-2,0.708 0.325 0,0.917 0.631 0,0.071 0.261 1,-0.154 0.192 0,-1.246-0.552 0,0.027 0.322 0,0.091 0.373 1,0.129 0.387 0,2.207 1.255-1,1.513 0.696 0,1.045 0.350 0,5.007 4.671 0,0.899 1.122 0,-0.052-0.019-5,1.648 1.655 3,-2.332-1.813 4,0.636 0.404-7,5.436 3.797 5,1.155 0.162 3,0.903-0.095-10,-3.558-1.997 1,0.385 1.500 5,1.530 2.297 0,-1.892-0.825 0,-2.396-1.525 3,-3.323-2.621 0,-0.943-0.538 0,-0.563-0.271 3,-0.272-0.074 1,-1.860-1.728-5,-0.305-0.203-1,-0.284-0.204 1,3.608 3.787 0,-1.048-1.033 1,-4.100-4.217 3,-0.947-0.977-1,-0.923-0.959 0,-0.856-0.895 0,0.521-0.225 1,-0.156-0.399-2,-0.318-0.197 1,-0.409-0.050 2,-0.593-0.340-1,-0.283-0.116-6,-0.230-0.122 0,0.777 1.653-1,-1.043 0.062 4,-1.266-1.047 1,-0.974-1.081-1,0.760 1.866 7,-10.552-12.976-4,-5.051 3.123-6,4.158 0.673 0,-2.447-1.249 0,-0.826-1.125-1,-0.523-1.167 1,-2.338-1.271-1,-1.944-0.479 0,-2.064-0.180 0,1.443 0.392 0,-0.613-0.900 0,-0.379-1.076 0,-1.868-1.634 0,-0.492-0.627 0,-0.422-0.369 1,0.810 0.354 1,-0.840-0.590 0,-0.948-0.645-1,-1.248-0.352 1,-1.384-0.131-1,-1.401 0.029 0,-2.064-0.367-1,0.332 0.701 1,0.888 0.846-1,1.204 0.890 1,1.340 0.864 0,-3.508-0.895 1,-2.157-0.444 1,-1.626-0.330-1,-1.166-0.233 18,-2.124-1.101-14,0.260-0.541-14,0.699-0.538 1,6.364 2.369 2,1.767 0.596 5,1.903 0.784 6,1.897 0.873-1,-0.893-0.745 1,1.054-0.011 3,1.713 0.627 1,0.837 0.402 1,0.717 0.481 2,2.593 1.092-7,1.589 0.409-7,1.761 0.372 4,-3.076-1.408 0,1.354 1.382 0,2.469 1.401 7,1.212 0.504 10,1.090 0.284-19,0.819 0.144 0,1.851 0.774 3,-0.809-1.288 0,12.340 1.915 7,0.646 3.436-3,2.244-0.265-6,-0.386-0.133 0,1.308-0.039-1,-3.468 1.174 1,1.148 0.921-1,0.919 0.684 0,0.709 0.481 3,0.523 0.317 0,3.650 2.670-5,-1.227 0.548 0,0.485 1.162 0,1.367 1.371 5,1.249 0.982 0,1.316 0.810-7,1.271 0.642 0,1.154 0.489 2,-10.746-7.063 2,15.270 10.172-3,1.646 0.936 0,1.174 0.521-1,-16.049-10.304 11,14.377 10.664 7,1.825 2.564-21,1.646 1.670 0,-0.302-0.410 14,-0.934-1.279-3,0.685-0.153-10,-1.321-1.579 0,-1.296-1.472 7,-1.184-1.295 3,-13.862-8.897-1,12.544 9.137-1,-0.406 0.361 1,-1.089-0.224 0,-1.486-0.606 5,-0.473-0.829-1,-0.714-0.930 0,-0.835-0.942-9,-0.866-0.895 0,2.328 1.308 27,-1.371-1.188-29,-1.310-1.055 1,-1.156-0.882 2,-1.885 0.190 5,-1.514-0.078 1,-1.431-0.416-1,-0.083-0.811 11,0.319-1.422-8,-1.502-1.285-8,-1.007-0.248 4,-0.786-0.132 0,-1.628-0.896 0,0.766 1.739 4,-10.360-2.095 0,-2.490-4.923-2,-0.699 0.633-3,1.453-0.229-1,-1.857-0.486-1,-1.783-0.559 1,-1.593-0.558-2,-2.567-1.617 0,0.781-0.451 0,-1.142-0.593 0,-0.871-0.363 1,-0.028-0.338 5,-0.450-0.637-8,-0.328-0.680 1,-2.324-1.291-2,-0.878-0.434 3,-0.880-0.261 3,-0.823-0.129 1,-0.868-0.394-4,-1.476-0.802-1,-1.542-0.920 0,1.632 0.617 1,-0.222-0.125 1,0.039 0.040 1,0.218 0.152-1,-1.171-0.821 1,-2.149-0.980 0,-1.776-0.619 0,-0.438-0.350 0,0.535-0.141 8,1.205 0.015-3,-2.961-1.669-14,2.587 0.944 2,3.126 1.171 0,2.803 1.690 14,2.108 1.252 3,2.096 1.186 8,1.963 1.071-17,-0.624-1.152 16,1.256-0.165-20,2.737 1.313 0,1.333 0.740 14,1.288 0.900-4,1.182 0.955-8,-1.131-1.065 0,1.266 0.502 5,1.569 0.780 0,1.615 0.881-1,-0.398-1.247 3,11.635 2.198-4,1.413 3.338 0,-0.106-0.316 0,-1.489-0.141 0,0.640-0.040-1,1.445-0.026-1,3.132-0.015 0,-5.044-0.002 0,0.021-0.001 1,-0.138 0.000 0,-0.236 0.000-2,0.635 0.000 0,-0.474 0.001 2,4.915-0.002 0,-3.495 1.737 2,-0.851 0.951-1,1.380 1.073 0,1.367 0.970-1,1.520 0.990-3,0.438 0.379 0,0.066 0.131-1,-0.188-0.044 0,1.062 0.697 0,0.773 0.573 2,0.954 0.679 2,1.007 0.705-1,7.265 3.702-2,1.968 1.323-1,0.052 0.611 1,-1.110 0.127 4,-5.973-3.497 1,1.364 0.952-7,0.585 0.361-1,0.004-0.076-1,-0.410-0.385 8,4.838 2.466 1,0.233-0.610-1,0.314-0.622 1,-2.779-1.474-1,-0.565 0.151-2,-0.297-0.212-1,-1.364-1.180 1,-1.466-1.455 3,-2.523-1.404 2,-1.116-0.373-1,-0.970-0.085 1,-0.520-0.159-1,-1.065-0.202 0,-1.383-0.219-2,2.428 0.941 2,-0.690-1.170 3,-2.421-1.734-3,-1.169-0.966 1,-1.192-0.881-3,-1.125-0.765-2,3.332 0.217 0,-1.961-0.168 3,0.064 2.209 4,-4.861 1.086-4,-10.842-2.681-2,-0.987-2.011 0,-1.828-3.064 0,3.376-0.836 0,-1.480-1.490-3,-2.750-1.789 0,-1.435-0.696 0,-1.125-0.282-1,-0.297 0.180 0,-1.008-0.174 1,-0.938-0.147 1,-0.831-0.121 0,2.925 1.285 0,0.558 0.096-1,0.802 0.118 1,-0.321-0.375 0,-1.104-0.708 0,-1.610-0.912 7,-8.270-5.003 1,-1.943-2.061-11,-1.197-1.773-1,-3.468-1.553 0,-3.088-0.334 1,6.283 3.973 0,1.015 0.770 2,1.584 0.893 2,1.873 0.923 0,-5.791-4.408 1,-1.669-1.876 3,-3.053-2.369 4,1.606 0.865 4,7.512 4.784-17,1.665 1.222-2,4.037 2.650 2,1.444 1.057 9,1.354 0.996 2,0.381 0.271 1,1.775 0.947 0,1.705 0.815-3,1.050 0.286-1,1.230 0.339 1,0.059-0.563 4,0.905 0.084-3,2.157 1.128 0,1.032 0.151-2,1.039 0.144-2,0.410-0.949 1,1.264 0.418 0,1.049 0.458 0,0.431-4.361 1,3.715 3.256-1,5.276 2.198 2,0.094 3.660-1,1.972 0.909-3,1.238 0.477 0,0.752 0.162 0,2.906 0.061 0,-4.613-0.200 1,-2.427 0.938-1,0.048 0.902 0,-0.055 0.799 0,1.041 1.041-1,0.736 0.636 5,0.897 0.484-4,4.168 2.130-3,1.784 0.901 1,1.563 0.777 0,0.697-0.155 0,2.183 0.756-1,1.700 0.905 0,1.272 0.952 1,3.698 2.395 4,0.504 0.906-7,-21.899-11.565 4,18.110 10.297-1,1.532 0.708 1,-6.128-3.373 1,-0.167 0.028 0,3.149 1.979 0,0.077 0.257 4,0.109 0.017-5,0.129-0.165-4,-3.072-2.035 1,0.216-0.241 11,6.626 3.412-5,-0.376 0.047-3,4.704 3.096 2,-2.753-0.909 0,-3.935-2.565 1,-0.297-0.976-1,-1.598-0.932 0,-2.383-0.847 10,-5.439-2.843-9,-0.781-0.333-1,5.650 3.058 0,-2.123-1.730 11,-6.929-3.707-7,-0.690-0.242-3,2.166 0.828 1,-0.021-0.750 1,-0.688-0.333 0,-1.096-0.030 0,0.029 0.152-4,-0.769-0.595 1,-2.896-1.348 1,-0.124 0.113 0,1.001 0.612 2,-0.305-0.218-2,-0.342-0.333-1,-0.348-0.396 0,4.905 1.269 0,-4.419-2.362 0,3.427-0.283 1,-3.218-2.981 3,-8.505-4.000-2,-3.540 2.040 0,-7.607-2.253-4,3.779 1.909 0,-1.017-0.443-1,-0.073-0.598 0,-1.775-1.573 0,-6.616-4.712-2,-0.240-1.061 3,-0.502 0.326 1,-1.167-0.803-6,3.913 2.340 3,-0.136-0.169 6,-0.047-0.121 1,2.438 1.401-6,0.466 0.107-2,-7.363-4.989 1,0.988 0.747 3,8.172 5.297 0,0.679 0.294 5,-2.286-1.907 3,1.074 0.352-7,3.200 2.304 0,0.019 0.118 3,-4.646-3.900 2,1.822 0.345-3,5.930 4.744-3,-0.064-0.332 1,-3.525-3.317 0,-0.001 0.422 3,2.632 2.234-3,0.547 0.118 0,0.374 0.331-1,0.230 0.479 0,0.115 0.284 1,0.023 0.128 1,-1.387-1.538 2,0.729 0.000 1,-0.110-1.042-4,1.414 0.758 0,1.349 0.901 0,1.192 0.910 1,-0.305-3.144 0,2.750 2.512-1,5.559 1.456 3,1.014 3.695 0,0.750 0.755 1,1.123 0.277-5,3.689 0.395-1,-4.485 0.330 1,0.454 0.463-1,0.339 0.480 1,2.094 1.377-1,0.047 1.001 0,0.117 0.420-1,1.643 0.764 3,-0.540-0.203 1,0.237 0.155-1,-0.043 0.033-2,-0.229-0.051 0,1.242 0.849 0,1.467 1.076 0,1.797 1.284 0,-8.524-4.360 1,14.635 9.474-2,0.754 1.013 0,-0.556-0.146-1,-3.194-2.388 3,0.186-0.175 1,-0.330-0.497-2,-0.993-0.564-3,0.235 0.089 11,2.333 1.266-2,-0.181-0.305-10,-0.868-0.433 13,-1.281-0.494-8,-3.132-1.984-3,-1.135-0.971 3,1.527 0.316 2,-1.917-1.671 2,-1.807-1.553 3,-1.405 0.405-1,-1.046 0.449-1,-2.261-1.265 5,-0.274-0.283-6,-0.050 0.180-4,-0.753-0.077-1,-0.828-0.003 1,2.860 2.986 2,0.621-1.032 1,1.813-1.775 1,-2.892-2.234 1,-17.349-3.675-3,0.333-2.028-9,3.742 1.543 8,-6.288-1.995 2,-2.027-0.459-6,6.356 1.963 3,-0.151 0.084-1,-6.373-1.713 0,-0.682-0.456 0,1.273-0.024-2,0.726-0.270 5,0.990-0.222-1,1.809 0.318-1,-0.472-0.558-1,-0.827-0.658 3,-6.880-3.967-1,-0.900-0.216-2,0.128 0.758-1,0.738 1.279 1,7.420 3.437 4,-0.964-0.226-3,-5.343-1.667-3,-0.579 0.235 0,-0.061 0.458 11,-1.132-0.072-2,0.763 0.301-11,0.980 0.214 1,-1.691-0.225 2,0.891 0.776 2,2.562 0.022 4,1.559 0.106 0,1.609 0.364 0,3.935 1.340-1,0.602 0.319 6,-0.567 0.067-7,0.455 0.424 0,-0.145 0.297 0,0.541 0.420 4,0.511 0.363-4,0.832 0.334 0,0.120 0.215-1,-1.369 0.165 0,1.425 0.217 0,-1.501 0.301 7,14.188 0.870-4,-0.348 0.209-3,0.761 3.001-2,2.931 0.456 1,0.858-0.797 2,1.489-0.019-4,-2.665-0.774 0,-0.594 0.165 0,-0.895 0.223 1,3.785 1.800-1,-0.888-0.330 4,-0.767-0.073 4,0.091 0.472-4,2.865 1.203-5,0.640-0.599 0,-0.828-0.189 3,-1.640 0.076 2,-1.478-0.352-2,0.169 0.298 1,-0.745-0.460 4,-0.631-0.516-3,-0.771-0.671-2,-0.810-0.727 1,-0.781-0.715-1,2.879 2.510 2,-0.747 0.675 4,-1.364-1.168 1,1.516 1.740-6,-0.419 1.225-2,-2.584-0.445 0,-2.685-0.973 2,-4.963-0.231 1,-4.542-3.768 2,-1.948-1.682-1,-3.185-0.504-4,5.272-0.197 0,-4.104-0.083 0,-1.438-0.039-1,2.312 0.031 2,-0.634 0.001-1,-0.687-0.372 1,-0.690-0.619-1,1.540-0.450 2,0.413-0.672 1,-5.255-2.991-4,-1.873-2.101 0,1.277 0.078 4,0.175-0.010-1,2.063 1.140-3,0.369 0.527 0,0.381 0.637 1,-6.667-2.691 1,-0.060-0.541 4,3.503 1.206-2,0.705 0.104 0,0.767 0.189 0,-2.918-1.609-5,-1.093-0.704 3,1.444 1.069 2,-0.212 0.587 1,-0.359 0.244 0,1.505 0.742-7,1.866 0.699 1,1.977 0.624 5,1.915 0.531 0,1.263 0.447 1,-0.283-0.024 0,1.080 0.353 0,-0.063-0.271 1,-2.526-1.603 1,0.723 0.004 0,0.966 0.189-7,1.065 0.301 2,1.063 0.355 1,0.993 0.368 0,1.403 0.256-1,0.345-0.069 1,-4.698-4.727 2,2.353 1.439 9,3.829 1.769-12,10.002 4.388 3,1.264 1.740 0,1.306 0.427-3,0.382 3.787 0,-2.962-0.399 0,0.866 0.202 0,0.867-0.168-1,0.662-0.462 0,-1.275-1.026 0,0.126-0.458 1,0.066 0.029 0,0.022 0.356 1,0.469 0.556 0,0.741 0.658 2,-0.622-0.019-1,0.396 0.364-2,0.343 0.309 0,1.899 1.056-1,0.722 0.467 0,1.065 1.208 0,-1.184 0.389 0,1.624 1.252 1,-0.170-0.188 0,-0.893-0.829 4,-1.269-1.160-1,-1.400-1.272-3,-1.368-1.238 0,-1.237-1.117 0,-1.055-0.951-1,3.029 3.176 0,3.536 2.758 8,1.903 1.958 2,0.652 1.295-10,6.055 4.928-6,0.057-0.223 0,-0.442-1.039 1,-2.544-2.023 1,-1.566-1.063 8,-0.990-0.798-3,-1.812-1.451 0,-1.642-1.367 8,-1.403-1.204 2,-1.549-1.298-8,-1.621-1.316-1,-1.485-1.188 1,3.041 0.505 3,-3.280-2.546 1,-12.589-3.306 9,-2.592 1.967-13,0.963 0.048-3,-1.027 0.005 0,2.709-0.011 1,-1.644-0.001 0,0.763-0.253 0,-0.722-0.419-1,-0.636-0.518 1,-1.356-0.762-1,-0.505-0.643-1,-0.371-0.595 3,-3.748-1.232-2,-0.686 0.167 1,2.603 0.646 0,0.671-0.109 0,0.857-0.177 0,0.678-0.715 1,1.687-0.530 1,-0.214-0.466 0,-0.259 0.527 2,1.596 1.438-2,-0.064 0.565 4,-0.997 0.081-6,0.317 0.361 1,0.422 0.224 0,0.454 0.120 1,0.439 0.045-2,0.395-0.005 0,-3.258-1.814 0,0.987-0.864-1,1.470 1.097 4,0.862 0.877 0,0.235 0.409 0,0.464 0.462 0,-3.972-0.746-1,0.275 0.087-4,2.751-0.133 3,-0.740-0.808 2,-0.940-0.608-1,-0.045 0.094-3,0.194 0.369 0,1.093 0.844 0,-0.303-0.054 0,-0.119-0.147 2,0.018 0.045 2,0.113 0.180-1,0.177 0.267 0,-1.818-1.121-3,1.333-0.442 0,2.395 1.218 2,-0.024 0.185 1,-0.254 0.266 2,-0.663-0.127-2,-0.089-0.066 0,-0.006-0.168-2,-1.103-0.391 1,-0.126 0.285-1,1.068 0.712 1,0.105 0.339 0,0.131 0.344 0,-4.022-1.503 1,1.037-1.399-1,-1.416-0.404 3,4.227 2.899-2,-0.787 0.400-2,-3.168-1.114-1,0.481-1.396 1,4.272 1.842 1,-0.532 0.158 1,-4.984-0.985-1,-1.239 0.753-2,5.556 1.508 1,0.731 0.275 2,0.018 0.154-1,0.047 0.132 1,-5.814-0.023-2,0.315 0.279 2,0.297 0.153-1,5.223-0.218 0,-0.158-0.340 1,-0.208-0.424-2,-0.230-0.458 1,-2.027-0.766-1,0.044-0.060 0,0.214 0.151 0,0.299 0.268 1,0.327 0.315-1,1.791 0.492 1,-5.353-0.398-1,5.150 0.882 1,-5.144-0.017 4,2.178 0.383-1,1.265 0.148-3,-2.898 0.111 1,0.698 0.002-1,2.371-1.129 0,-0.093-1.852 0,-0.334-0.460 1,-2.376-1.054-2,1.462 0.008 0,1.819 0.086 0,1.515 0.097 1,-1.753-0.162 0,0.116 2.203 2,-0.274 0.990 1,0.176 0.280-3,-0.516-1.970-1,0.914-1.307 0,-1.975-2.918 0,4.309 2.772 1,-2.523-3.277-1,2.946 1.875 0,1.816 0.178 1,2.764-0.735-1,0.229-1.260 3,-0.704 0.117 1,-2.563 1.117 0,-2.906-0.652-5,0.169 1.945 1,-0.376 2.371 1,-0.494 3.112 0,1.124-3.735 0,2.768-3.132 2,-2.776 1.834-1,-1.985-0.423-1,0.016 0.204-2,-0.359 0.835 0,0.023 1.261 1,-0.308 1.138 2,-0.436 0.819-2,-0.384 0.495 0,0.414-0.708 0,2.610-1.739 1,1.852-3.395 3,6.230 0.072 0,4.130 5.851-2,-0.476 0.282 0,1.246-0.191-2,-0.753 0.003 1,0.518 0.003-1,3.165 1.232 1,1.170 2.177-3,-5.565-1.438 1,0.017-0.060 1,4.440 2.047 1,-2.687 0.557-1,-1.787 0.903 2,0.854-0.469 3,0.398 0.071-4,1.250 1.471-1,-3.173-2.119 0,-0.533-0.329 0,-0.117-0.004 1,3.790 3.596-1,-1.218-0.877 0,-0.785-0.952 1,0.581-1.625-1,0.878-1.583 4,-0.742-1.443-1,-0.950-0.850-1,1.791-0.479-1,1.178-0.120 0,-1.470 0.147 1,0.529 1.301-2,-2.301 2.383 1,-1.391 0.658 1,2.989 0.614 0,-2.068-1.640-1,0.358 0.857-1,0.958 0.665-1,-0.299-1.235 1,-0.399-1.411 2,-0.102 1.868 0,-1.760 0.732 1,1.378-0.516-1,1.043 0.469-2,0.392 1.288 0,0.475 1.434-1,-2.418-3.464 1,0.812 0.186 1,0.532 0.199-2,-0.222-0.158 1,0.152 0.179 2,0.064 0.178-1,0.526 0.273-2,-0.085-0.327 0,-0.138-0.467 1,0.799 0.278 1,-0.296-0.124-1,-0.322 0.014 3,-0.135-0.118-1,-0.534-0.522-1,-0.525-0.604 0,3.274 1.133 1,-3.020-0.028 1,-0.038 2.792 1,0.176 1.124-2,-0.551-1.385-2,-0.680-1.991 1,1.220-1.124-1,3.644 0.328 1,-1.183 0.609 3,0.866 0.430-4,-0.070-0.162-2,-0.630-0.504 0,-0.911-0.667 1,-0.828-0.472-1,-0.207-0.110 2,-0.021 0.028-1,0.096 0.111 3,-0.771-0.396 1,-0.314-0.267-1,4.536 1.281 1,0.016-1.305 0,-3.981-1.560 0,0.266-0.236-1,4.444-0.045 0,-0.526-0.334-3,-2.359-0.141 1,1.219-0.038 2,0.867-0.016 0,0.219-0.004 0,-0.745 0.009-4,-1.070 0.014 1,-1.171 0.017 0,-1.127 0.016 0,2.504-0.007 3,-2.031 0.033 1,1.665 0.016 1,-0.834 0.014 1,-0.885 0.004-4,-0.593-1.232 0,1.170-2.630 1,0.913-2.337-1,-0.797-0.586-1,-1.893-0.274-1,0.597-3.261 1,-2.864 4.816 1,0.508-0.046 1,0.316 0.662-2,3.963-3.399 1,-1.753-1.544 1,-2.063-0.282 1,-1.405-1.341-5,-1.892 5.322 2,-0.313 0.127 2,-0.099-5.477-1,-0.512 0.710-2,-0.198 0.567-1,-0.252 1.565 1,-1.548 2.413 1,-1.902-0.027 4,-0.177 0.075 1,-2.224-0.416 2,1.251 2.557-7,-0.620 0.235-1,-0.387 0.400 1,-0.408-0.147-1,-0.528-0.124 1,-0.205 0.109 1,0.030 0.266 0,-1.195-0.853 0,-0.851-0.589 0,-0.663-0.419-3,0.340-0.109 3,-0.354-0.615 1,-0.286-0.663-3,-1.097-1.032-2,-0.114-0.211 0,-0.018-0.009 3,-0.845-0.449 0,0.128 0.287 0,0.181 0.359 1,0.438 0.415 0,0.299 0.253 0,0.303 0.203 1,0.286 0.156-1,0.257 0.115 0,-4.420-1.595-1,1.244 1.630 0,-0.834 0.240-1,2.732 1.123 13,-0.043-0.345-10,0.035-0.494-5,-2.641-1.308 0,-1.853-0.433 1,-6.162-2.122 3,-1.698-0.055-1,4.927 2.309-1,0.071 0.277 0,0.235 0.295 0,2.221 0.782 0,1.080 0.216 0,1.249 0.182 2,-3.820-1.400 0,1.107 1.095 0,2.118 1.313 7,1.785 1.094-1,1.748 0.979-4,2.308 0.856 0,0.061 0.101 1,0.092-0.052 0,0.110-0.154 1,-1.134-0.498-2,-0.192-0.284-5,-0.238-0.273 0,-0.252-0.248 1,1.328 0.168 1,0.430-0.169 0,0.553-0.159 0,0.610-0.143 1,-2.407-0.869-1,1.950 1.134 3,0.346 0.403 0,0.458 0.443 2,0.961 0.206-2,-3.812-2.627-1,2.497-2.791 0,4.288-0.995 3,4.342 1.620-4,3.138 2.523 1,1.535 2.019 0,0.892 1.311-1,0.111 0.804-1,1.188 0.384 1,0.436 0.187 0,-0.373 0.039 0,2.749-0.034-2,-4.526-0.138 2,1.618-0.010 1,0.875-0.020-1,0.819-0.017-2,0.717-0.015-1,-1.544-0.013 2,0.451-0.006-1,0.469-0.004 0,0.457-0.004 0,3.968-0.003 1,1.466-0.002 0,1.370-0.001 0,-3.130 0.000-1,0.106 0.000 1,-0.021 0.000-1,-0.107 0.000 0,3.317 0.251 1,-2.217 0.420 0,1.019 0.518 1,4.842 1.021 3,-0.013 0.537 2,-0.596 0.377-10,-0.927 0.247-1,-1.069 0.146 2,-0.803-0.247 2,0.363 0.114 1,-0.086 0.114 0,-0.384 0.107 5,4.021 1.361 9,1.412 0.905-18,1.636 0.959-2,-3.113-0.839 4,-0.729-0.375 2,-1.103-0.609-1,-1.886-0.983 0,-0.133-0.653 1,0.139-0.635 5,-0.965-0.619 2,-1.109-0.505-5,-1.383-0.437-1,-1.498-0.365-1,-0.149-0.278 1,-1.006-0.271 0,-0.703-0.197 7,-0.458-0.135-2,-0.266-0.084-3,-0.120-0.046 1,-0.758-0.009-1,-0.573 0.001-2,-0.646 0.014 0,-0.658 0.021 0,4.283-0.078 1,-0.019 0.063 2,-2.579 0.080 6,-14.752 0.119-7,-0.122-0.258-2,-0.829-1.495-1,-0.208-1.761-1,-4.628-0.554 0,4.384 2.308 2,-0.604 0.282 1,1.127 0.188-2,0.174-0.177-1,0.296-0.271 0,0.359-0.318 0,-2.616-0.621 1,0.525 0.560 2,-0.719 0.201 0,-0.592 0.256 1,-0.470 0.276-3,-0.357 0.272-1,-1.608 0.151-2,0.846 0.296 3,1.140 0.237 0,1.217 0.180 1,0.791 0.130 0,0.095 0.084 2,-0.180 0.054 0,-2.058 0.035-1,1.218 0.005 0,0.084 0.002-1,1.697-0.017 1,-0.210-0.004 0,-0.309-0.005-1,-2.729 0.004-3,0.292-0.011 2,0.573-0.010 1,0.697-0.008-1,0.716-0.007 2,0.667-0.005-1,0.874-0.004 1,-3.562-0.003 2,3.352-0.005-2,0.583-0.002 0,-4.343-1.176 1,0.673-0.663 0,-3.431-0.537-4,-0.971 0.000-2,3.223 0.008 1,-0.194-0.345 0,0.136-0.117-1,-2.383-0.631 3,0.638 0.306 3,0.759 0.428-1,0.782 0.476-4,2.844 0.753 3,0.569 0.285 3,0.523 0.261-1,-0.584 0.154-1,0.583 0.261 1,0.514 0.208-1,-0.847-0.551 0,0.187-0.930 0,0.063-0.756 0,-0.018-0.584-1,-0.063-0.428 1,-0.088-0.295-2,1.709 0.927 0,0.121 0.235 0,0.123 0.312 0,-0.337-0.050 0,0.359 0.086 1,-4.385-2.425 3,0.386-0.218-2,3.834 2.479-1,-0.360-0.022 0,-0.190-0.011 1,-0.065-0.002 0,0.021 0.002-3,0.521 0.327 0,0.073 0.223 1,-6.698-1.487-3,6.148 2.169 5,-4.606-0.291 5,2.694 0.726-6,1.084-2.800 1,2.000-0.251 1,-3.915 0.544 0,3.178 2.084-3,-5.304-0.379 0,-1.726 0.647-1,5.656 0.747 1,1.162-0.074 1,-5.522-1.305-1,-0.425-1.898 1,5.716 1.418 0,0.247 0.166 0,-0.108 0.115 0,-0.521-0.311 0,-0.260-0.408 1,-0.771-0.305 0,-0.198 0.138-1,0.322 0.366-1,0.193 0.344-1,0.268 0.366 1,0.298 0.355 2,0.297 0.324-1,0.275 0.281-1,-0.023 0.215 0,-4.689 0.058 0,1.952 0.449 2,0.601 0.125 3,-3.164 0.059-1,4.959-0.078-2,0.337-0.011-2,-4.820 0.042-2,2.816-0.057 2,0.647-0.031 0,0.349-0.022 4,15.744-0.038-6,-0.148 0.023 8,-1.102 0.295-2,3.046 1.842-4,-4.114-0.451-1,0.354 0.131 1,0.181-0.010 0,0.935 0.188-1,1.402 0.314 0,1.646 0.383 2,3.229 1.138-1,0.859 0.751-2,0.330 0.714-1,-0.033 0.638 1,0.040 1.309 0,2.967 2.440 0,2.771 2.287 0,10.015 6.328 3,0.624 0.354-2,-0.938-0.897-8,-4.884-2.837 1,2.238 1.678 0,1.773 1.653 9,12.770 7.988 6,1.354 0.315-3,0.295-0.689-17,-2.342-1.575 1,0.690 0.558 6,-2.289-1.080 5,-4.026-2.048 0,-4.843-2.518 6,-5.008-2.632-1,-4.744-2.512-1,-4.228-2.250 1,10.677 4.170 8,7.720 3.260 9,0.643-0.378-1,0.682-0.289-30,-0.915-1.062-1,-4.536-2.587 2,-0.544-0.262 1,-1.346-0.375-1,5.500 3.281 13,-2.046-0.301 8,-5.421-2.912-1,-2.154-1.658-17,-3.117-1.916 7,-2.145-1.296 5,-2.007-1.121 1,-1.398-0.532 2,-1.948-0.567-2,-1.730-0.339-4,-1.479-0.165 1,-0.207 0.116-1,-1.223-0.913 0,-1.146-1.023 0,-1.013-1.019 3,-0.854-0.940 1,1.612 1.053-1,-1.107-0.227-4,0.229 0.265 1,0.135 0.170-1,-1.605-0.555-2,-0.535 0.144-1,-0.664 0.158 0,0.936 1.194 0,-0.596-0.517 0,-0.395-0.709 4,2.939 0.959 4,0.591-1.653 4,-1.952-1.668-13,-13.551-4.950 6,-3.071-4.258-6,4.132 3.321 1,0.011 0.290 0,0.199 0.500-7,-8.785-4.793 13,1.953 0.869-2,-2.306-1.546-3,0.653-0.084-6,-0.190-0.839 5,0.235-0.692-3,0.509-0.552 0,-1.217-1.468-1,0.103 0.192 5,1.267 1.732 0,0.362 1.286 1,0.381 1.457 3,-2.189-0.748 1,-0.099-0.202 0,2.454 1.146-3,0.251-0.321 0,0.254-0.379-1,0.479 0.263 1,-0.786-0.372-2,-1.033-0.372 0,-2.589-1.352 0,0.205 0.477-1,0.685 0.732 0,0.940 0.842 0,-2.838-3.722 1,2.896 0.522 2,0.320-0.694 3,-2.038-2.051 2,-1.168-0.625-9,3.738 3.133-2,0.555 0.051 2,0.774 0.087 3,0.943 0.680 0,0.657 0.683 0,0.578 0.801 1,0.492 0.842 0,0.382 0.616 0,0.563 0.681 0,0.538 0.573 1,-1.436-0.827-1,0.035 0.616 3,-0.126 0.507 1,-0.063 0.072-4,-0.893-0.418-1,-0.637-0.190-1,-0.756-1.308 3,0.544 0.082-1,0.851 0.650-5,0.984 0.965 1,-0.761-0.036 3,0.952 0.241 3,2.399 1.853-4,0.206 0.529 3,0.060 0.575 5,-0.044 0.577-8,-0.991-0.315 0,-0.497-0.009 1,-0.213 0.164-1,-1.122-0.378 2,0.427-0.006 0,0.609-0.055-1,0.683-0.082-2,1.074 0.817 0,-0.230 0.215 3,-0.112 0.267-1,-2.438-1.331 2,-1.513-0.989 2,-0.273-0.208-7,-0.154 0.002 2,0.203 0.259 1,0.964 0.699-3,0.071 0.431 0,0.021 0.461 0,0.219 0.210 2,0.351 0.021 2,0.427-0.115 0,-1.644-1.192-1,0.507-0.634 2,2.381 0.859-1,0.397 0.140 0,0.363 0.266-1,0.321 0.343 1,0.276 0.382 0,0.232 0.392 0,-0.854-0.028 0,0.117-0.071 0,0.444-0.220 0,-0.018-0.588-1,0.037-0.628 1,-0.982-0.663-1,-0.458 0.157-1,-0.521 0.409 1,0.424 0.722-1,0.072 0.508 0,0.192 0.501 0,-1.151 0.279 0,0.193 0.546 1,2.198 0.540 2,-5.181-0.069-1,1.414 0.551 1,0.721 0.282-2,2.643 0.064 0,-0.283 0.022 1,-4.111-0.767-1,0.659-1.848 0,4.045 0.268 0,-0.200-0.033 0,0.568 0.347 0,0.027 0.231 0,-5.664-0.825 1,0.284 1.006-2,0.810 0.754 1,1.279 0.474-1,0.817 0.247 2,-0.375-0.251 0,1.538-2.078 0,1.661-0.830 0,-1.253-0.386-1,-1.278 0.415 1,-0.927-0.388-2,0.351-1.379 0,0.005 0.547 2,0.772 1.246-3,0.905 1.237 2,0.045-0.458 0,-0.877-1.771 1,-1.046-0.015-1,1.268 0.336 0,1.689-0.870-1,1.297-0.604 2,-2.070-2.425 0,1.690 3.417-2,-3.452-2.607 0,1.728 0.440 0,1.901 0.137 2,-0.191-0.730-1,-0.939-0.344 0,0.183 1.771 0,0.475 2.039 0,-1.404 0.738 0,0.897-2.968 2,0.427 1.455-1,0.502-1.278 0,1.183-1.008-2,1.528 0.905 0,0.934-0.494 1,1.301-0.162 0,-1.310 0.110 0,-5.195 5.782 2,0.284 0.581-1,-1.225-0.128-1,-0.294-0.755-1,1.556-3.057 1,0.365-1.991-1,2.673 0.383 0,-0.579-0.151 1,-1.373 0.814 0,-1.951 1.311 0,-1.479 0.932 0,2.110 0.732-1,0.688-1.402 2,5.374-3.332 0,5.295 2.801 0,1.241 3.834 0,-0.231-0.058 0,0.890-0.061-2,1.643-0.009 1,-2.336 0.000-1,0.870 0.000-1,-0.002 0.000 2,0.460 0.000 0,0.262 0.000 0,0.859 0.000-1,0.413 0.000 1,0.479 0.368 0,0.653 2.189-2,-1.157 0.912 2,-0.305-0.194 0,0.206 2.176 0,1.899 0.949 2,-4.809-3.894-1,0.183-0.389-2,-0.054-0.405 0,-0.200-0.385 0,6.047 1.522 0,-5.263-0.848 0,0.419 0.718 1,-0.578 0.561-1,-0.861 0.510 1,4.328 3.747 0,-0.802-1.557 1,-1.624-1.246 0,0.114 0.049-1,-0.060 0.064-3,-0.176 0.071 1,-0.246 0.071 0,-0.280 0.068 2,0.006-0.232 0,0.202-0.427 0,0.327-0.537 1,2.316 1.122-1,-0.985-0.529 0,0.655 0.311 0,1.694 1.068 0,0.139 0.449 1,0.112 0.156-3,-0.625-0.463-2,-0.795-0.691 1,-1.807-1.089 3,-0.146-0.185 1,0.014-0.069 1,2.233 1.131 0,-0.721-0.169-1,-0.910-0.199-1,-0.954-0.201 0,3.301 1.102 1,2.203 0.037 1,-2.730-1.568 3,-0.144-0.416-6,-0.443-0.483-2,-0.628-0.504-1,3.288 2.100 1,-0.142 1.082 2,-1.576-0.189 5,-0.893-0.162-1,-0.968-0.401-3,-0.941-0.521-2,-0.853-0.559-1,-0.731-0.539 3,-0.598-0.485-1,-0.468-0.414 0,4.554 1.645 0,-0.669-0.117-1,3.367 1.441 2,1.906 0.685 0,1.804 0.375 1,0.558-0.302 0,0.063-0.581-2,-0.275-0.734-4,-2.305-0.177 0,-0.492 0.293 2,-0.508 0.219 3,-0.069 0.226-1,-1.137-0.370 15,-1.229-0.533-11,-1.229-0.617-6,2.727 0.110-1,-0.508-1.020 8,-2.640-0.720 1,-0.388 0.201 1,-1.384-0.305-5,-0.381-0.120-3,-0.361-0.188 1,1.404 0.260 2,-1.108-0.438 0,-1.146-0.422-1,2.966 0.323 1,-0.916-0.909 0,-1.364-0.937 0,0.412-0.127 2,-13.349-0.003-6,-1.554 0.061 5,1.293-0.330 1,-1.767-0.398-3,-1.427-0.427-9,-1.570-0.555 9,-1.214-0.553 0,-1.032-0.540-3,-2.597-0.734-3,0.276 0.100 1,0.770 0.332 6,1.026 0.456-3,-4.549-1.317 1,1.786 0.485 2,-1.811-0.465 2,-0.212-0.235 1,0.103-0.225-6,4.400 1.092-2,0.756 0.296 2,0.818 0.376 1,0.817 0.412 0,-1.065-0.764 0,0.576-0.145 4,0.855 0.118-1,-0.386-0.534 4,1.326-0.179-2,1.257-0.228-4,-3.962-0.588-1,1.093 1.292 4,0.512 0.398-2,0.272 0.074 0,0.446-0.037-2,0.517-0.103-2,-1.874-1.771 2,2.134 0.059 0,0.446-0.209 0,0.610 0.041 5,0.669 0.198-1,0.659 0.284-5,0.501 0.347 0,0.363 0.360 0,0.249 0.343 0,0.157 0.307 0,0.086 0.261 3,0.036 0.212 0,-0.001 0.166-1,-2.208-1.415 1,0.745 0.330 0,-0.145 0.133 2,0.032-0.067 0,1.017 0.175 1,1.211 0.167-6,-2.163-2.783 0,4.232 0.929 4,6.150-0.840 2,6.231 1.839 0,-1.328-0.250-4,0.442-1.266-2,2.702-1.350 0,-2.858 3.580 1,-0.083 0.727 0,0.425 0.463 1,-0.421 0.519 0,-0.251 0.378-2,-0.387 0.333 1,-0.449 0.280 2,5.573 0.000-1,-5.481 0.516 0,1.505 0.098 0,0.309 0.078 0,0.527 0.056 0,-0.320 0.023-1,-0.471 0.004 2,-1.076-0.023-1,0.191-0.012 0,0.348-0.014 0,1.042-0.008 0,-0.084-0.017-1,-0.240-0.016 1,-0.319-0.013-1,-0.342-0.011 1,1.951-0.006-1,-0.775-0.008 0,0.193-0.003 2,-0.168-0.002 3,2.547 0.391-4,0.162 0.614-3,-0.748 0.712 0,-0.121 0.172 2,0.396 0.069 2,0.236-0.080-1,-1.005 0.012 2,-0.410 0.291 0,-0.536 0.375-4,1.451 0.875-1,-1.256-0.192 0,-1.255-0.405 5,-1.143-0.497-1,0.140-0.632 1,0.754-0.394 1,0.674-0.349 0,0.760-0.260 0,-0.772-0.277-5,-1.103-0.206-1,-1.202-0.143 2,3.087-0.166-1,-3.409-0.116 3,0.755 0.052 0,1.140 1.415 3,-6.399 5.061 2,-6.397-1.274-6,0.114-0.750 0,-0.848 0.759-1,-1.809-1.701-1,-0.817-1.491 2,-1.841 0.384 1,-2.704 0.678-4,-1.469 0.471-1,-1.111 0.431-1,-2.108 0.735-2,-0.529 0.342 3,-0.229 0.254 2,-0.591 0.418-1,1.376-0.144 1,1.703-0.256 2,1.786-0.310-1,1.709-0.321 0,-1.662-0.369 4,-0.182-0.710-1,0.375-0.723 10,0.691-0.673-5,1.916 0.623-10,0.971 0.511 0,0.959 0.296 0,0.884 0.135 10,0.775 0.021-3,0.650-0.054-6,-0.852 0.213-1,-0.225 0.169 1,0.043 0.207 1,1.465-0.952 6,-0.260-0.233 0,-0.358-0.308-7,-1.926 0.428 0,0.246-0.094 0,0.500 0.011 2,0.626 0.077 0,1.428-0.257 0,0.333 0.246 0,0.254 0.292 0,-4.261 2.762 1,-1.848-0.160 1,4.559-3.405-1,0.748-0.745 0,0.237-0.462-1,-5.143 0.270 0,1.845 0.433 0,3.732 1.637 3,4.884 2.579-1,9.030-3.670 1,-1.423-2.044-3,-0.658 1.090-1,-0.170 3.085-1,0.504-0.366 2,0.522-2.085 0,1.469-0.186-1,-0.500 0.423 0,-1.017 0.648 0,1.749 1.997 1,-2.590-1.296 0,0.631 0.600 1,0.229 0.361-1,-1.080-0.830-2,-0.008-0.234 0,-0.034-0.346 0,-0.051-0.410 0,-0.060-0.435 1,-0.063-0.433 0,2.240 0.443 4,0.433 0.052-1,0.457 0.254-1,-0.773-0.092-2,0.387 0.342 0,0.398 0.365 0,2.182 1.420-1,0.951 1.040 2,0.895 1.031-2,-0.682 0.189 1,-0.229 0.459-1,-2.049-1.225 0,0.785 0.405 0,1.059 0.452 2,0.953 0.479 3,0.834 0.477-5,0.708 0.452 0,2.448 1.212-2,1.398 0.374 1,1.417 0.277 1,0.189 0.194 0,-0.665 0.127-1,-1.217 0.074 1,4.716 2.774-2,-0.636-0.625 1,0.470 0.546 9,1.096 1.205 10,-2.057-0.567-24,-2.624-0.825 6,-3.191-1.191 0,-0.143-1.493 0,-0.333-2.097 0,-2.383-2.107 26,0.149-0.262-21,0.297 0.104-6,-1.074-0.074-1,-1.131 0.203 3,2.459 1.080-1,0.950-0.913 1,-2.372-1.509 2,-0.577-0.317 5,-0.798-0.184-7,-0.238 0.242 0,-1.014-0.035 1,-0.949 0.006 1,-1.267-0.573 0,-0.767-0.504 1,-0.666-0.589-1,4.721 1.571 3,1.052-2.059-1,-5.010-2.067-2,-0.416-0.450 0,3.648-0.869-2,-3.717-1.100 1,-1.957-3.193 1,-5.306-1.862 1,-4.550 2.291-2,-3.263-1.487-1,3.953 2.505 0,-0.125-0.228 0,-1.620-1.226 1,-1.344-0.961-2,-1.454-0.996 1,-2.769-0.752-2,0.623 1.302 1,-0.825 0.164 0,-0.504 0.250 1,-1.319-0.018 3,-0.141 0.018-6,0.445-0.046 0,0.794-0.084-1,0.966-0.103 12,1.011-0.108-6,0.969-0.104-4,-3.032-2.408-1,0.740 0.102 0,-0.469-0.822 1,0.161-0.493 23,0.972 0.751-23,0.212 0.552-1,0.203 0.801 0,-1.333-0.713 0,0.886 0.260 0,1.018 0.021 6,-0.215-0.917 2,1.332 0.487 0,1.204 0.583-3,1.292 0.184 0,1.605 0.304 2,2.207 2.040-2,-1.274-4.735 4,2.696 1.113 0,3.465 2.040-5,3.903 0.862 2,4.007-0.435 0,-2.888 3.640-3,3.887-0.711 0,-0.015 1.292-1,-0.710 1.118 2,0.360 0.699 0,0.055 0.496 1,-0.290 0.293 0,0.047 0.131-2,0.535 0.052 0,-1.563-0.043 2,-1.634-0.066-1,0.181 0.623 1,-0.656 1.035-1,2.834 1.289-2,1.098 0.725-1,0.584 0.560 1,-0.024 0.342 0,-0.435 0.173-1,-0.207-0.175 1,-0.043-0.399 0,0.072-0.527 1,0.145-0.583 2,1.086 0.223-1,-0.338 0.251 0,-0.477 0.479 0,-0.530 0.589 0,3.569 2.761 1,-1.653-0.811-1,0.121-0.446 1,2.219 1.485 3,1.239 0.802-6,-0.798-0.416 0,0.482 0.222 6,-0.239-0.473-8,-0.686-0.882 0,-2.774-1.743 2,-0.932-0.848 2,-0.943-0.827 0,2.826 0.440 4,1.063 0.040 1,-2.895-0.485-3,-0.913 0.434-3,1.830 1.685 0,0.144 0.686 0,-0.265-0.153 4,-0.485-0.646-2,-1.359-0.757-3,-1.002-0.400 1,-1.015-0.303 3,-0.939-0.218-1,-0.214-0.310 0,-0.207-0.619-1,3.449 0.711 3,-1.517-1.565 0,-1.307-1.132-2,-0.657-0.708-1,-0.373-0.379 0,2.267-0.306 6,-15.033-2.119-3,1.915-2.447-4,-1.728 0.472-2,-0.777-0.795 2,0.134-0.493-2,-1.698 0.522 1,-1.114 0.491-1,-0.369 0.666 1,-1.830 0.729 1,-0.272 0.127 1,0.742-0.268-2,0.234 0.088-2,4.742 1.275 6,0.081-0.234-2,-4.953-3.108 2,0.137-0.561 0,0.540 0.087-1,0.759 0.497-3,3.371 1.709 2,0.194-0.104-1,0.095 0.063 0,0.019 0.184 1,-1.028-0.595 0,0.654 0.139 2,0.820 0.102-1,0.892 0.069 0,0.221 0.057-1,-4.920-3.401 1,2.065-0.458 3,3.467 0.550-3,2.030-0.281-1,1.884-0.175 1,3.065 0.767 0,3.665 4.263 0,0.223 2.649 0,1.613 0.169-1,0.203-0.047 0,0.629-0.039-1,3.272 0.692-1,-5.227 1.009 1,1.776 0.984-1,-0.798-0.317 2,0.096-0.578 0,1.710 0.921 2,-4.088-0.785-3,0.112 0.105 1,0.162 0.290-1,0.193 0.416 0,3.277 2.049 1,0.488 0.552-1,0.364 0.343 0,0.652-0.209 0,0.624 0.612-2,-1.318 0.189 1,0.007-0.961 0,-1.402-0.748 5,2.664 1.210 0,-0.199-0.414-3,-0.595-0.670 0,1.083 0.247-1,0.375 0.118-1,-3.785-1.248 1,-0.722 0.312 1,-1.345-0.517 0,-0.228-0.123 0,1.119 0.980 0,0.209 0.113 3,0.174-0.142 0,-0.846-0.814-2,0.125-0.317-1,-0.891-0.558-1,0.129 0.070 0,3.413 1.425 0,0.135-0.297 1,1.065-0.094 0,-0.212-0.645 0,-2.317-1.090-1,-0.158-0.406 1,1.248 1.052 0,-0.664 0.294 1,-1.100-0.143-1,-1.052-0.333 4,-0.937-0.424-4,2.318 0.600 1,0.084-1.090-2,-0.459-0.831 9,-14.733-2.173-5,0.377-0.731-5,-2.912-1.168-1,4.042 1.216 2,-0.411 0.474-1,-1.369 0.077 0,-2.846-0.701-1,0.139-0.638 3,3.183 0.410-3,0.057-0.500 3,-0.284-0.563 1,-0.528-0.590-1,-4.743-3.469 0,1.387 0.533 0,0.126 0.068-2,0.401 0.422 0,2.641 2.054 1,-0.487-0.022 0,-2.201-0.590 0,-0.786 0.276 0,1.292 0.727 2,-0.210-0.059 0,-7.188-3.076-2,0.521-0.341-3,-0.771 0.326 2,7.198 3.090 1,0.133 0.312 2,-7.018-2.675-1,2.686 0.791 1,0.473-0.026 0,0.526-0.004 0,4.571 1.652 0,0.289-0.159-1,-1.146-0.975 0,0.330-0.307-1,-1.363-0.814-1,0.167 0.258 2,0.257 0.463 4,1.573 0.844-2,0.218-0.001-3,0.195 0.166 2,0.172 0.285 1,-3.944-1.046-3,0.734 0.270 2,1.334-0.052-1,3.627 1.664 1,0.333 0.243 0,-4.228-1.544 1,2.367 1.049-2,0.952-0.272 3,1.151-0.185-2,1.193-0.115-1,-1.732-4.307 1,3.422-0.347 0,2.281-0.377 0,1.754 1.784 0,2.244 1.183 0,3.415 4.079-1,4.723 2.619 0,-3.435-0.331 0,0.690-0.017-1,0.076-0.021 0,-0.313-0.021-1,3.562 0.009-1,-0.312 0.441 2,-2.431 1.981 2,1.316 1.027 3,-0.020 1.055-3,-3.357-1.016-1,0.317 0.667-1,-0.688 0.354 0,-0.970 0.280 2,0.479 1.128-1,-1.696-1.650-1,0.376-0.069 1,1.849 1.847 0,-0.529 0.309 0,-1.739-1.609 0,0.081 0.231-1,2.659 3.115 1,0.415-0.951 0,-2.059-2.075 0,-0.066 0.173-1,0.820 1.057 0,0.133 0.286 0,1.644 1.495 1,-0.138-0.712-1,-0.268-1.005 1,0.662 0.874-1,-2.592-1.659 0,-0.067 0.273 2,1.327 0.450 3,-2.069-1.924-2,-0.188 0.122-2,1.335 2.993-2,1.056 1.493 2,-1.263-1.536 0,-0.513 0.069 0,-0.104 0.137 0,-0.590-1.067 0,-0.520-1.239 0,2.774 1.852 1,-0.560-2.256-1,0.597 0.832 4,-0.181-1.256-1,-0.858-0.724-3,0.675 0.727-2,-0.721 0.265 0,-1.058-0.242 0,0.247 0.379 3,0.320 0.261 0,0.614 0.563 1,0.824 1.399-2,-2.172 0.659 0,-0.444-0.468-1,-0.314-2.042 1,1.581-1.168-1,1.490-3.012 2,0.182-1.767 0,-0.813 0.204 0,0.735 0.308 0,0.608-0.158 0,-0.378-2.633-2,-1.986-0.813 0,-0.862-1.353 0,-1.184-1.958 1,-1.259-0.490 0,-0.995 0.633 1,-0.599-1.670-3,-0.411 1.854 1,-0.085-1.065 2,0.159 1.194 0,0.062-2.568 0,0.032 1.679 0,0.008-0.360-2,0.004-1.254-1,0.001-0.086 1,-0.002 1.521 0,-0.001 1.365 1,-0.002-0.819 0,-0.001 0.294 2,0.140-0.264 0,2.857 0.814-2,1.604 0.717 0,-0.040-0.728-1,-1.797-0.923 1,-1.590 0.854 3,-1.421 12.392-1,-4.097-1.583-1,-2.061-3.437-2,-1.173 2.980-1,0.627 3.536-3,-0.957 0.897 5,4.302-3.676-1,-2.552 4.322 1,-0.083 0.113 0,2.524-3.159-1,0.287-0.343 1,-1.083 1.369-1,-0.498 0.078 2,-0.420-0.211 0,-0.341-0.391-4,-0.268-0.487 1,0.319-0.333 0,0.469-0.004 1,1.081-0.668 1,0.551-0.007-1,-2.384 5.572 6,3.190-5.126-3,-0.027-0.014-1,-0.915 0.349-1,-0.320 0.217-1,-1.165 1.273 0,-0.261-0.086 2,-0.146-0.218 0,2.105-1.883-2,0.251 0.514 0,-0.910 2.405 0,-0.207 0.515 1,-1.508 1.669 2,-0.506-1.069-3,2.442-3.088-2,0.225 0.270 2,-0.518 1.231 1,-0.162 0.217 1,-0.674 1.187 3,-0.016 0.075-5,0.057-0.017-2,0.102-0.078 2,0.208 0.041 0,0.566-0.435 0,0.644-0.501 0,0.277 0.623-1,0.841-0.926 3,0.725-0.901 2,0.589-0.806 0,-2.415 0.396-1,-1.066-1.467 3,-0.309-0.262-3,-0.798 0.576-1,-0.091 0.562-5,0.368 0.512 4,0.599-0.176-2,0.374-0.155 1,0.344-0.299 0,0.300-0.373 1,0.251-0.396 0,-2.891 2.521 0,-1.272-1.128 0,0.683 1.353 3,2.544 0.479-1,2.095-1.063-2,-1.764-0.169-1,-2.338-3.528 3,1.214-6.587 0,4.752-3.227-1,4.012-1.223 0,0.733 0.355-2,-1.300 1.751 0,0.794-0.840 0,-0.394 0.625 0,-0.146-0.042 0,-0.307 0.084 0,2.879-6.805-1,-1.134 3.376 1,1.103-2.381 0,0.875-2.415-2,0.523-1.969 0,-0.542 0.230-1,-0.884 0.998 2,-0.662 1.344 0,0.022 0.073 0,-0.315 1.658 4,0.323 0.440 0,-1.719 3.894-1,-0.117 0.145 0,1.685-2.830 0,0.239 1.041 0,-0.685 1.570 0,-0.292 0.386 0,0.410-1.366 0,-0.740 0.235 1,-1.229 2.462 0,0.135-0.036-1,1.469-2.021 0,0.176 0.783-1,0.085 1.000 0,0.020 1.065-1,1.980-2.277 1,-0.498-1.654 3,-2.298 0.524 0,-1.783 0.729 2,-1.196 0.937-9,-1.746 12.707 7,-2.480-0.858 0,-0.561-0.295-4,0.356 2.979-11,-0.805 1.158 19,1.673-3.889-8,-0.422 0.679-1,-0.403 0.724 0,0.376-0.351 1,-0.420 0.767 0,-1.366 3.044-2,0.105 0.542 3,-0.561 3.360 0,0.829 0.710-2,0.801-1.692-1,0.134-0.794 3,-0.026-1.024-1,1.278-3.834 1,0.188-0.311-1,-0.777 1.713 2,-0.358-0.279 0,-0.016-1.133 2,-0.499-0.101 0,-1.263 1.481-2,0.222-0.587-2,0.515-0.690 1,0.663-0.705 0,0.342 0.222-1,0.111-0.380 2,-0.045-0.737-1,-0.999 2.098 3,1.219-1.957-1,-0.463 0.350-2,0.728-1.076 1,0.130 0.277-1,-0.663 1.745-1,0.173-0.314 0,0.162-0.545 0,0.143-0.647 1,-2.708 3.961-1,0.588-2.709 0,-1.105 0.160 1,0.394-0.104 3,1.503-0.558-2,1.477-0.441 5,0.868 0.070-10,2.753-12.930 8,-0.646-0.478 0,-0.089-0.707-6,-0.001-1.852-1,0.000-2.721 1,0.002 0.406 0,0.001 0.340-1,0.002 4.857 2,0.000-0.319 1,0.000-0.029 0,0.001 0.168 1,0.000-0.514 0,0.000 0.327 0,0.000 0.345-3,0.000 0.134 0,0.000-0.010 3,0.000-4.833 1,0.000 0.960-1,0.000 4.489-1,0.000-0.709 0,0.000-1.809 0,0.000-0.065 1,0.000 0.239-1,0.000 1.448-2,0.000 0.028 0,0.000-0.434 2,0.000 0.564-1,0.000 0.667 2,0.000-4.144 1,0.000 2.075-2,0.000 0.399 0,0.000-1.208 2,-0.395-0.188 0,-0.771 2.227-2,-1.900 1.235 0,-4.176 4.247 1,-0.457 6.632-1,0.936 0.854-1,-1.163 3.124 0,4.469-3.775 0,0.496 0.390-1,0.526 0.302 1,-0.399 0.601 0,-0.486-0.756 1,0.001-0.266-1,0.297 0.054 3,-1.319 5.279 2,2.786-4.967-4,0.376 0.354-1,-0.161 4.926 0,0.710 0.122-1,0.452-0.069 2,0.231-0.516 1,0.098 0.537-2,0.031 0.458 2,-0.013-0.206 0,-0.025 0.420-3,-0.046-0.909 2,-0.053-2.512 0,-0.031-2.170 6,-0.037-12.659-2,0.349-1.036-2,1.894-0.129-4,2.480-2.627-2,-1.314 3.133 2,0.564-0.437 1,0.464-0.083 1,0.361 0.138-2,0.269 0.259-1,2.564-3.403 0,0.871-2.549-1,-0.026-1.306 14,-0.118 0.152-15,-0.325 1.279-1,-2.280 4.076 4,0.418 0.055 0,0.091 0.068 3,-0.158 0.076 0,1.020-1.303-1,-0.362 0.902 1,-0.397 1.105 0,-0.399 1.187-2,1.115-0.979 1,0.574 0.063 3,-0.066 0.021 0,-0.496-0.010-1,-0.519 0.447-1,-0.502 0.730-2,-0.462 0.877-2,-0.406 0.925 3,0.151-0.153 1,-0.058-0.236 1,-0.332-0.161 1,-0.364 0.269-1,-0.218 0.379-1,3.890-2.963-4,0.925 2.066 3,-3.545 3.145 1,5.185-1.759 1,-1.229-0.193-2,-1.980-0.817-1,-2.925-0.613 0,-1.509 0.542 3,2.296 1.454 1,3.841-0.583-2,-1.686 0.025-3,-2.732-0.297 1,0.052-0.263 1,2.060-0.971 2,-1.531 0.696-1,0.176 0.928-1,1.176-2.928-2,-1.703 1.102 2,0.272 1.651 1,1.112-1.461-2,-3.396-1.249 2,-1.895-2.183 4,-1.086 1.220-9,-0.751 14.142 7,-5.171-1.960-2,-1.050 1.194-2,0.184 3.929-2,3.295-3.525 2,0.002-0.139-2,-0.041-0.467 6,-4.789 6.162-8,2.973-3.235 5,-0.105 0.729 3,0.157 0.309-8,0.313 0.019 3,0.390-0.169 0,0.410-0.277-1,-0.616 2.126 0,-0.051 1.151 0,-0.273-0.147 1,-0.396-0.967 6,1.171-2.710-1,0.265-0.387-1,0.782-0.889-2,0.330 0.392-1,-0.202 1.333 2,0.038 0.052 3,-0.082-0.121-4,-0.290 0.642-1,-0.424 0.400 0,0.382-1.057 0,0.054 0.069 0,-1.646 4.047 3,0.106-0.864-2,0.141-1.169-3,0.150-1.266 3,1.372-2.750 0,0.347-0.306 0,-0.126 1.361 0,0.606-0.113 2,0.524 1.048 3,0.529 0.034-3,0.440-0.448-2,0.349-0.716 0,0.265-0.827 0,0.326 4.146-2,1.062-3.961 0,3.440-2.155 4,2.655-5.765 3,-4.564-5.934-2,-1.219-2.779-2,1.652-1.425-4,1.038 1.349 1,-0.723 2.819 0,0.155-0.305 2,-0.088-0.079 1,-0.532 1.087-1,0.279-0.605-2,2.042-5.190-2,-0.323-0.361 4,-1.312 2.398-1,-0.499 0.209 0,-0.753 1.302 0,-0.402 0.172 1,0.721-2.179 0,0.478 1.539 2,1.861-1.429-1,-0.188 2.562 3,-0.098 0.081-3,0.190 0.036-1,0.349 0.006-1,-0.256-0.013 1,-0.599-0.023 0,-1.020 0.691-1,-0.645-0.076 1,-0.291 1.116 1,0.319 0.630-1,1.029 0.042 0,0.451 1.108 2,3.729-1.260 0,-1.080-0.849-2,-1.478-3.317 0,-2.441-0.150 0,-1.688 0.858-1,-0.937 2.566 0,-0.345-1.713 1,-0.227-2.856 2,-0.044 0.490-2,0.058 1.979-1,0.082 1.945 0,-1.329 0.497 0,-4.684-1.482 4,0.436 0.362 0,-0.182 0.168-4,-0.340 0.790-2,-0.926 2.327 1,-1.183 1.271 4,-0.224-1.110 0,0.573-0.914-4,0.489 0.830 2,1.168 0.765 1,-0.258-0.792 0,-0.779-0.410-2,-0.153 0.666 1,-2.914-2.206 0,3.510 1.398-1,-0.076-0.451 0,1.004 0.869 0,-0.182 0.309-1,-1.720-0.189 1,-0.215 0.742 0,-0.119 0.021 3,-0.050-0.416-1,0.848 0.004-1,0.602-0.088 0,0.683-0.017 0,0.680 0.030-1,0.623 0.057 1,-1.550 0.153 0,-0.908 0.527 0,-0.609-0.133 3,-0.374-0.519-1,1.628 0.206-3,0.674-0.349-2,0.833-0.335 3,0.529 0.181-1,-4.754-3.461 2,4.293 3.315 1,-0.261-0.290-1,0.126 0.012-1,0.247 0.114-1,0.313 0.174-1,-3.669-3.410 1,1.479-0.333 0,1.635-0.581 2,-0.313 2.500 2,-1.577 1.537 0,-1.190-1.120-3,0.599-1.315-2,0.597-0.422 2,0.228-0.087-2,0.027 0.063 1,-1.441-1.375-1,3.396 3.512 1,-0.515-0.514 1,-1.673-0.973 5,-0.506 0.596-6,-0.342 0.533-2,-0.212 0.448 0,-0.114 0.356 5,-0.046 0.269-1,2.267 1.097-2,-0.092-0.286 0,-1.420-1.176 0,0.394-0.077 0,0.544 0.067 3,0.600 0.154-1,0.592 0.199 0,-0.329 0.682-1,-0.432 0.495-1,-0.231 0.533 1,-0.800 0.007 4,0.262 0.100-1,0.404-0.056-5,0.458-0.148 0,0.565-0.700 1,1.010-0.750 1,-2.185-2.241 1,-1.134 1.013 1,-1.734 1.285-1,-0.301 1.554-2,-1.127 1.163 0,0.253 0.954 2,4.742 0.410-1,-0.626 0.064 1,-0.510 0.045-1,-3.441 0.076-1,-0.230 0.023-2,2.511-0.031 1,0.313-0.006 2,0.362-0.010 0,-0.673-0.001 0,0.539-0.019 0,0.523-0.018 0,0.107-0.016 1,-0.167-0.014 0,-0.331-0.011 0,1.185-0.010-1,0.157-0.005 0,0.231-0.004-1,-5.828-0.005 0,0.305-0.006 2,4.654 0.002 0,-0.210 0.000-1,0.194 0.000 1,0.439 0.001-1,-4.773-0.002 2,4.207 0.003-4,-0.807 0.000-1,-0.006 0.000 6,0.062 0.000 0,0.247 0.000-4,-3.261 0.000-2,-0.799 0.000 3,5.479 0.000 0,-5.345 0.000 2,0.983 0.000-4,1.328 0.000 1,0.744 0.000-1,-1.770 0.000 3,0.522 0.000 4,0.681 0.000-5,0.024 0.000 1,-0.162 0.000-1,-4.019 0.000 0,5.288 0.000-1,-0.111 0.000 0,0.222 0.000 0,0.419 0.000 0,0.515 0.000 0,0.538 0.000 0,-4.808 0.000-1,1.412 0.000 0,1.967 0.000 2,1.376 0.000 4,-1.795 0.000 2,-1.952 0.000-4,-0.351 0.000-2,-0.603 0.000-4,4.905 0.000 4,-0.188 0.000-1,0.285 0.000 0,-4.784 0.000 2,1.442 0.000 0,0.284 0.000-1,0.913 0.000 1,1.138 0.000 0,-1.618 0.000-1,1.631 0.000 0,0.551 0.000 7,12.457 1.634-5,2.883 1.183-5,1.938 1.086 0,-4.928-1.673 1,0.196 0.123 0,0.128 0.084 0,0.075 0.054 0,0.037 0.030 0,0.010 0.013 0,-0.086-0.163 0,-0.354-0.342 0,4.667 0.874-1,-3.307 0.154 10,2.086 1.525 1,-1.647-0.735-8,0.130 0.008 1,-0.111-0.200-4,-0.273-0.333 1,0.423 0.231-1,0.643 0.507 1,0.858 0.715 2,-0.153 0.078 0,0.473 0.339-1,0.384 0.249-1,2.064 1.461 1,0.146 0.588-1,-0.026 0.573 1,3.921 3.388 0,2.462 2.295-1,0.542 0.874 1,-0.666-0.062-2,-5.120-3.923 0,0.320 0.287 1,0.588 0.444 0,7.679 5.941 7,2.256 1.565-9,-4.694-3.686 1,-1.123-0.839 1,-1.618-1.185 0,-1.855-1.348 0,-0.399-0.608 0,0.163 0.076 1,-0.029 0.091 10,-0.161 0.096-1,1.704 1.665 0,-1.371-0.805-14,-1.601-1.030 1,1.044 0.751 0,0.698 0.123 8,-3.444-2.639 6,-0.528 0.006-9,-0.677 0.048 0,-0.446-0.203 0,-0.263-0.364 0,-0.121-0.454 0,0.708 0.431 1,0.016-0.044 0,0.040 0.080 0,1.667 0.882 0,-0.447-1.325-2,-0.579-1.566 1,-0.607-1.572 0,-1.442-1.093 4,-0.424-0.114 0,-1.496-0.562-2,-0.346 0.095 0,-0.306 0.151-2,-0.443 0.028 1,-0.321 0.074-1,-0.303 0.049 0,-0.274 0.030-1,0.691 1.591 1,-0.958 0.435 0,-0.656-0.793 0,0.146-0.544 1,4.099 3.516 3,-3.833-4.205-4,0.309 0.165 1,-0.185-0.229-2,3.646 3.210-1,-1.295-1.072 2,-1.255-0.980-1,0.138 0.333 1,1.330 2.184 1,-1.795-0.291 0,-2.082-0.752 0,-1.677-0.877-1,-0.881 2.872 1,2.755 0.823 2,1.055 0.228-3,-0.837-1.785-2,-1.307-2.037 0,-0.818 0.196 1,-1.272 0.230 0,-0.401-0.119 4,-0.014 1.241 1,0.065 1.381-6,-0.097-0.530 1,-0.975-1.269 1,-2.704-0.568-1,-1.754-4.054 1,-0.773-2.083-1,-0.186-0.660 1,-3.161-0.003-1,-0.860 0.182 1,-1.285 0.064 0,1.490 0.050 0,1.040 0.024-1,-0.513 0.013 1,0.493 0.004 1,-0.308-3.394 0,0.450-1.667 1,2.353-1.838-2,0.616-0.826-1,1.806 2.434 1,-0.650 0.341 1,0.670 0.915-1,-3.273-3.160-3,2.243 0.916 3,0.298 0.100 1,-3.853-1.129 1,1.528 0.868-2,1.294-0.513-2,0.598-1.257 0,0.974 0.866 3,0.415 1.075 0,-0.967 0.033-2,-2.851-1.133 2,-0.638 1.118 0,1.267 1.881-3,2.022 0.054 1,0.712-3.325 2,2.100-0.511 2,-0.123 1.735-3,-1.294 1.429 0,-1.056 0.658 0,-0.453 0.135 0,-0.006-0.109-1,-0.682-0.991 0,0.639 0.813 1,-1.750-0.845-1,0.580 0.942 1,-0.582 0.245-1,-0.435 0.412 0,-0.309 0.500-1,-1.030 0.061 0,0.110 0.265 1,0.261 0.147 0,0.337 0.061 0,0.362 0.001 1,1.078 0.181 0,0.636-0.009 0,0.655-0.016 0,-3.827-2.589 0,0.361-0.462 3,3.369 2.278-1,-0.349-0.349 1,-1.016-0.638-1,-0.646-0.331-3,-0.613-0.264-2,-0.631-0.558 1,-0.135-0.428 1,2.376 1.741 1,-0.267 0.294-1,-0.361 0.390 1,-0.412 0.440 1,-0.428 0.455-1,-0.421 0.444 0,-1.992-0.466-1,0.892-0.361 0,1.678 0.380 1,0.116 0.133-1,-0.070 0.226 3,-1.297-0.558 0,0.057-0.528-2,1.936 0.595 0,0.027 0.083-1,-2.398-0.367 1,-0.794 0.400 1,-1.442-0.431 0,0.113-0.551-2,3.565 0.960 0,0.382 0.116 0,0.391 0.199 0,-0.613-0.446 1,0.223-0.424 1,0.144-0.576 0,0.081-0.645 0,0.668 0.086 0,0.327 0.119-1,0.368 0.304 0,0.377 0.416 0,0.188 0.423-1,0.230 0.504 1,-4.900-1.256 1,-1.003-0.090 2,3.992 1.054-2,-0.171-0.444-3,0.030-0.429 1,1.213 0.490-1,0.158 0.125 1,0.168 0.233 1,-0.618-0.180 0,-0.305-0.089 0,-0.416-0.186 2,-2.497-1.510-1,-0.150-0.663-2,2.320 1.211-1,0.268 0.271 1,0.298 0.407 1,-0.885-1.019 0,0.132 0.038 1,0.147-0.048 0,0.648 0.195 2,0.713 0.218-2,0.697 0.214-3,0.631 0.196 2,-4.494-2.213-1,1.369 0.956 2,1.914-0.404 2,0.290 0.760 0,-1.494-0.103-3,0.338 0.189-1,0.574-0.110 1,-2.575-0.931-1,0.876-0.897 2,2.454 1.643 0,-0.492 0.776-2,-1.030-0.634 2,-1.995-0.906-1,-0.485 1.089-2,-0.063 1.484 0,0.896 1.075 1,2.149-0.951 0,1.356-0.537 3,-0.630-0.390 0,0.459-1.501 1,1.089 0.395-3,-1.114 0.501-1,-1.623 1.011 1,-0.861 0.459 0,-0.454-0.699-1,-1.257-0.710 0,-0.600-0.328 0,4.904 1.167 1,0.196-0.647 0,-0.835-0.932 0,-0.147 0.200-1,-0.850 0.101-1,-0.164 0.794 1,0.650 0.845 2,0.011 0.320 0,0.025 0.198 0,0.034 0.105-1,0.035 0.038-1,0.212 0.213 0,0.309 0.309 0,-4.999-0.997-1,1.317 1.252 5,1.427 0.966 0,1.035 0.586-4,0.624 0.291 1,0.309 0.103-1,0.120-2.680 1,-1.207-1.477 3,-0.338 0.159 0,0.536 1.026-4,0.242 1.037 0,-0.269 0.906 0,0.218 0.606 1,0.400 0.271 1,0.080 0.102 0,0.454-0.807-1,0.813-3.289 1,3.551-4.372 0,1.565 0.298-1,0.293 0.020-1,0.077 0.721 0,0.025-1.470 0,-0.104 0.734 2,-0.085 0.432 0,-0.035-0.279-1,-0.012-0.247 0,-0.005 0.314-1,-0.001 1.197 1,0.000-0.667-1,0.004 0.620 1,1.368 0.495 0,0.942 0.000 0,0.847-1.214-1,1.029-2.000 1,0.040-0.153-1,-0.285 0.311-2,-0.473 0.585 0,-0.717 1.288 1,-0.498 0.773 1,-0.476 0.766 1,0.543-3.779 1,-1.232 2.015 2,-0.789 1.145 0,-0.511-1.960 0,-0.164-1.538-1,0.132 0.818-2,0.085-0.080-1,0.074 0.280 0,0.051 0.693 0,0.028 1.293 2,0.019-1.407-1,0.004 1.569 0,-0.005-0.345 1,-0.005-0.781 0,-0.004-0.086 0,0.000 0.063-1,0.000 1.553-1,0.000 0.099 1,0.000-1.499 0,0.000-0.952 1,0.000 2.591 0,0.000-2.404-2,0.000 1.102 0,0.000-0.040 1,0.000-0.142 1,0.000-1.184-1,0.000 1.862 0,0.000-0.604 0,0.000-0.921-2,0.000-0.326 2,0.000 1.003 0,0.000 1.197 0,0.000-1.086 0,0.000-0.792 0,0.000 1.422 1,0.000-0.854-1,0.000-0.202-1,0.000 0.542 0,0.000 0.558 0,0.000 0.422 0,0.000 0.377 0,0.000-1.275 0,0.000 0.584 3,0.000-0.937 1,0.000 0.730-1,0.000-0.972-2,0.000 0.116-1,0.000 1.314-1,0.000-0.138 1,0.000 0.209 2,2.134 0.967 1,4.806 3.548 0,-2.841-2.764-1,-1.682-2.902-1,-1.608 0.054-1,-0.757 0.238-1,0.285 0.908 2,2.565 0.458 0,1.593-0.649 1,0.085 0.345 0,0.999 1.440-2,0.259 0.152 1,-1.954-0.334 0,-1.588-0.486 1,-0.654-3.258-2,-1.020 0.257 0,-0.551 0.960 0,0.926-1.470 1,2.158 0.917 0,0.462 1.677 1,-0.353-0.726-1,-0.870-0.705 0,-0.998-0.012 0,-0.705-0.356-1,-0.438-1.252 0,-0.290 1.790 1,-0.164-0.424 0,0.016 1.098 1,0.129-0.103-1,0.061 1.121 1,0.007 12.283 4,-2.442-0.673-5,-2.618 1.160-1,1.574-1.534 0,-0.457 1.701-1,0.156 1.135 0,0.377 0.923-1,0.349 0.028 1,0.055 0.250 0,-0.031 0.085 1,-0.085-0.028 0,0.347 0.056 0,-0.224 1.143 0,-0.270 0.825 0,-0.875 4.082 1,0.266 0.858 1,0.455 0.534-4,0.149-0.105-1,-0.057-0.507 1,-0.184-0.727 2,0.140-0.445-1,0.337-0.232 3,0.439-0.080 1,0.819-3.148-1,0.298-0.196-1,0.281-0.169 0,0.039 3.667 1,0.396-0.912 0,0.335-2.707 0,0.173-0.433 0,0.132-0.292 2,0.094-0.523 0,0.064-0.642-4,0.039-0.680 1,0.013-1.186 0,0.007-0.508 0,0.000-0.437 2,0.008 1.592 0,-0.014 0.082 0,-0.016-0.253 0,-0.016-0.450-2,-0.018-0.904 1,-0.012-0.370-2,0.009 5.891-2,-0.029-1.762 6,-0.017-2.566-2,-0.010 0.423 2,-0.003-14.335 2,3.854-1.123-3,-0.050-0.677-5,0.525-3.915-1,-0.822 4.189 2,1.140-0.828 1,-0.030 0.621-2,0.444-0.507 1,0.321-0.474 0,0.363-0.640 0,0.003-0.111 0,-0.102 0.023 2,-0.166 0.112-1,1.272-1.865 1,0.147 0.450-1,-0.255 0.636 0,-0.138 0.184 2,-0.182 0.093 2,-0.641 0.449-1,-0.870 0.631-3,-0.938 0.690 1,-1.473 1.681-1,-0.474-0.211 3,-0.428-0.083 0,-0.124-0.239 1,0.100-0.338-1,0.253-0.394-1,0.787-1.343-4,0.686-0.177 1,0.272-0.040 1,-0.021 0.056 0,-0.221 0.117 0,-0.341 0.151 1,0.039-1.766 0,-0.623 0.401-1,-0.934 3.227 0,-0.282 0.376 1,-0.253 0.354 1,-0.219 0.305 1,0.089-5.438 2,-0.544 4.544-3,-0.132-0.029-1,-0.079 0.542 1,-0.047 0.293-1,-0.160-5.213 1,0.016 1.789-1,0.059 1.608-1,0.065 1.281 2,-0.636-1.184 0,-3.841 4.048 1,-1.499 4.528 0,2.459 4.296 0,0.382 7.606-3,-1.642-1.493-1,-0.906 2.637-2,-1.304 3.633 0,0.434-0.618-1,0.851-1.731-2,1.027-2.254 4,1.046-2.375 0,0.964-2.238 1,0.830-1.959 1,-0.086 1.608 4,1.715-1.380 0,-2.805 3.954-1,-1.904 6.857 0,-1.118 5.080 0,-2.952 12.424-3,0.209 0.632-8,0.875-2.120-1,5.187-20.938 5,-3.613 19.668-4,1.394-3.174 1,1.293-3.764 11,1.116-3.785 11,1.807-13.837-8,-0.592 10.158-3,0.601-1.543-5,0.442-1.281 14,0.306-1.013-1,0.166-2.207-13,0.099-0.508-1,0.055-0.355 0,-0.019-1.933 1,0.001-0.456 4,-0.009-0.459 0,0.046 2.261 1,-0.041-0.609 0,-0.053-1.832-1,-0.036-1.481 12,0.030 1.504-19,-0.102-16.098 10,-0.066 0.856-7,0.889-1.765 0,0.568 3.007 0,0.306-1.094 0,0.429-1.130 2,0.354-0.530 0,0.326-0.289-3,0.289-0.108 0,0.358-1.234 0,-0.251-0.100 2,-0.401-0.046 0,-0.186 1.247 0,0.386 0.204 1,0.795-1.726 1,-0.271 0.563 0,-0.135 0.857 1,0.458-0.528 0,0.006 0.030-1,-0.284 0.385-1,-0.448 0.584-1,-0.312-2.501-1,-0.636-1.318 3,0.132-0.337 2,0.582 0.285-2,-0.567 3.048-4,-0.093 0.142 0,-0.189 0.062 2,-0.246 0.298 1,-0.271 0.444 1,-0.273 0.520-1,-0.274 0.774-1,-0.229 0.643 1,-0.200 0.634 1,-0.170 0.593 1,0.168-2.329 0,0.175 1.019 0,0.374-0.316-1,0.423-0.233 1,0.411-2.847-3,0.007-1.646-2,0.027-2.123-1,-0.282 0.048 8,-0.586 3.864-6,-0.195 0.750-1,-0.186 0.833 0,-0.170 0.845 3,-0.121-0.233 1,-0.149 0.255 0,-0.120 0.030 1,-0.094 0.753-1,-0.061 0.231 0,-0.044 0.259-1,-0.030-0.030 1,-0.020-0.229-1,-0.010-0.352 1,0.689-1.740 0,1.084 0.991-1,0.452 1.160-1,0.109 0.952 0,1.755-3.778 4,-1.344 1.464-1,-1.151-1.319-1,-0.758-0.018 1,-0.500 0.184-4,-0.304 1.742 0,-0.109 1.523 3,-0.247-0.765 0,-4.519 3.021 1,-1.117 4.538 0,-0.468-0.470-1,-0.737 4.714-1,3.391 2.862 0,0.931-0.502-1,-1.982 2.299-1,1.321-3.705 0,-0.496 0.147 2,-0.430 3.741-1,0.387 1.772-1,1.436-2.700 0,0.351 0.222 2,0.359-0.007-1,0.348-0.170 1,0.323-0.277-2,0.384-0.636 0,0.199 0.317 3,0.127 1.459 0,0.189 0.147-1,0.142 2.262 2,0.171-0.586-2,0.115-0.818-3,0.036-1.931 3,0.028-0.030 0,0.016-0.173 0,-0.012-0.581 0,-0.001 0.357 3,0.010 1.367-1,-0.010-0.072-4,-0.013-0.262 1,0.004 3.100 3,-0.021 0.194-6,-0.023-0.940 3,-0.014 0.475 3,-0.008 3.506-1,-0.014 0.544-5,-0.011-4.216 3,-0.005 0.316 1,-0.003 1.897-1,-0.004-0.649 0,-0.002-0.951 0,-0.002 0.596 1,0.000-1.794 0,0.000-1.733 1,0.001-1.541 0,0.002 1.201 3,0.000 2.201 1,0.001-0.127 0,0.000 0.783-8,0.001 0.492 0,0.000 2.668-2,0.000-0.837 1,0.001-1.271 1,0.000-1.463 2,0.000-1.485 0,0.000-1.396 0,0.000-1.240 2,0.000-1.052-1,0.000 7.389 0,0.000 2.476 7,0.000 1.851 2,0.000 0.433-14,0.000 0.084-1,0.000-0.146 1,0.000-0.872 0,0.000-1.271 6,0.000-4.093 1,0.000-0.669-2,0.000-0.539 1,0.000 0.960 3,0.000-1.027-2,0.000-1.048-2,0.000-1.363 1,0.000-0.957-1,0.000-0.867 3,0.000-0.754-1,0.000 1.687 0,0.000 0.144 0,0.000-0.126 0,-0.210-0.717 0,-0.324-0.643-2,-1.649 4.337-3,-1.354-2.424 3,-0.373-3.212 0,-1.164-1.715 1,-1.479 0.921 1,-1.942 0.983 1,0.405 1.236-4,2.633 0.582-1,2.353 0.891 2,-2.832 0.197 0,-1.909-2.343 3,-0.112-0.301-3,1.277 4.653-1,2.921-5.170 2,-4.725 2.520-3,1.064-2.651 0,1.923-1.162 3,0.164 0.352-1,0.452 0.313 0,0.354 0.621-1,0.784 0.217 0,0.777 0.145 1,-0.463-0.305 0,-1.221-0.570 0,-0.073-0.739 0,-4.293 2.773 1,1.909-0.896-1,1.358-0.260 0,-0.709-1.266 1,-0.441 0.208 1,-2.568 2.292-3,1.141-0.225 0,1.619-0.752 0,1.343-0.736 0,-1.851 0.982 0,-0.080 1.217 4,-0.656 0.876-1,-0.099-1.120-4,0.665-1.658 1,-0.480 1.487-1,2.813-2.840 3,-4.651 2.021 1,0.345-2.198-2,0.094-1.766 0,0.540-1.255 0,0.239-0.635 1,-0.052-0.379 0,1.949-0.870-1,1.094-2.298 0,3.635-3.172 1,2.033-0.728-1,0.136-1.016 0,-0.080-0.521 0,-0.072 0.274-1,-0.066 0.943 1,-0.048 0.493-1,-0.030 0.043 1,2.234 1.201 1,1.271-0.409 1,3.430-1.278-3,0.250-0.183-1,-4.063 2.653 3,0.457-0.772-2,0.480 0.381 0,-0.431 0.560 0,-0.307-0.148 1,1.121-3.811 0,-0.558 0.998 1,-0.632 2.466-1,-0.133 0.374 0,2.037-4.014 0,-1.371 1.024 0,0.433 0.382-1,0.585 0.409 1,-0.921-0.370 1,-0.716 1.405-1,0.807 1.284 0,1.065-0.984 2,1.820-0.842-1,-0.115 0.015-1,-2.002-1.546 0,-1.107-2.802-1,-1.503 4.930 0,1.161-1.733-1,0.550 0.484 1,0.461 0.864-2,-0.023 0.454 2,-0.330 0.158 1,-0.032-0.917 0,-0.138 0.183 4,-0.069 0.665-3,-0.020 0.910-1,1.322-2.393 0,0.557-1.791 0,1.001-0.886 3,-0.715 1.143-5,-1.974 2.563 1,-1.210 0.569 0,-2.408-0.121 1,-0.704-2.287 0,0.273-0.360 0,-0.403 0.234 1,-0.494 2.347 0,-2.125 0.709 0,-3.520 5.330-1,3.316 5.277 2,2.160 2.247 0,-3.340 1.903-3,0.264-2.083-2,0.399-0.517 4,0.083 0.295-4,0.300 0.090 2,0.521-0.170-1,0.445 0.092 0,-1.672 3.103 2,0.466-3.630 1,-0.485-0.402 0,-0.391-0.310 2,-1.066 1.960-3,-0.569 0.863-1,0.806-1.243 0,-0.377 0.253 2,-1.826 2.690-3,-0.306 1.118-1,3.111-3.990 2,0.334 0.135 1,-0.608 2.347-1,0.768 0.020-1,1.153-2.549 1,-0.036-0.526 1,-0.598 0.642 2,-0.165-0.086-1,-0.180 0.094 2,-1.721 2.849-1,-0.151 0.221-4,-0.032 0.119 0,1.172-2.246 0,-0.003-0.340 2,-0.024-0.386-1,-0.812 1.049 0,-0.001 0.056 2,0.030 0.174 0,1.178-1.895 1,-0.015-0.153-3,-0.046-0.184 1,0.185-0.197-1,0.340-0.197 1,0.436-0.188 0,0.104-0.047 1,-0.135 0.056 0,-1.193 1.542 1,-0.207-0.174 0,-0.151-0.273-2,0.259-0.760 0,-0.083-0.258-1,-0.072-0.229 0,0.281-0.217 1,0.497-0.195 0,0.610-0.168 0,-2.207 3.965 1,0.389-0.568 1,-0.093-0.659-1,-1.844 2.255-1,3.513-3.417 0,0.533 0.782 0,0.171-0.637-1,-0.377-0.623 0,-0.364-0.879 0,-0.330-0.979 0,-5.189 2.732 6,1.537-0.029-5,2.968-2.508 4,3.863-13.732-7,5.168 1.030 8,1.702-2.502-7,0.867-1.069-2,1.069-1.462 0,0.884-1.171-1,-1.188 1.844 1,-0.324 0.209 0,-0.561 0.462 2,1.345-2.738 0,-0.700 1.428 0,-0.578 1.508 1,0.385-0.755 9,-1.043 1.710-5,0.036-0.180-1,-0.076 0.011-1,0.764-1.046 0,0.147 0.383-2,0.182 0.482-3,0.192 0.514 1,-0.024 0.857 2,0.020-0.395 1,-0.378-0.617 1,0.054-0.715-1,-0.064-0.031 8,0.034 0.165-10,0.098 0.287 0,2.098-2.277-1,-1.188 2.477 2,0.113 0.354 0,1.127-1.271 2,-0.321 0.233 4,-0.451 0.185-5,-1.963 2.783-3,-0.271 0.807 2,-0.224 0.922 2,0.300 0.268-1,0.062 0.382 0,0.144 0.162 5,0.191-0.001-1,-0.564 0.345-4,-0.410 0.008-1,-0.550 0.003 0,0.649-1.320 0,-0.390 0.093 0,-0.239 0.146 4,-0.753 0.975 0,-0.001 0.090-3,0.063 0.060 0,0.528-0.531 0,-0.685 0.890 10,1.574-1.804-14,-10.801 11.491 8,1.716 1.428-1,1.026 1.708-5,0.355-2.168 1,-0.847 1.648-1,-0.644 1.021 0,-0.548 0.787-1,0.470-1.627 2,-0.298-0.054-1,-0.284-0.160 1,-1.067 1.511-1,0.502-0.727 1,0.727-0.811 2,0.797-0.790-1,-1.036 1.272 2,-1.321 2.190 0,-1.221 2.233 0,-1.688 2.576-4,-0.521 0.205-3,0.286-0.289 0,0.291 0.179 0,0.439 0.170 5,0.934-1.180 2,0.404-0.391-4,0.356-0.462 1,0.681-1.626 0,0.191-0.894 2,0.133-0.929 0,0.086-0.892 1,0.049-0.811-2,0.021-0.705 0,-1.543 2.588 1,-0.654 1.389-1,-0.271 0.850 2,-1.577 1.939 1,-1.118 1.389-2,-0.743 0.935-7,1.701-2.670 6,0.328-0.668 2,0.509-0.941-6,0.605-1.081 0,0.000 1.059 0,0.309-0.437 1,-0.813 0.855 10,-0.146-0.406-2,-0.250-0.360 0,-0.478-0.238-6,0.397-1.360-1,0.542-1.458 1,0.586-1.396 0,0.563-1.241 1,0.503-1.041 0,1.237-0.460 1,-0.299 0.350 0,-0.479 0.250 4,-1.330 1.421 1,-0.074 0.718-4,0.122 0.713-5,0.707-0.639 1,0.232-0.541 0,0.233-0.792 1,0.286-0.580 1,-0.062-0.091-1,-0.139 0.101 4,-0.184 0.224-1,-0.787 0.790-3,0.093 0.028 0,0.191-0.062 0,0.672-0.867 0,0.199-0.646 1,0.179-0.741 1,-0.354 0.749 0,0.285-0.171 1,0.288-0.473 0,0.267-0.626 1,-4.743 1.589-3,0.827-2.747-3,2.450-4.259 2,1.821-5.166 6,3.470-1.543-2,1.517 0.601-3,0.350-2.861-1,0.051-1.557 1,-0.192 5.660-2,-0.024 0.555 0,0.054-3.739 2,-0.068 2.377 0</inkml:trace>
</inkml:ink>
</file>

<file path=ppt/ink/ink6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4:17"/>
    </inkml:context>
    <inkml:brush xml:id="br0">
      <inkml:brushProperty name="width" value="0.0529194456206428" units="cm"/>
      <inkml:brushProperty name="height" value="0.0529194456206428" units="cm"/>
      <inkml:brushProperty name="color" value="#926f49"/>
      <inkml:brushProperty name="ignorePressure" value="0"/>
    </inkml:brush>
  </inkml:definitions>
  <inkml:trace contextRef="#ctx0" brushRef="#br0">3123.692 2035.262 767,'6.279'0.000'0,"-0.171"0.000"0,0.826 0.000-5,0.179 0.000 5,3.669-0.447-2,-3.020-0.685-1,-0.046-0.774 2,-0.625-0.218 1,-0.453-0.021-1,-0.500 0.153-3,4.711-1.197 4,-1.531 1.163-1,2.812 0.961 1,-2.240 0.794 1,0.854 0.123 4,0.057 0.089-7,-0.449 0.061-1,-0.733 0.038 1,-0.855 0.021-1,-2.142-0.005 1,-0.571 0.001 1,4.607 0.048-2,-0.507-0.015 9,-1.238-0.031 3,2.070-1.096-8,0.415-2.290 0,-5.477 0.737 0,0.049-0.575-3,0.458-0.499 0,-0.072 0.065 1,-0.113 0.274 0,0.194 0.150 0,-0.607 0.547 0,3.798-1.025 3,-2.438 1.756-1,1.987 1.073 0,-0.547 0.936 1,-0.404 0.148 0,-1.281-0.014-3,1.098-0.014-1,-1.626-0.141 2,1.249-0.077 2,-0.525-0.028 0,-0.063 0.004-2,-0.681 0.008 0,1.460-0.319 0,-1.464-1.954 1,1.100-2.039-2,-2.378 0.500 0,-9.437-0.586 4,-2.414 4.542-1,-0.700 0.038-3,1.441 3.699 0,-0.307 2.742 1,-2.025-0.350 0,-0.551-0.715-3,0.112-1.338 1,-0.840-1.701 0,-3.241-0.468 2,5.366-0.539 2,0.067 0.502-2,-0.742 0.411-2,0.014-0.089 0,0.825-0.380 1,0.412-0.296 1,0.452-0.315 1,0.443-0.303 0,-4.862 0.263-1,2.359-0.519-2,2.709 1.243 2,0.684 1.740 3,-1.409 1.444 2,-0.280-1.024-5,0.474 0.197 0,-1.132 0.180-1,-0.119-1.018 0,0.374-1.297 0,0.790-1.880 1,4.194-6.529 2,3.047-0.649 0,2.905 1.300-1,1.596 0.044-2,2.932 1.359-1,-1.226 2.296 2,-0.262 0.809 0,-0.604 0.567-1,2.740-1.788 0,-2.003-2.970 2,0.462-3.350 0,-0.356 1.135-1,-2.541 2.495-2,0.050-1.297 1,2.421 0.286 3,1.679 2.080 0,2.543 1.878-4,-4.875 1.396 2,0.075 0.208 0,0.646 0.158 0,-0.697 0.148-1,3.771 0.187-2,-3.089 0.107 3,-0.292 0.053 1,1.197-0.154 0,0.341-0.101 2,0.507-0.133-1,-1.762-0.634-4,-1.442-1.646 1,-3.971-3.456 2,-3.127-0.221 0,-4.553 4.941 0,-0.521 1.309 0,1.481 2.883-1,-1.736 2.814 0,-1.948-0.066-7,2.609-1.958 11,-0.471 0.441-6,-0.176 0.357 0,0.021-0.171 0,0.141-0.482 1,0.202-0.633 1,-0.403-0.567 0,-0.230-0.199 1,0.158-0.085 0,0.395-0.005 0,0.517 0.047 0,-3.697 1.447-3,-0.361-0.469 0,0.241 0.399 5,1.344 0.645-1,2.266-1.122-3,-1.156-0.396 0,-0.624-0.800 3,0.637-0.981 0,1.205-0.420-3,-0.148 3.100 1,0.283 1.117 2,-0.343-0.607-2,-1.776 1.443-1,-0.886-0.542 0,0.225-1.706 0,0.421-1.560 0,0.940-1.143 1,0.383-0.596 1,-1.557-0.346 6,1.120-0.319-11,13.616-0.196 8,1.634-3.054-3,-2.644-0.826-3,1.195-1.585 0,0.565-0.449 0,0.705 1.286 0,0.958 0.128 1,-2.299-0.017 2,-2.087-0.081 0,0.679 1.166 1,2.885 1.147-2,-0.705 1.788 1,2.590 0.477-2,1.434 0.417 0,-1.062 0.218-1,-1.028 0.044 1,-0.237-0.416 0,-1.886-2.382 3,2.007-1.703 0,1.196 0.474-1,-1.437 1.508-2,0.515 0.434-1,-1.220-1.392 2,-1.465-1.209 1,-1.263 0.635-1,1.480 0.260 1,1.286 2.469 0,1.758 0.706-1,-0.685 0.378 0,-0.871 0.140-2,0.178-0.086 1,-0.596-0.822 1,-1.284-1.030 0,1.254-2.473 0,-1.417 1.161-1,2.940 0.822 1,1.329 0.915 0,-1.039 0.729 0,-1.659 0.462 0,0.931 0.257 0,-1.875 0.074 1,0.864 0.013 1,-0.625-0.028-1,-0.583-0.033-2,1.224-0.023 0,0.153-0.013 2,-0.712-0.007-1,-0.898-0.003-1,-0.106-0.001 0,2.852-0.001 2,-0.833 0.002 1,-1.450 0.001-2,0.575 0.000 0,-1.244 0.000 0,0.457-1.050 0,1.006-2.071 0,0.668-1.232-1,-0.662 0.730 0,-0.824 1.233 1,-0.307-1.887 0,0.760-0.473 2,0.435 0.927-2,0.731 1.069-2,-0.189 1.152 1,-1.076 0.928 1,1.024 0.521 0,-1.359 0.244 1,2.271 0.064 0,0.644-0.009-1,-0.919-0.042-1,-1.203-0.042 0,1.124-0.027 1,-2.215-0.421 1,-0.705-2.344 0,0.891-1.894 0,0.343 0.236 0,-0.034-0.287-2,-0.384-0.273 0,-0.230 0.284 0,-0.671 1.419 0,1.877 0.866 2,1.766 1.833 0,-1.075 0.623-1,0.620 0.085 6,-2.378-0.014-10,-12.535 0.038 7,-0.227-0.189-2,-0.425 0.003-4,-0.224 0.218 2,-0.458 1.311 0,-0.160 1.633 0,-1.355 0.793 0,0.479-1.062-1,-0.265-0.745 4,-3.225 0.803-2,4.888-0.767-1,-0.876 0.338 0,-0.029-0.093-1,0.205-0.260 1,0.358-0.342 0,0.424-0.364 1,0.428-0.346 1,0.077 0.652-1,-0.420 0.412 2,-0.178 0.134-1,-0.005-0.060-1,0.109-0.184 0,0.179-0.255-1,-0.473-0.135-1,0.502-0.361 1,0.538-0.332 2,-4.748 0.179 0,1.553-0.740 0,1.862-0.380 0,0.783-0.119-1,-2.157 0.550 1,0.917 1.237 0,1.221 1.199-1,0.886 0.658-1,-0.591-0.516 1,-0.702-1.011 1,-0.860-0.459 0,1.085 1.346-1,-0.406 1.211 0,0.081-0.652 4,1.123-1.366-6,9.565-7.383 4,2.150 0.548 0,1.858 2.554-3,-0.578 0.975-1,2.295-1.445 0,1.686-1.649 1,-4.727 1.572-1,0.409-0.323 1,0.359-0.125 3,0.077 0.129-7,-0.034 0.256 4,0.403 0.169 0,-0.208 0.420 0,-0.249 0.419 1,0.385-0.266 1,-0.006-0.530 1,-1.065 0.227-2,-0.117 0.051 1,-0.118 0.161-1,0.832-0.350 0,-0.514-0.013 1,-0.577-0.065-1,3.971-2.834 0,-1.161 0.870-1,1.499 1.165 1,1.931 1.162 1,-5.770 1.516-1,0.292 0.205 0,-0.395 0.197 0,4.544 0.120 1,-1.933 0.248-1,-0.486 0.058 0,-1.219-0.040 1,1.467-0.018 0,1.582-0.029-1,0.290-0.031 0,-1.108-0.024-1,-1.318-0.015 0,0.485-0.008 1,1.303-0.003 2,-1.061 0.000-1,-1.373 0.002-1,1.469 0.001-1,-1.328 0.002 2,3.604 0.001 0,-0.282 0.000-2,0.571 0.000-2,0.204 0.000 1,-5.070 0.000 2,-0.198 0.000 0,5.331 0.000-1,-1.664 0.000 1,-0.816 0.000 2,0.792 0.000-1,-0.734 0.000 0,1.899 0.000 0,-4.726 0.000-1,2.114 0.000 0,0.672 0.000 0,0.133 0.000-3,-0.216 0.000 2,-0.418 0.000 2,-0.513 0.000-3,-1.171 0.000 0,-0.641 0.000 0,4.374 0.000-1,-0.042 0.000 8,-3.937 0.000-1,0.244 0.000-2,4.298 0.000-1,0.741 0.000-5,-2.239 0.000 10,-3.113 0.000-9,-13.354 0.000 7,-0.338 0.000-2,0.266 0.000-3,-1.554 0.000 0,-1.426 0.000 0,-3.629 0.000-2,5.004 0.000 1,-0.627 0.000 0,1.998 0.000 1,-0.372 0.000 0,-0.413 0.000 0,-2.644 0.393 0,-0.429 0.615 0,-0.250 0.712 1,1.414 0.018 0,-0.106 0.074-1,-0.112-0.049 0,0.680-0.248 1,-0.128-0.151-1,-0.146-0.172 1,-2.454 0.019 0,0.277-0.268 0,1.794-0.307 0,0.132-0.160 0,0.067-0.136 0,1.009 0.129 2,0.344 0.340-1,0.394 0.455-1,-0.488 0.416-1,0.013 0.121 1,-0.107-0.017 1,-1.833 0.245 0,0.537-0.273-1,0.720-0.315 0,2.747-0.538 0,0.364-0.169-1,-7.529 0.383 4,5.953-0.785-1,0.042-0.154 0,-0.004-0.109-2,0.672-0.066 0,-0.090-0.039 0,-0.012-0.030 0,-3.584-0.084 6,3.841-0.023-9,13.392 0.072 6,1.089 0.106 0,0.651-0.005-4,-2.252-0.002 0,0.863-1.064 0,3.685-3.583-1,-4.145 1.382 1,1.159-0.593 1,0.206 0.066-2,-0.021 0.287-1,0.952 0.088 1,-0.092 0.604-1,-0.129 0.604 4,-0.142 0.555 1,-0.442 0.479-3,-0.593 0.393 1,-0.640 0.308 0,-0.616 0.230-1,0.979 0.164 3,0.400 0.110 1,0.069 0.065-1,0.306 0.032-1,0.426 0.009-1,0.465-0.006-3,-1.840-0.036 2,-0.201-0.011 1,-0.282-0.012-1,-0.323-0.013 1,5.542 0.026-1,-0.694-0.038 3,-0.375-0.027 0,0.810-0.017-1,-1.471-0.010-2,-1.425-0.002 0,-1.070 0.001 1,-0.671 0.002-1,2.695 0.002 0,1.477 0.002 6,-1.081 0.001-3,-0.814 0.000-4,-0.512 0.000 1,-0.228 0.000 2,-0.889 0.000-1,-0.574 0.000 0,0.819 0.000 1,-0.015 0.000-1,-1.177 0.000 0,1.308 0.000 0,1.470 0.000 0,-2.310 0.000 1,1.320 0.000 1,1.158 0.000-5,0.144 0.000 0,-0.241 0.000 1,-1.569 0.000 0,-0.360 0.000 0,-0.359 0.000 1,-0.574 0.000 2,0.175 0.000 0,0.316 0.000 1,1.419 0.000 0,-0.204 0.000-3,-0.408 0.000 0,-0.515 0.000 0,-0.133 0.000 1,-0.455 0.000 0,-0.385 0.000 0,0.875 0.000 1,-1.039 0.000 1,0.046 0.000 0,-0.080 0.000-2,0.822 0.000 1,0.399 0.000-1,0.485 0.000-3,-0.622 0.000 2,-0.117 0.000 0,-0.241 0.000 1,-0.313 0.000-1,3.511 0.000 1,-1.057 0.000 1,0.825 0.000 0,0.991 0.000 1,-0.354 0.000-3,-0.436 0.000-2,-0.741 0.000 2,-0.891 0.000 0,-0.928 0.000 0,-0.102 0.000 1,-0.727 0.000 0,4.537 0.000 16,-3.992 0.000-20,-13.470 0.000 7,-1.221 0.000-1,0.269 0.000-4,-4.628-0.223 0,5.398-0.342 0,0.278-0.387 1,-4.792-2.063-2,-0.521-2.073 1,2.955 0.918 1,-0.950-0.778 3,-1.881-0.582-2,-1.097 0.261-4,-0.953 0.555 1,0.760 0.870 0,0.639 0.673 0,0.961 0.654 2,1.109 0.597 1,-0.943 0.476-1,-0.239 0.476 4,-0.110 0.376 2,2.527 0.301 0,0.362 0.143-4,0.421 0.109-3,-0.759 0.102-1,0.610 0.068 1,0.589 0.037 3,0.764 0.011 1,0.665-0.002 0,-4.352 0.132 0,1.591-0.094-1,-1.146-0.080 1,3.688-0.083-1,-0.147-0.015 0,-0.020-0.012-2,-0.786-0.010-1,-0.447-0.008 1,-0.497-0.006 1,0.354-0.003 0,0.470-0.002-1,0.666-0.001 0,0.748 0.000 1,-3.867-0.005-1,2.471 0.003 9,14.509 0.001-2,0.958 0.007-6,3.507 0.000-5,-4.388 0.000 4,0.814 0.000 0,0.373 0.000-1,0.056 0.000 0,-0.158 0.000 2,-0.289 0.000 0,-1.396 0.000-2,-0.244 0.000 0,-0.218 0.000 1,0.293 0.000-1,0.014 0.000 1,0.083 0.000 5,0.126 0.000-1,0.671 0.000-2,-0.106 0.000-2,-0.187 0.000 0,1.164 0.000 0,-0.060 0.000 2,-0.768 0.000 0,0.029 0.000 0,0.816 0.000 0,0.037 0.000-1,-1.878 0.000 0,-0.152 0.000 0,6.179 0.000 0,-0.968 0.000 0,-1.782 0.000 0,-1.699 0.000 0,-1.021 0.000-1,0.992 0.000 1,1.296 0.000 0,0.498 0.000 0,0.258 0.000-1,0.078 0.000-2,1.867 0.000 0,-0.692 0.000 1,-0.892 0.000 1,-0.948 0.000 0,-0.908 0.000 1,-0.813 0.000 1,5.587 0.000-1,1.789 0.000 6,-2.208 0.000 0,0.531 0.000-10,0.202 0.000 1,4.080 0.000-2,0.129 0.000 0,-3.078 0.000 4,-0.517 0.000 1,-0.563 0.000 1,-1.163 0.477 0,-0.721 0.771-1,1.538 1.658 1,-1.100 1.288 1,-1.951-0.047 1,-0.703-0.092-1,-2.372-1.040-2,-0.425-0.305 1,-0.365-0.345 0,1.554 0.154 0,-0.543-0.602 1,-0.499-0.531-2,0.661 0.284 1,0.987 0.709 0,-1.392-0.033-1,-0.527 0.238-1,-0.769 0.163 1,3.102 3.010-1,-2.666 0.112 1,0.557-1.088 3,1.187-1.660 0,-0.321-1.377 2,-1.465-0.956-8,-12.405-1.319 6,-1.675 0.375-1,0.628 0.110-5,-0.467 0.029 0,0.194 0.014 1,-0.026 0.006 0,-1.747 0.002 3,2.262-0.002-1,-0.386 0.000-1,-0.090 0.000 0,0.107 0.000 0,0.224 0.000 0,0.283 0.000 0,-4.133 0.000-1,-2.516 0.000 0,1.496 0.000 8,0.060 0.000-6,0.470 0.000-3,1.218 0.000 0,-0.325 0.000 0,-0.231 0.000 1,-4.142 0.000 5,0.597 0.000 1,2.283-0.393-7,1.124-0.615 0,1.140-0.712 2,2.412 0.134 3,0.157-0.075 0,-0.045 0.025-1,-0.540-0.025 0,0.195 0.168 0,0.267 0.198-1,-0.649 0.078 0,0.622 0.267 0,0.655 0.241 1,0.627 0.207 0,-5.819-2.925 0,4.960 0.558 1,-1.818-1.092-1,-0.001-0.101 0,0.324 0.204-4,0.516 0.390 0,1.638 0.893 1,0.313 0.367 1,0.258 0.366 1,-1.040-0.004 0,-2.910-0.325 13,16.566 2.163-9,2.344 0.131-6,0.792-0.089 0,-3.634-0.026 0,0.302-0.005 1,-0.367-0.003-1,0.022-0.002 1,-0.035-0.001 0,5.069-0.004 0,2.054-0.002 2,-5.446 0.005 0,0.075 0.001-1,0.048 0.001 0,-0.328 0.001-1,-0.526 0.000 1,-0.599 0.000 1,5.672 0.000-1,-5.499 0.000 0,0.196 0.000 1,-0.454 0.000-1,-0.068 0.000 1,-0.114 0.000-3,0.452 0.589 0,0.058 0.923 2,0.832 0.731 1,0.125 0.150 0,0.097-0.122-1,0.072-0.276 0,-2.009-0.475 0,0.333 0.229 0,0.445 0.332 0,2.591 1.196 0,-0.485 0.190-2,-0.860 0.013 1,-1.015-0.096 0,-1.021-0.154 0,3.228 2.706 1,-0.213-1.382-1,1.439-1.668 3,1.172 0.368 1,-5.182-1.058-2,-0.141 0.435-1,-0.393 0.437-2,-0.318 0.167 1,-0.250-0.034 0,7.484 4.193 1,-3.880-2.577 3,0.635-0.158-3,0.251-0.511-1,-2.215-1.301-1,-0.224-0.447 1,-0.263-0.440 0,-1.027-0.266 2,4.050 2.048 1,-0.572 2.316 1,-2.286 0.633 0,-1.048-0.194-4,0.507-1.544 0,0.466-1.848 2,0.518-1.355 0,-0.122 1.345-1,0.661 0.726 2,0.282-0.365-3,0.343-0.473-1,0.136 0.611 1,2.118 2.140 0,-3.378-1.680 1,0.311 0.060-1,-0.164-0.244 0,-0.462-0.425 0,-0.625-0.515 0,-1.103-0.735 0,4.845 0.973-2,-4.408-1.956 2,4.331-0.005 9,-2.210-0.982-5,-1.465-0.416-3,0.324-0.095 0,-0.672 0.036 7,-13.373-1.178-4,-0.175-3.966-6,0.213 1.560 1,-0.002 1.271-1,-0.628 0.785 2,-2.759-0.452 1,4.465 0.620 0,-0.440-0.411-1,0.390 0.184 0,-0.573 0.042 0,-0.625 0.128 0,-1.885-0.412 0,0.172-0.193 0,0.499-0.260 0,0.663-0.281 1,0.126-0.210-1,-0.775-0.391 1,-1.062-0.391 9,0.214 0.217-10,0.176 0.256-8,0.447 0.390 8,0.597 0.452 0,-1.165-0.170 0,-0.396-0.381 3,-0.142-0.609 0,0.031-0.710 1,0.956-0.168-3,0.443-0.356-3,0.501-0.265 3,-0.941-0.705 0,0.324 0.651-1,2.520 1.873 1,0.198 0.479 0,-6.010-2.103 4,5.351 2.116-3,0.057-0.245-1,0.171-0.220 1,0.238-0.190-2,0.270-0.159 0,-0.551-0.458 1,0.403 0.427 0,0.388 0.565-1,-0.622 0.147 1,-0.038 0.820 2,-0.386 0.006-1,-0.049-0.146 0,0.165-0.229 0,-0.722-0.216-2,-0.532-0.406 0,-0.182-0.421-1,-0.001-0.692 4,0.958-0.370-2,1.152-0.287-1,1.382 0.219-1,-1.387-4.658 3,2.976 0.320 1,2.628 2.140-1,3.122 1.559 1,3.148 3.871-1,2.329 1.902 0,-0.891-0.187-2,1.640-0.066 0,0.795-0.066 0,-0.144-0.053 1,-0.381-0.036 0,-0.499-0.022-1,-0.688-0.012 0,-0.514-0.004 2,0.505-0.001-1,0.926 0.001 1,0.450 0.002-2,-0.145 1.371 0,-1.971 4.648 0,-2.010 1.057 5,-0.298-0.552-4,1.916-0.274-1,1.225 1.104 2,0.361-0.679-1,-0.893-2.355-2,-0.770-1.073 2,-0.516 0.450 0,-0.762 0.274 1,-0.223-0.835 0,2.086 0.501-1,2.808 1.994 0,-0.858-0.643-1,-1.952-1.475 0,-1.913-1.447-1,0.082-1.076 1,2.687-0.695 4,0.093-0.350 1,-0.999 1.068-5,-0.522 2.809 0,0.292 1.741 3,-0.601 2.723-4,-2.818-3.150 2,0.105-0.185 0,0.037-0.450-2,4.563 2.940-1,-0.626-2.661 4,-1.370-2.430 0,1.185-1.459 0,0.949-0.751 0,-0.429 2.086 0,-0.169 0.843-1,1.967 0.664-1,-4.373-1.102 0,0.030 0.498 2,4.197 2.402-2,-1.109-1.107-1,-1.305-1.542 2,-0.281-1.217 2,1.215 1.758-1,-1.958 1.154 1,-0.664-0.662-1,0.071-1.225-1,1.144-1.176-1,-0.970-0.917 1,0.796-0.087 0,-0.553 1.395 0,0.313 2.826 0,-0.282 1.857 0,2.422 1.132-1,0.423-2.261 0,-0.446-2.096 2,-1.086-1.363-1,-0.157 1.081-1,-0.522 1.209 1,1.544 2.158 0,-3.840-2.883 0,4.865 2.603-1,-1.578-2.284 0,0.432-0.894 0,-0.979 0.743 2,-0.048 1.146 2,-0.639-0.431-3,-0.118 0.787 1,2.314 0.541-1,0.591-1.383-3,-0.238-1.498 3,-0.661-1.025 0,-0.595 0.484 0,0.557 1.668-1,-0.425 1.238 1,-1.671 0.009 0,-1.354-0.320 0,0.427-0.497-1,1.310-1.669 2,-0.499-1.995 2,-8.778-6.829 1,-2.439 1.772-2,-0.613 0.419-2,-2.486-0.388-2,1.247 0.940 1,-1.080-0.735-2,-3.636-1.614 1,4.409 2.835 2,-0.437-0.231 0,0.055-0.321-2,0.281-0.404 1,0.415-0.433-1,0.478-0.427-1,-0.235 0.143 3,-0.574-0.119 0,-0.465-0.050 0,-0.364 0.000 3,-3.930-2.138 0,-1.159-0.015-7,-0.546 0.562 0,-0.262 0.017 5,0.625-0.029-1,1.166 0.541-3,1.389 0.837 0,1.400 0.941 5,1.282 0.920 0,0.584-0.482 1,-1.486-1.001-1,-1.411-0.736-1,-1.439-0.853 0,-0.176-0.253-1,0.279-0.050-4,0.581 0.093 1,0.210-0.003-1,0.278 0.137 1,0.166 0.141 2,-1.414-0.748 2,0.165 0.222 1,0.175 0.232-1,0.866 0.957 1,0.056 0.700-2,0.006 0.764 0,-1.618-0.357 0,0.459-0.128 1,1.702 0.266 0,0.746-0.174 1,0.739-0.188-1,1.814 1.032 0,-0.073 0.259 0,-0.252 0.335-1,-0.265 0.030 0,0.474 0.083 0,0.672-0.009 0,-3.791-2.854 1,1.266 0.797 1,-0.143 0.866 1,1.800 1.673-2,-0.541 1.008-1,0.586 1.353 3,14.186 0.558 1,0.950-0.640-3,2.044-0.008-6,-4.157 0.004 4,0.571 1.426-1,0.435 0.735 1,-1.379 0.015-1,-0.142 0.384 4,-0.209 0.346 0,-0.243 0.299-4,0.360 0.473 1,0.416 0.342 0,0.561 0.312 0,0.633 0.228 0,-0.231-0.387 1,-0.457-0.555-1,-0.567-0.621 1,-0.596-0.618-1,4.530 2.136 2,-0.186 1.328 2,-5.005-2.329-2,-0.203 0.215 0,4.650 3.263-1,-3.830-4.198-1,0.449-0.391 0,-0.055-0.232 2,-0.008 0.011 0,-0.119 0.116-1,-0.188 0.180-2,2.389 1.793 1,-0.998-0.271 1,-0.020-0.054 0,-0.211-0.297 1,-0.057-0.172-1,0.048-0.078-1,0.114-0.011 0,0.150 0.034-1,0.478 0.829 2,0.349 0.667 0,-0.009 0.397 0,-0.250 0.190 0,1.471 1.637 1,-0.226 0.327-1,-2.347-1.762-3,-0.368-0.136 1,-0.368-0.178 3,-0.349-0.198 0,2.128 0.835 1,1.080-0.955-2,-2.411-1.424 0,-0.336 0.302 0,-0.516 0.531 0,-0.368 0.167 1,-0.246-0.100-1,-0.147-0.285 1,1.039 0.827-1,-0.092-0.135 0,-0.074-0.058 2,1.789 0.511-2,-0.737-1.079 0,0.086-0.098 0,-0.116-0.080 1,1.917 1.436-1,0.404 0.103-2,-0.070-0.413-1,-2.370-1.475 4,-0.180-0.055 0,-0.169 0.020-1,1.169 0.687-2,-0.450-0.491 2,-0.490-0.606 0,-0.479-0.635 1,0.000 0.832 0,-0.274 0.103 0,-0.182-0.243 2,1.633 1.854 0,-1.462 0.594-5,-0.095-0.452 2,1.302 3.458 1,-2.301-0.970 0,-2.151-0.710-1,-8.013-4.684 1,-0.817-3.781-1,1.286-2.856 0,-2.490-1.647 0,-1.755-0.581-2,4.372 3.169 1,-3.332-3.071-2,1.433-0.782 1,-1.773 0.903 4,-0.424 1.298 0,-2.750-1.435-3,4.328 2.250 0,-0.674-0.333 1,0.320 0.050-1,0.205-0.090 0,0.390-0.032-1,0.487 0.007 0,0.518-0.233 1,0.503-0.375 1,0.461-0.444 1,0.402-0.460 0,-2.134-1.527-1,-0.873-0.404 0,0.503 0.700 3,0.017 0.125-1,0.176 0.206-3,0.289 0.635-2,0.340 0.863 2,0.348 0.946 1,0.303 0.732 0,0.251 0.542 1,0.200 0.380 1,0.153 0.249 0,-5.216-2.128-3,0.636-0.630 0,4.566 1.680 0,-0.383-0.719 1,-2.308-0.760-1,-1.041 0.190 1,0.951 1.007 0,-0.031 0.460-1,0.146 0.504 4,-2.028-0.674-4,0.305-0.333-2,1.929 0.373 4,0.453-0.239 0,0.442-0.238 0,1.041 0.438-1,0.392 0.246 1,0.360 0.347-1,-5.375-2.084 0,4.571 2.501 1,-0.237-0.199 0,-1.625-1.058 0,0.120-0.389-1,0.284-0.335-2,2.093 1.229 0,0.151 0.225 2,-5.458-2.620 0,1.635 0.237 2,2.946 0.099 0,1.932 1.104-2,-1.099 0.585 3,-1.542 1.065-1,-0.601 1.209 3,0.316 0.845-9,13.749 1.206 7,-0.326 2.159-1,-0.012 2.115-4,1.912-0.583-7,-0.936-0.740 13,0.870 0.924-5,0.890-0.201-1,-2.676-2.073 1,0.396-0.430 1,3.228 1.093 0,0.675 1.459 1,-5.014-1.444-1,0.011 0.420 0,0.851 0.654-1,-0.086-0.207 0,-0.130-0.412 0,4.263 1.307 0,-4.099-2.566 2,-0.148-0.422 0,-0.044 0.178 0,-0.427 0.340 0,0.031 0.425-1,0.333 0.454-1,0.513 0.445 2,1.780 0.728-2,0.321-0.324-1,-1.403-0.994 1,-0.181-0.452 0,-0.237-0.461 1,-0.329 0.475 1,0.029 0.220 0,1.117 0.487-1,-0.296-0.283 3,-0.387-0.421-3,2.956 1.388-2,-0.339 1.014 2,-0.014 1.428 1,-3.718-1.952-1,0.117 0.159 0,0.100 0.012-1,0.082-0.085-1,0.065-0.143 1,-0.013 0.006 1,-0.764-0.364-1,2.775 2.854 0,-3.444-1.295 2,-1.684 1.411 3,-0.205-1.342-2,2.764 0.615-1,2.334-1.472 1,1.037-1.846-2,-1.136-1.600-1,-0.814-0.779 0,2.043-0.410 8,-3.176-0.288-10,-12.350-0.425 6,-0.688 0.605-2,-0.994-0.010-3,0.237-0.002 1,-4.071 0.000-1,0.082 0.000 2,5.555 0.000-1,-5.396-0.921-2,-1.415-2.632 1,5.972 0.405 2,0.233-0.662 0,0.761 0.265 0,-0.032 0.133-1,0.694 0.611 0,-5.348-1.877 1,3.856 1.897 2,-0.197-0.424-1,0.790 0.292-1,0.192 0.154 0,0.255 0.269-1,-4.717-1.608 1,1.220 0.007 0,0.522-0.581 0,-0.072 0.395 0,2.874 2.318 0,-0.394 0.345 1,0.030 0.336-1,0.304 0.308 1,-4.623-0.212 0,1.508-0.711-3,0.857-2.691 3,0.626 0.360 2,-0.422 1.289-5,0.895 1.356 3,0.381 0.750-1,0.486 0.504 0,-1.026-2.438 0,0.402-3.200 3,-0.939-0.020-3,-0.397-0.749-1,2.383 1.512 0,1.897 0.339 0,10.052 4.791 3,0.190 0.264 0,0.646-0.188-2,0.261 0.014 0,1.368 0.002-2,-1.950 0.000 1,2.040 0.000-1,0.898 0.000 0,0.116 0.000 0,-0.380 0.000 1,-1.627 0.171 1,-0.716 0.274 1,-0.744 0.324-3,4.027 1.767 0,-4.095-0.057 4,4.978 2.006 0,-4.578-1.767 1,0.493 0.293-1,-0.249-0.165-3,-0.082-0.174-1,-0.210-0.277 0,-0.285-0.330 1,4.286 1.898-1,-3.003 0.566 4,-1.240 0.553 2,0.624-0.297 0,1.917 1.586-4,-0.052-0.890-2,-0.384-1.536 1,-0.755-0.674 0,-0.044 0.824 0,2.504 0.888 3,-0.340-0.884-1,-1.288-0.241-1,-1.579-0.061-1,-1.306 0.025 1,0.267 1.193-1,0.986 1.339 1,0.087-0.902 1,-0.287-1.678 0,-0.727-1.704-1,0.254-1.067-1,2.500 0.551 2,0.416 1.761 0,-2.813 0.680-2,-0.746 1.984 0,0.438 0.368 2,-0.078-1.069-1,1.738 1.445 0,-0.064 1.493-1,-1.825 0.182 0,-1.084-1.751 1,1.529-1.220 1,-0.323-2.426 0,5.355 3.490 2,-3.510-1.999-5,0.307 0.353 0,-0.088 0.163 0,-0.334 0.030-1,0.535 0.078 0,-0.125-0.713 3,-0.520-0.908-1,-0.341-0.770 3,-0.349-0.703 0,0.100 0.848 1,0.047 0.218-3,-1.167-0.668 2,0.458 0.262-1,0.275 0.311-2,2.188 1.989 0,-0.880 0.791 1,-1.111-0.555-3,-0.159-0.404 1,0.660-0.260 2,0.097-0.854 1,-1.581-1.310 2,5.405 0.960-3,-4.727-1.011 1,-0.103 0.252-1,-0.125-0.029 0,0.681 0.718 2,0.164 0.699-3,-1.410-0.234 0,-0.595 0.325 0,-0.707 0.276 1,3.206 5.052 0,-3.755-4.421 0,1.040 0.606 1,0.538-0.669-2,-0.158-0.842 1,3.135 1.519 5,-1.704-2.128-7,-12.484-4.199 4,-0.030 0.732 1,2.586-6.305-2,-2.601 2.277-10,-1.777 1.021 10,0.876-0.922 2,0.437-0.145-4,-1.083-0.276 0,-1.043-0.437 1,0.083 0.036-1,0.449 0.137-4,0.651 0.192 3,0.732 0.213 1,0.796 0.224 0,0.498 0.026 1,0.396-0.025 1,0.301-0.057-1,0.219-0.074 0,0.150-0.080 0,0.095-0.078 0,-0.890 0.510 0,-0.714-0.030 0,-0.182-0.031 0,0.198-0.031 1,-0.809-0.819 0,0.248-0.137 0,0.240-0.126 0,1.380 1.169-2,-4.648-2.775 2,3.356 2.755-1,-0.274-0.270 1,0.683 0.038 0,0.537-0.239 0,0.688-0.227-1,-0.479-1.324 0,-0.077-0.511 0,0.084 0.431 0,-0.074 0.641 0,-0.071 0.835 0,-3.845-1.564 0,1.276 2.655 1,1.253 1.872-1,-1.755 1.217 1,2.148 0.822 0,-0.075-0.007 0,0.082-0.407 0,12.193-0.214 1,0.185 0.041 1,-0.335-0.001-3,3.729 0.000-2,-2.999 0.000 1,0.839 0.000-1,0.186 0.000 1,-0.092 0.000-1,0.156 0.000-1,-0.285 0.000 1,-0.552 0.000 1,-0.687 0.000 3,4.165 0.000-1,-1.220 0.000-3,-1.332 0.000 3,-0.889 0.863 3,2.003 1.796-2,-2.784-0.018-3,0.240 0.704 0,0.022 0.600 0,-1.239-0.776 0,0.205-0.151 0,0.275-0.265 1,0.310-0.331-1,0.475 0.218 1,-0.073 0.371-1,-0.197 0.548 1,-0.270 0.635 0,-0.033 0.480-1,-0.085 0.167 1,-0.025 0.010-1,0.016-0.097 1,0.043-0.161 0,0.361 1.059-1,0.225 0.488 1,0.246 0.179-1,0.245-0.036 4,0.922 2.896 0,-0.179 0.540-6,-0.313-0.482 0,-1.242-1.680 5,-0.147-0.359 1,-0.089-0.302-8,-0.044-0.245 4,-0.012-0.192 0,0.504 0.039 1,0.523-0.075-1,0.271-0.407 1,1.954 0.990 0,-0.449-0.648 3,-0.691-0.602-1,-0.774-0.520-4,-1.765-0.405 2,-0.529 0.001 0,-0.463-0.301 1,3.390 2.988 3,0.333-1.492-2,0.236 1.182-1,-1.655 1.834 0,-3.021-0.562-1,-1.768 0.042-1,-1.392-0.136 2,-1.691-0.999 0,-4.488-4.963 0,-0.699-3.132 0,0.254-2.027 0,1.066-1.598-1,-0.685-0.319 0,-0.229 0.350-1,0.048 0.555-1,0.144 0.492 1,0.143 0.342-1,0.027 0.090 1,-0.802-0.730-1,-1.106-1.004 2,-0.931-0.852-1,-0.630-0.583 0,3.347 2.203 0,-5.498-3.478 0,-3.913-2.782 1,-2.182-1.802 1,1.638 0.511-3,0.174-0.489-3,0.940 0.077 0,1.422 0.466-1,1.518 1.231 2,0.339 0.626 0,0.031 0.639 9,-0.292 0.219-3,0.678 0.776-2,0.831 0.740 2,0.892 0.677 0,-4.932-3.369 1,1.995 0.857 1,0.383-0.544-1,-0.471-0.046-2,0.194 0.276-1,0.606 0.461-3,1.128 0.738 0,0.217-0.046 10,0.097-0.177-9,-1.046-0.117-1,-0.561 0.916 3,1.852 1.720 0,0.392 0.511 0,0.548 0.419 1,0.627 0.332 0,-2.165-2.766 0,2.604 0.610 1,0.656-0.199 1,1.497 0.865 0,0.394-0.218-1,0.329-0.249-4,0.265-0.258 0,-0.240 0.052 1,-0.437 0.491 0,-0.607 0.677 1,-1.310-0.112 0,-0.052 0.579 1,0.194 0.442-1,0.337 0.323 1,0.109-0.073 0,-0.044-0.320-1,1.085 0.787 0,0.152 0.271 0,-4.730-2.364 2,0.834 1.277 7,3.406 1.387-12,13.980 2.871 8,0.185 0.805-6,-2.174-0.209-1,-0.191-0.088 1,0.577-0.070 0,2.466-0.040 0,0.587-0.021 2,-0.832 0.607-2,-0.991 1.256-1,-0.967 1.280 2,0.802 2.482 0,0.433 1.857 1,0.597 1.271-1,-0.490-0.283-1,-3.847-3.939 0,1.433 0.935-1,0.248-0.580 2,0.162-0.774 0,0.096-0.827 0,0.047-0.788 0,2.696 1.292-1,-1.488 1.377 1,-0.128 2.165 6,0.217 1.380-6,-0.710-0.521-2,-0.700-0.952 1,-1.121-1.530 1,0.135-0.099 0,1.287 1.074 1,-2.046-2.249-1,4.171 2.784 1,1.334-0.312-2,-5.308-2.334 0,-0.733 0.975 2,-0.591 0.245-2,-0.323 0.033 0,-0.191-0.188 1,-0.094-0.313-1,3.958 5.766 1,-2.416-4.618 1,-0.162-0.070-1,-0.457-0.318 0,-0.598-0.443 0,0.159-0.421-1,0.646 0.483 0,0.522 0.312 3,1.939 1.357 2,0.335 0.322-6,1.045 1.046-1,0.248 0.101 0,-2.229-2.561 4,-0.054-0.167-2,-0.057-0.171 0,0.796 0.711 1,0.152 0.059 0,1.746 0.953 0,0.136-1.009 0,0.567 0.212 1,0.386 0.266 0,-0.081 0.025 0,-0.368-0.128-1,-0.519-0.214-1,-0.573-0.251-2,-2.123-1.887 1,-0.261-0.509 0,-0.195-0.559 1,0.699 0.171-1,-0.169-0.187 4,-0.146-0.013 3,3.805 3.792 1,-4.823-2.676-6,2.010 2.320 0,0.267-0.289-1,-1.469-1.909 0,-0.003-0.598 1,-0.011-0.645 0,0.430 0.286 0,-0.700 0.135 1,3.536 3.172 2,-1.530-1.979-2,-0.068-1.227 0,2.358 2.239-1,-2.113-0.805 0,0.803 0.505-1,0.701 0.235-4,-0.056 0.511 4,-0.990 0.313-1,-0.585-0.432 1,-0.288-0.843 0,-1.564-1.715 3,-0.284-0.697-1,4.389 1.339 4,-3.820-1.740-5,0.542 0.688 1,0.279 0.570-1,0.109 0.113 1,-0.011-0.198-1,-0.090-0.391-2,-1.285-0.635 1,3.674 3.212-2,-4.294-2.276 4,0.010 0.123 1,0.229 0.075-1,0.359 0.039 0,0.677 1.036-2,-0.616 0.471 0,0.740-0.319 0,0.269-0.594 1,-0.102-0.775 1,-0.319-0.819 2,3.625 0.710-4,-1.845-2.001-1,0.922 0.547 2,-0.684 3.303 5,0.530 2.531-5,-3.783-3.274-2,0.141 0.262 0,-0.527-0.704 1,3.594 3.045 0,-1.058-2.455 1,-0.945-2.198 1,0.871-1.918 1,-3.315-6.800 0,-3.987-0.990 1,-3.459-0.009-2,-1.076 2.545-1,-1.933 0.424-1,-1.862 0.923-2,-2.646-2.237 2,4.924 1.436 3,0.544-0.207-3,0.311-0.417-2,0.494-0.346 2,-0.077-0.322 1,0.035 0.241-2,-0.117 0.418 0,-0.217 0.519 2,-1.654-0.526 2,0.038 0.182-3,0.187 0.010 1,0.176-0.112 0,0.501 0.029 1,0.519 0.035-1,0.482 0.035 1,0.892 0.043-1,-2.052-4.577 0,1.819 1.040 2,-1.198 0.221 1,-2.526-1.232-5,3.275 3.460 1,-0.252 0.356 1,0.303 0.324 0,0.618 0.278 0,-2.231-3.581-1,2.896 0.522 0,2.121 0.239 1,-1.094-0.238 0,-5.032-2.965 2,0.649 2.494-1,-0.032 0.879-2,-0.403-0.027-1,1.402 1.661 2,0.027 0.543 1,0.069 0.633-3,-0.529 0.159 0,1.044 0.894 1,-2.031-0.727 10,15.394 3.078-4,-1.685 0.856-6,1.240-0.097 0,0.614-0.070 0,0.270-0.039-1,-0.260 0.308 0,-1.924 1.890 1,-0.616 3.874 4,-0.684 0.394-1,1.482 1.726-3,0.521 0.110-1,-1.226-1.074 1,-1.207 0.063-1,-0.225 0.567 3,0.972 0.890 2,-0.222-0.049-4,-1.176-0.940 1,0.335-0.293-1,-0.115-2.497 0,0.920 0.984 1,0.684 0.671 0,0.483 0.417 0,0.318 0.216-2,2.261 2.370-1,0.083-0.138-1,-0.119-0.333 3,-0.237-0.428 1,-0.292-0.454-1,3.116 3.144-1,-1.102-1.084 0,-0.362-0.225 4,-0.839-0.680 5,-1.076-0.916-8,-1.145-0.994-1,-1.099-0.968-1,-0.987-0.877 1,-0.840-0.753 0,-0.004 0.343 1,5.429 5.249-2,3.088 2.944 5,-1.432-1.822 1,0.120-0.032-1,-0.322-0.476 0,-0.603-0.747-5,1.633 1.533-1,0.089-0.046 0,-1.325-1.442 6,-0.247-0.317 3,0.169 0.704 1,-1.352-0.476-10,-1.515-0.698 3,-1.508-0.789 2,-1.391-0.788 2,-0.822-0.706-1,-0.397-0.601 0,-0.096-0.490 0,0.324-0.464 0,0.233-1.030-1,1.017-0.319-1,3.327 3.113 3,-0.241-1.533-2,-1.762-0.359-1,0.348 2.000-1,-1.451-2.063 1,1.008-1.367 1,2.274-3.114 0,-0.007-1.393 4,-14.408-1.148-3,3.656-5.656-3,-0.521-0.886-2,-1.355 0.407 1,-6.021-0.746 0,3.644 3.448 2,-0.203-0.062 0,0.180 0.113-2,-0.371-0.484 0,-0.053-0.368-1,1.427 1.119 1,0.322 0.413 2,0.361 0.532 1,-4.107-1.845 1,2.724 1.462 0,1.551-0.720 0,0.066-1.318 0,0.784 1.428 0,-0.745 0.287-3,-2.082-1.939-1,-0.161-1.549 2,-0.424 0.366 0,1.108 2.823 0,0.378 0.413 0,-1.733-1.666 0,2.506 1.302 0,9.957-0.073 4,0.116 9.034-2,-4.192 3.341-2,1.265-1.840-1,2.152 3.355-1,-1.197-3.920 0,0.393 0.097 1,0.313-0.045-1,0.061 0.613 1,0.310 0.581 0,0.300 0.283 1,0.076 0.156 1,-0.339-0.360 0,-0.488-0.511-2,-0.553-0.575 0,1.218 3.910-1,-0.035 2.396 4,-1.848-4.111 1,0.622 2.609-1,0.333 0.886-4,0.361 0.548-2,0.647 2.991 0,-0.356 0.633 0,-0.189-0.539 3,0.100-0.428-1,0.198-0.613 3,0.361-1.044-1,0.858 0.120 0,0.958 0.301 0,1.477 1.803-1,0.520 0.371 0,-1.516-2.483 0,-0.615-0.243 0,-0.790-0.292 2,-0.023 0.339-1,-0.040-0.701 1,-0.979-2.316 0,-0.435-0.731-1,-0.503-0.707 2,0.729 2.094 1,0.288 0.369 0,-0.718-1.855-1,0.221 0.687-3,0.243 0.827 1,-0.096-0.557-1,0.219-0.039 0,0.216-0.240-1,0.595 0.658 0,0.189-0.073 1,0.146-0.023 0,-0.561-1.021 2,-0.333-0.350 0,-0.440-0.412-1,0.193 1.410-1,-0.795-0.763 1,-0.750-0.759 2,-0.076-0.505 1,0.360-0.304-1,0.612-0.191 0,0.730-0.104-1,-0.727-1.558 0,-0.087-0.103 0,-0.220-0.081-2,-0.303-0.061 1,1.750 5.228-1,-1.640-3.122 2,0.475 0.171-1,-0.569-2.076 1,3.427 3.842-1,1.061-1.666-1,-0.936-0.499 2,-0.443-1.824 1,0.432-0.054-2,-0.321 1.458 0,1.235 2.423 2,-3.536-4.465-3,0.020-0.045 0,3.660 4.272-1,0.025-0.820 0,-1.621-2.933 1,0.318-1.826 2,0.798-3.124 2,-2.621-4.698 0,-4.274-1.983-1,-0.192-0.259 0,-0.809-1.471-3,-2.056 0.206 0,-0.935-3.725-2,1.775 5.195 3,-0.339 0.291-2,-0.407 0.588 1,-0.303-0.129 0,0.175 0.003 0,-0.216-0.720 2,-0.450-1.130 1,-0.109 0.015-1,-0.333-0.183-2,-0.298 0.031-1,0.448 1.223 1,-0.196 0.143-1,-0.192 0.148 2,-1.454-1.691-1,0.124 0.216 0,0.277 0.234 2,0.353 0.227-1,0.371 0.204 0,0.742 0.508-1,0.652 0.237 0,0.662 0.218 0,0.081 0.262 1,-2.992-3.018 5,0.476-0.421 1,-0.480-1.235-6,1.553 4.750-1,-1.139-1.289 1,0.048-0.342-3,-0.534-1.476 2,0.731 1.555 0,-2.358-2.997 1,-1.542-2.022 1,0.889 1.420-3,-0.130 0.063-1,0.088 0.391 1,0.085-0.269-1,0.999 0.497 1,0.576 0.476 2,0.262 0.428 0,0.043 0.365 5,-0.102 0.299-2,-0.145-2.714-5,0.838-1.540 1,1.310 1.067 2,0.825 0.526 5,0.770 0.888-9,0.677 1.055 0,-1.003-1.389 1,-0.825-0.495 3,-0.651 0.114 1,0.799 2.279-1,0.120-0.042 0,0.245-0.116-1,-0.244-1.293-3,0.164 0.272 1,0.111 0.405 2,0.070 0.468 0,0.036 0.481 1,-0.403-0.128-2,-0.232 0.649 1,-0.273 0.618-1,0.114 0.553 1,0.354 0.471 3,0.479 0.384-1,0.526 0.104 0,0.517-0.084 1,0.401-0.161-2,-0.222-4.453 0,1.163 2.617 0,0.697-0.263-1,0.239 1.438 0,0.474-0.729 2,2.298 2.441 0,4.158 2.413-2,-0.278 2.393 0,0.942 0.500-1,-0.767 0.159 1,-0.235 0.763-1,-0.600 2.059 1,-3.796 2.790 1,2.973-0.564 0,-1.538 0.038 0,-0.438 2.851-3,1.588-0.543 1,-0.217 0.105-1,-1.266 2.462 2,-2.240-4.245 0,0.612 2.364 0,0.628 0.414 1,0.144 0.178-4,-0.162 0.021 1,-0.638-1.590 2,-0.287-0.284 0,-0.300-0.303 0,0.053-0.297 0,0.284-0.274 0,0.419-0.241 1,0.903 2.123-1,0.843 1.626 1,-0.333-0.765-1,-0.067 0.167 1,-0.240-0.097-3,-0.547-0.930 0,-0.338-0.298-1,-0.354-0.330 1,-0.186 0.670 2,-0.407-0.192 0,0.073 1.156 2,0.099-0.202 0,0.256-0.202 0,0.332-0.186-2,0.148 0.119-1,-0.084-1.415 0,0.385 0.074 0,1.287 2.161 1,0.503 0.297 3,0.389 0.254-5,-0.415-0.167 0,-0.345 0.705 1,-0.489 0.794 0,-0.086 0.581-1,-0.182-1.029 1,-0.064-1.463 1,0.014-1.633-1,-0.313-0.788 1,0.216 0.377 4,0.269 0.439 2,0.143 0.147-2,0.167 0.207-5,0.130 0.132-2,0.098 0.073 1,-0.109-0.595-1,0.158-0.189 2,0.175-0.243 0,0.934 1.426 0,-0.451-0.526 1,-0.632-0.555 1,0.268-0.345 1,0.246-1.334-1,-0.875-0.539 1,-0.358 0.218 1,-0.451 0.098-2,-0.407 0.062 2,0.970 4.701-4,-1.623-1.932-1,-1.092-1.736 2,-0.264 0.329 1,5.070-4.400 2,0.649-3.342 0,0.608 0.489-3,0.296-0.094-1,-2.793-5.094 1,-4.285-0.987 1,-1.483-0.101-1,-1.884-2.232 0,0.029-0.422-2,-0.519-1.330 0,-0.798 0.005-1,0.179 3.129 2,-1.092-0.592 1,-0.682-0.204 0,0.557 0.806 0,-0.170-0.368 0,-0.088-0.430-2,-0.794-1.500-1,0.339 0.041 1,0.453 0.245 1,0.493 0.357 1,0.481 0.403-1,-0.148 1.306 1,-0.369 0.500-1,-0.161 0.490 1,-0.010 0.455 4,-2.902-3.763 3,-0.941-1.397-11,2.741 2.497 2,0.424-0.427 2,0.601-0.396 0,-0.349-1.659-1,0.453 0.253-3,0.320 0.500 3,-0.137-1.168 1,0.165 0.140 1,0.103 0.509 0,1.028 1.935 1,0.461 0.546 1,0.522 0.525-3,0.535 0.482-2,0.514 0.426 0,0.472 0.364 5,-0.806-0.536-1,-0.171 0.403 0,0.085 0.359 2,-1.235-1.423-3,-0.340-0.453-2,0.137-0.064-1,1.075 1.802 2,0.340 0.243 0,0.372 0.271-1,-0.082-1.008-1,-0.526 0.219 2,-0.497-0.151 1,-0.326 0.110 0,-0.191 0.277-1,-0.089 0.372 0,-0.123-0.372 0,0.437-0.047-2,0.801 0.495 1,0.465-0.222 1,0.060-0.684 3,-0.100-0.564-1,-0.257-0.596-2,-0.188-0.673-1,0.206 0.316 0,0.324 0.568-1,0.377 0.688 1,0.381 0.714 0,-1.657-4.089 2,-1.472 0.663 1,0.052 1.197 0,1.248 1.624 0,0.710-1.647-3,2.030 1.933 1,0.493-0.898 2,0.210-1.054-1,0.066 0.345-1,-0.009 0.981 0,-0.037 1.010-1,1.062-0.440 0,5.022 2.998 3,1.780 3.672 1,-0.543 0.229-3,-1.710 2.203-1,-2.030 3.833 2,-0.605-0.820-1,0.674 0.573-1,-0.356 0.901-1,-0.367 2.821 1,-1.165 0.783 0,-0.925 0.238 0,1.074-4.797 0,1.281 0.662 0,0.960 0.739 4,0.309 0.955-1,0.400 0.683-5,0.258 0.160 0,-0.355-0.652 1,-0.473-0.691 3,-0.613-0.841-2,-0.661-0.879-1,1.234 3.745 0,-0.332 2.304 6,-0.693-1.870-3,0.347 0.797 0,0.120-0.039 0,-0.029-0.540-4,-0.114-0.795 0,1.030 2.122-1,0.205 2.358 0,-0.640-2.049 14,0.627 0.882-6,0.753 0.767-11,1.055 1.046 3,0.160-1.181 1,-0.084-1.691 1,-0.238-1.913 0,0.950 1.148 0,0.000-0.566 4,-0.310-0.606 11,-0.469-0.577-9,-0.522-0.508-7,-0.509-0.421 1,-1.442-0.671 1,-0.659 0.253 1,-0.666-0.015-1,-0.193 0.526 4,-0.288-0.694 2,-0.118-0.817-6,-0.001-0.829 0,0.071-0.770 0,1.017 0.885 1,-0.053-0.968 1,0.057-0.063 0,-0.173-0.182 1,3.773 8.043-2,-2.789-3.731-2,-0.286 0.434 3,-0.771-2.254 0,0.096-0.688-3,0.182-0.865 0,0.531-0.269 0,0.267-0.533 1,0.249-0.359 4,-0.121-0.219 0,-0.359-0.113-3,2.610 4.446 0,-0.953-0.748 1,-0.248-0.796 0,1.581 2.565-2,-3.011-3.813 0,-0.534-0.884 1,0.249 0.204-1,0.263 0.121 1,-0.037 0.057 0,-0.241 0.010 0,-0.369-0.023-1,0.091 0.056 1,0.017-0.640 0,3.765 3.934 1,-3.902-4.145 1,-0.477 0.642-1,-0.333-0.027-1,-0.025 0.059-1,0.088-0.076 0,0.157-0.160 1,0.058 0.161-1,-0.254-0.106 1,1.340 4.962 1,-1.432-0.917 1,-0.680-0.693-2,1.556-2.091 0,0.749-1.735 2,-0.493 0.042-1,-0.880 1.221 0,-1.123 0.720-1,-0.748 0.599 0,0.797 0.541 0,1.693-1.720-1,0.195-0.738 1,-0.426 0.331 1,-0.749 0.982-2,-0.654 1.561 0,-0.812-0.837 1,-0.523-1.235 0,-0.336 1.363 0,-0.225-1.315 0,0.105-0.502 0,0.182 0.201 1,-0.013-12.472 2,-0.001 0.028-1,-4.684 0.252-3,0.088-1.267 0,1.420-0.779-1,1.271-1.754 0,0.791 3.530 1,-0.344 0.265 1,-3.736-6.100-1,0.920 5.735 0,0.792 1.123 2,-0.354-0.427 0,-0.322-0.292-3,-0.298-0.502 2,0.211 0.032 0,0.372 0.146 0,0.465 0.219-1,0.095-0.994-1,0.690-0.037 0,-1.313-4.021 4,-0.720 0.186 0,1.847 5.469-1,-0.359 0.023-1,-0.106 0.017-1,0.078 0.012 1,0.206 0.008-1,-0.206-0.142 1,-3.549-3.813-1,-0.700 0.541 4,2.162 1.090-2,1.986 0.654 1,1.234-0.918-2,1.524 0.981 0,2.398 0.620-1,4.421 6.190 3,-0.108 0.387-1,-0.539 3.427 0,-0.286 1.350-1,-1.064 0.542 0,-1.951 0.752 0,-1.501 2.645 0,-0.759-1.198 0,-0.146-0.488-1,-0.037-1.038 1,-0.021 1.296-1,0.066 0.160 0,0.047-1.317 2,0.014-0.007-1,0.007-0.270 0,0.005 1.995 0,-0.002-2.080 1,-0.002 0.179-1,3.254-0.516 1,3.696-3.468 0,-2.501 1.862-1,0.795-0.014 0,0.839 3.313-2,0.005 1.345 2,-0.197-0.478-1,-1.108-1.003-1,-1.587-0.532 0,-1.402-0.242 4,-0.937 1.462 0,-1.065-0.677-2,0.593-0.186 0,3.430-1.280 0,0.555-0.260 0,0.464 1.067 0,0.007 0.761-1,-0.187 0.461-1,-0.436 0.575 1,-1.436-0.850-1,-1.279-0.912 4,-0.461-0.677 0,0.332-0.094-1,0.540 0.094-2,0.486 0.143 1,0.341 0.127-1,-0.415-0.255 1,-0.587 0.544-1,1.709 0.996 3,1.560-2.942 5,0.625-1.336-9,-11.862-3.335 4,0.342-2.260-1,4.875-4.171-2,-1.269 0.749 0,-2.826-2.671-1,1.046 1.951 0,-0.042-0.715 1,0.327-0.368 0,0.523-0.125-2,0.166 1.071 2,-0.410 0.808-1,-2.405-3.187 0,0.746 0.500 7,-0.456-0.161-2,1.745 3.625-3,-0.213 0.573-1,-4.393-2.274 0,2.176 2.135 1,1.134-1.444 3,1.759-2.234-1,1.004-0.419-3,-0.394 0.816 0,-0.819 1.070 1,-0.798 0.887-1,-1.719-1.258 1,0.261-1.529 0,1.576-0.116 0,1.659 1.093-1,1.301 1.329 1,0.555-1.129 1,-2.360 0.059-1,-0.903 1.849 1,-1.480-0.775-1,-2.476-1.379 0,0.578 2.115-1,1.132 2.309 0,-1.531-1.264 2,1.848-4.309-1,0.052-0.941 0,-0.762 0.291-1,2.979 3.342 1,0.341-0.847 0,0.527 0.027 0,0.485 0.265 0,0.479 0.516 1,-0.598-4.310-4,1.294 2.591 2,0.810 1.929 1,0.405 0.029 1,0.212-0.374 9,0.291 0.236-13,-0.423 12.812 6,-0.140-0.371 0,0.018-0.190-5,0.000 1.552-1,0.447-1.534 2,2.590 2.552 1,1.118-0.076-2,-0.479-0.602 1,-1.064-0.869 0,-0.977 1.451 1,-0.923 0.404 1,-0.515-0.720 1,-0.248-1.038-3,0.717-1.093 0,1.553-0.194 1,1.386 0.157 0,-0.126 0.215 1,-0.955 0.068-1,1.823-0.147 0,0.587 0.502 1,-0.868 0.504-1,-1.285 0.391-2,1.462-0.384 0,0.498-0.429 3,-0.774-0.494 1,-0.944 0.561-3,-1.346 0.088 1,0.081-0.731 1,2.151 1.255 0,2.294-0.555-2,1.204-1.526 0,-1.070 0.529 0,-2.169 1.386 2,-1.661 0.721 0,0.482-1.569-1,1.146-1.975 0,0.828-0.589 1,0.736 0.338-2,0.536 0.730 0,1.889 2.319 0,-3.961-2.934 1,2.268 3.962-1,-2.622-0.926 1,-0.420-0.085-1,1.934-3.531 4,0.686-2.146 0,-3.102 5.111-2,0.460-0.478 0,2.615-4.969-1,0.101 1.215 0,-5.399 4.448 0,-0.954-0.333 0,0.250-0.336-1,0.021 0.128 1,0.000-12.622 1,-0.295 0.163 0,-5.979 4.089-1,0.064-4.538-2,-0.056-0.844 1,-1.635-0.230-1,0.032 2.247-1,0.782-0.164 3,-1.099-3.558 3,4.223 3.468-2,0.688 0.153-2,-1.233-4.380-3,2.279 1.942 3,1.341 0.979 0,-0.926-0.431 3,-4.271-0.228 3,-1.673 0.402-5,2.031 1.571-2,1.251-0.390 0,1.396-0.499 2,1.219-0.422 2,0.859-1.033 4,0.903 1.111-10,0.937 13.118 8,-0.848 1.086-2,0.008 0.770-4,0.000 0.401-1,0.000-1.189 2,0.000 0.258 0,0.000-0.772 1,0.000 0.708 0,0.000-0.797 0,0.000 0.348 0,0.000 1.404 0,0.000-0.963 0,0.000-1.121-1,0.000 1.462 1,0.000-1.014 0,0.000 0.012 1,2.588-0.931 0,4.190-5.702 1,-0.051-0.412-1,-0.265 0.146-2,-0.353 0.007 1</inkml:trace>
</inkml:ink>
</file>

<file path=ppt/ink/ink6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4:22"/>
    </inkml:context>
    <inkml:brush xml:id="br0">
      <inkml:brushProperty name="width" value="0.0529194456206428" units="cm"/>
      <inkml:brushProperty name="height" value="0.0529194456206428" units="cm"/>
      <inkml:brushProperty name="color" value="#926f49"/>
      <inkml:brushProperty name="ignorePressure" value="0"/>
    </inkml:brush>
  </inkml:definitions>
  <inkml:trace contextRef="#ctx0" brushRef="#br0">6431.692 3721.262 767,'0.000'6.009'0,"0.000"0.122"0,0.000 0.134-5,3.023 1.885 4,1.279-2.592 1,-0.416 0.780-2,-1.114 0.801 1,-1.230 0.121 0,-0.809 0.439 1,0.777 0.946 0,2.023-2.489 1,3.112-0.518 0,-1.463-1.954-1,0.566 2.041-1,0.034 4.240 0,-3.106-4.499 2,-0.147 0.007-1,2.145 5.025-3,-0.217-0.867 0,0.725-0.761 0,0.698-0.632 4,-1.038-1.094 1,-1.664-1.099 0,-1.041 1.370-1,-1.673-0.841 0,-0.615 0.662 5,-0.227-0.854-9,0.206-12.414 6,0.171-0.191 0,0.000-0.572-3,0.000-2.998-3,-1.253 1.021 1,-2.332-0.335 1,-0.824 0.655-1,0.924 1.197 1,1.307 1.064 2,0.861-1.726-1,0.835 1.790 1,-2.288-1.104 1,-2.406 3.776-2,-0.022-1.950 0,1.616-1.221 0,-0.711 0.235 0,-0.815 0.143-1,0.587 1.939 0,-0.784 1.184 0,-1.049 2.508 1,-0.690 1.053 0,-1.563-0.244 2,1.688-0.123 0,0.765-0.064-3,-0.641-0.025-1,0.646 0.014 3,-0.787 0.003 0,0.136 0.000-1,-0.551-1.161 0,2.481-3.646 0,4.156-1.554 1,5.211 2.337-1,1.720 4.353 0,-0.767 3.885 1,-3.779 4.155-1,2.109-1.806-1,1.165 0.283-1,0.072-0.780 1,-0.344-0.943-1,-0.418-0.766 1,-0.710 1.626 0,-0.916 0.025 3,1.848 0.750 2,0.982-3.172-4,-0.168 1.417 0,-3.491 2.723 0,-1.681-1.679 0,0.096 1.422 0,4.981-2.487 0,-0.592 0.612 0,-0.757-0.726 0,0.993 0.233-1,1.481-4.628-1,-0.179-1.316 1,-5.705-5.231 3,-0.486-0.495 1,-0.205-1.294-2,-3.041 1.468-1,-1.963 2.355-1,1.056-1.934 0,2.295-0.849 1,0.313-0.161-1,-1.933-0.645 0,-1.563 3.509 2,0.505-1.756 0,-1.522 0.089-1,1.431 1.913-1,0.889-1.633 1,1.313-0.335 1,0.897-1.504-1,1.416 0.135-2,-2.420 1.705 2,-4.985 4.318 2,1.470 1.215 0,-0.008 0.240-3,-0.053-0.273-1,0.600-3.722 2,0.220-1.335 0,0.806-0.522 1,1.912-1.482-1,2.273 0.673 1,0.721 12.791 1,4.265-1.116-1,1.378-0.366-6,-1.172-0.649 6,0.488 0.387-2,-0.890 3.091 0,-0.962 1.090 2,0.855-1.266-3,1.217-1.320 1,1.066 0.174 2,-0.576 0.619-2,-0.185 2.328 0,-2.087-0.875 1,-1.745-1.353 0,-0.743-0.792 0,1.866 0.723 1,0.269-0.475 0,-0.008 0.802-1,1.127-0.777 0,1.371-0.189 0,-1.059-0.519 0,-1.578 0.059 0,-1.420 1.031 1,-1.024 0.231-1,-0.595-0.569 0,-0.389 1.770 0,-0.146-1.271 0,0.053 0.411 0,0.183-1.156 1,4.666-2.384 0,1.794-2.560 0</inkml:trace>
</inkml:ink>
</file>

<file path=ppt/ink/ink6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4:24"/>
    </inkml:context>
    <inkml:brush xml:id="br0">
      <inkml:brushProperty name="width" value="0.0529194456206428" units="cm"/>
      <inkml:brushProperty name="height" value="0.0529194456206428" units="cm"/>
      <inkml:brushProperty name="color" value="#926f49"/>
      <inkml:brushProperty name="ignorePressure" value="0"/>
    </inkml:brush>
  </inkml:definitions>
  <inkml:trace contextRef="#ctx0" brushRef="#br0">6606.692 4103.262 767</inkml:trace>
</inkml:ink>
</file>

<file path=ppt/ink/ink6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4:35"/>
    </inkml:context>
    <inkml:brush xml:id="br0">
      <inkml:brushProperty name="width" value="0.0529194456206428" units="cm"/>
      <inkml:brushProperty name="height" value="0.0529194456206428" units="cm"/>
      <inkml:brushProperty name="color" value="#926f49"/>
      <inkml:brushProperty name="ignorePressure" value="0"/>
    </inkml:brush>
  </inkml:definitions>
  <inkml:trace contextRef="#ctx0" brushRef="#br0">6622.692 4516.262 767,'0.000'-6.124'0,"0.000"-0.125"0,0.000 0.200-5,-2.497-1.529 5,-1.296 2.274-1,-1.259-0.779 0,-1.057 1.320 0,0.171 0.264 0,1.691-0.881 2,1.589-1.063-1,0.918-2.943 0,1.099 0.183-1,0.568 1.213 0,0.201 0.291 0,0.086-1.990 2,-0.208 0.042-1,-1.093 1.175 0,-1.333 0.994 0,-1.031 0.601-1,0.207-0.561 0,0.766-0.687 2,1.027 0.729 0,0.772 0.909-1,0.469-0.388 1,-0.739-0.918-1,-1.734 1.919 1,-2.669 0.606 0,1.446-0.808-1,1.754-2.142 0,-0.006 1.362-1,-2.066 1.228 0,-0.152 1.154 2,0.083-0.761-1,2.398-0.848 0,-0.305-1.688-1,-1.345-0.856 0,1.590 1.372 1,0.107-1.581-1,0.211-0.663 0,0.261-0.034 0,0.271 0.366-1,0.257 0.588 1,0.228 0.683-1,0.225 1.564 0,-0.050-4.757-1,0.167 1.212 4,-0.688 0.825 7,-0.994 0.809-6,-0.888 0.389-3,-0.646 0.161 0,0.469 2.056 0,-0.041 11.319 9,4.527 1.706-5,1.388-1.396-4,0.886 1.350-1,0.271 1.952-1,-1.936 0.573 2,-0.790-0.026 2,1.039 0.078-3,2.149-0.763 3,-0.603-1.091 1,-0.917-0.721-4,-0.979-0.424 1,-0.889 0.107 1,-0.649 0.901 1,-0.199 2.008 1,0.979-0.604-3,1.277-1.493 1,1.040-1.442-1,-0.278-0.594 0,-0.720 1.301 2,-0.934 1.011 1,-0.815 0.257-2,-0.516-0.002-2,-0.263-0.427 1,-0.098-1.593-1,-0.061 0.084 2,0.026 0.467 2,0.128 1.015 1,0.631-1.801-2,1.165 0.087 0,1.038-0.580-1,0.702-0.662-1,0.869 1.173-1,-1.668 1.119 3,-2.268-0.375 0,-0.624 0.847 0,0.012-0.526-1,0.063 0.797-1,0.055-0.197 1,0.024-0.478 0,0.005-0.543 0,-0.001 0.141 0,0.000 1.228 0,-0.002 0.915-1,-0.001-2.667 1,0.000 1.907 0,0.000 0.462 0,0.000-1.577 0,0.000 0.858-1,0.000 0.682 0,0.000 0.366 1,0.000 1.539 0,0.000-4.316 0,0.000 5.038-1,0.000-2.327 0,0.000-2.074 1,-0.393-0.886 1,-0.615 1.516-1,-0.712 0.412 0,-0.095-0.824 0,-0.072-0.206 0,0.063-0.316 0,0.152-0.371-5,0.064 0.318 5,0.277-0.335 1,0.276-0.283-1,-0.353 5.263 2,0.783-1.701 0,0.465-1.336-3,0.221-0.854 1,0.073-0.598-1,0.047-0.708 0,-0.079-12.491 2,0.828 0.245 0,4.258 0.328 1,-0.914 1.574-1,1.505-1.630 1,2.141-2.216-2,-3.679 3.795 0,-0.441-0.735-1,-0.346-0.616-1,-0.440-0.314 0,-0.477-0.092 1,-0.416-0.243 2,-0.475 0.054 0,-0.421 0.098-2,0.126-4.195-1,-0.740-1.417 4,-0.567 5.694-2,-0.260-4.088 1,-0.125 2.493-1,-0.039-0.838-1,0.227 2.021 2,0.066-1.044 2,0.050-0.404-2,0.029 0.867-2,0.019-0.908 0,0.005 0.755 1,-6.267 7.960 2,1.492 3.969-1,0.665 0.651 0,2.862 2.457-1,-1.144-1.528 0,-2.148 2.586-2,-0.948 2.246 0,2.262-5.245 2,-0.779 2.269-1,0.556-0.891-1,-0.036-0.098 0,-0.004-0.351 2,0.018-0.486 2,0.146 0.317-3,-0.063 0.243-1,-0.083-0.028 0,-0.091-0.205 5,-0.249 0.712 0,0.560-1.507-4,-0.227-0.342-1,-1.295 1.458 0,0.426-0.617 4,0.644-0.578-1,0.717-0.503-1,-0.729-0.435 0,-3.646 3.803 3,2.164-1.479-1,2.055-0.757-3,1.235 0.670 1,1.047 0.048 0,0.685-0.787 0,0.438 2.144 0,-0.032-2.318 0,-0.064 0.156 0,-0.019 0.479 1,-0.169-13.103-2,0.002-1.001 0,0.003 1.282 1,1.248-3.774 0,0.796 4.025 0,0.689-0.811 0,0.545-0.636-1,0.277-0.494 1,-0.051-0.107-1,-0.229 0.066-2,1.049-2.045 0,0.429 0.199 0,-0.164 0.624 5,-0.509 0.825 0,-0.671 0.873-1,-0.709 0.824-1,0.484-3.396 1,-0.893 0.101 1,2.011-1.628 2,-1.947 5.359-5,-0.204 0.018 1,0.948-4.167-2,-1.089 1.163 1,-0.959 1.594 2,-0.566 0.536 0,-0.335-2.469 0,-0.251 1.006 0,-0.069 1.276-1,-0.008-1.628 0,0.688 1.290 1,1.222 0.411 0,1.170 0.752-1,0.826 0.289-1,-0.430-1.034 0,-1.078-0.225 1,-0.996 0.892 1,-0.606-1.219-1,-0.722 0.426 1,-0.191 13.346 2,0.297 0.154 0,-0.003 1.363-5,0.000 1.750-1,-1.231 1.055 1,-2.944-0.151-1,0.770-4.317 3,-0.635 0.646 1,0.788-1.248 0,0.149 0.000-4,0.270-0.076 2,-2.278 7.463-2,3.101-3.995 5,0.573 0.144-1,0.436-0.051-2,0.353-0.333 0,-0.053-1.439 0,-0.387-0.359 1,-0.528-0.332 0,-0.632 0.984 2,-0.007-0.053-2,0.119-0.640 1,0.022-0.413 0,0.022-0.446-1,-2.030 4.642 0,0.065-1.307-2,0.218-0.922 1,0.967-0.819 0,1.096-0.579 2,0.870 0.333 3,0.590 0.327 5,0.358-0.225-12,0.351-14.092 6,-0.403-0.455-2,0.011 0.220-3,2.669 0.770-12,1.112-2.635 16,-0.348-0.696 0,-0.592-1.841-1,-1.721 4.246-1,-0.238-0.321-1,-0.248 0.467 1,-0.162 0.047 1,-0.138 0.122-2,-0.100-1.025-1,-0.113 0.005 1,-0.082-0.008 2,-0.055-0.016 0,-0.034-0.020 0,-0.019-0.021-1,0.871-3.478-1,2.291 1.478-1,1.132 2.192 5,-0.710 2.482-1,-0.367-0.136-1,-2.003-2.715 0,-1.003-0.606 1,-0.282-0.031-2,-0.459 2.433-1,-5.775 5.531 1,2.269 5.509 2,0.283 1.817 0,1.012-0.249-3,-1.230-1.317 0,-2.381 3.533 1,2.713-3.457-1,0.164 0.106 0,0.348-0.065 0,-1.831 4.541-2,2.190-1.017 2,0.515 4.116 1,0.646-4.850 0,-0.518-0.040 0,0.171-1.165 0,0.061-0.208-1,0.167-0.213 0,0.226-0.202 1,0.250-0.182 0,-0.539 5.061 2,0.807-0.703 0,0.531 0.029-2,0.369-0.608-1,0.232-0.344 9,0.169-2.104-13,0.016-13.625 9,-0.272-0.076 1,0.008 0.413-7,0.000-2.102-1,0.000 1.494 2,0.000-0.693 1,0.000-0.702-1,0.000 0.212 0,0.000 1.221 0,0.000-1.218 1,0.000 0.850 0,0.000-2.026 1,0.000 1.584-1,0.000-0.045 0,0.000 0.066 0,0.000-0.354-1,0.000-0.989 0,0.000 0.913 2,0.000 0.325 0,0.000 1.186-2,0.000-0.189 0,0.000-0.461 2,0.000 0.866 3,0.000 12.565-1,0.000-0.301-2,0.000 1.124-3,0.000-0.146 0,0.000 0.622 2,0.000 0.310-1,0.000 0.031-1,0.000-1.765 0,0.000 0.342 2,0.000-0.483 1,0.000 1.376 0,0.000-0.455 1,0.000 2.082-2,0.000-2.939-1,0.000 0.046 1,0.000-0.236-2,0.000 4.823-1,0.000-1.216 3,0.000-0.145 1,0.000 0.249 1,-0.862-2.377-2,-1.796-1.878 0,-2.481 0.851 1,0.938 1.397 1,2.355-0.906-2,0.731 1.006-1,0.558 1.140 0,0.419 0.658-1,0.215-0.548 2,0.060-0.028 0,-0.468-0.538 0,-0.932-2.625 0,-3.595-1.032 2,-1.030-3.015-1,3.379 4.221 1,1.504 1.638-1,0.597-0.140-3,-3.866-1.217 1,-1.937-5.078 2,1.308-5.123 0,4.552-3.057-1,3.040 1.402 0,1.251-0.693 0,0.059-2.613-1,-0.871-2.065-1,-0.781 3.924 1,0.938-1.281 0,0.754-0.666-1,0.053 0.473 5,0.282-0.200-2,0.176-0.107 0,0.093-0.036-12,0.567-2.702 20,-0.545-0.487-22,-1.376 2.500 12,-0.470 0.273 0,-0.468 0.375 5,-0.105-1.722-2,-0.609 0.489-5,-0.510 0.462 4,-0.409 0.411 0,-0.314 0.600 1,-0.230 0.677 0,-0.160 0.677-1,-0.104 0.626-1,-0.059 0.548 0,-0.211-4.742-1,0.856 3.338 0,3.653-0.331 3,-0.201 2.667 1,-0.493-0.032 3,-0.247 10.742-3,-3.198 1.681-3,-0.004-0.694-2,-0.001 0.916 1,-0.001 0.345-2,-0.001 1.325 2,0.000 3.685 0,0.000-6.039 0,0.000 0.130 0,0.000-0.037 0,0.000-0.243 0,0.000 0.401 1,0.000 0.495 1,0.000 0.950-1,0.000 0.222-1,0.000 0.086 0,0.000-0.007 0,0.000-1.951 2,0.000-0.220-1,0.000-0.235 1,0.000 2.235-1,0.000-0.166 0,-0.447 0.724 1,-0.685 0.278-1,-0.773-0.178 1,0.186-2.034-1,-0.048-0.060-1,0.061 0.000 0,0.133 0.041-1,0.012 2.002 1,0.256 0.384 1,0.257-0.048-1,0.239-0.325 2,0.212-0.484 1,0.180-0.554-2,0.142 2.358-3,0.120 1.333 0,0.089 0.759 6,-0.284-0.896 2,-0.511-0.448-8,-0.626-0.683 0,-0.273-1.606 1,-0.515 0.269-1,-0.511 0.505 4,-1.342 3.541 2,0.092-0.512-5,0.395-0.947 1,0.470 0.116 0,0.635 0.198 1,0.779-1.876 3,0.428-0.614-3,0.371-0.715 1,0.308-0.732 0,0.246-0.692-1,0.188-0.620 0,0.146 0.093-1,0.109-0.534 1,0.064-0.430 0,0.132 3.926 4,-0.268-0.594 2,-1.659-2.022-6,-2.155-1.931 1,-0.376-0.313 0,1.131 0.076 3,0.607-11.471-2,2.495-0.889-3,-0.009-0.285-1,-0.002-2.116-1,1.651 3.669 2,1.142 0.086 0,0.732 0.271 1,0.421 0.362 1,0.192 0.386-11,2.720-5.097 18,-4.118 3.834-10,-0.516-0.453 1,-0.494-0.207 1,-0.443-0.036 1,0.118-4.259-1,-0.773 0.753 0,-0.123 4.086 1,0.501-0.481-1,0.639-0.608 1,0.885-0.767-2,0.712 0.044 0,0.613 0.244 0,-0.192 0.392 0,-0.238-0.306 1,-0.405-0.421 0,-0.587 1.021 0,-0.011-0.166-1,0.077-0.146 1,0.133-0.125 0,0.398-1.474-1,-0.265-0.038 0,-0.240-0.321 1,-0.474 0.499-1,-0.463 0.594 3,-0.546 1.786-1,0.290-4.969 1,-0.285 0.172-1,0.169 4.625 0,0.677-0.619 0,0.334-0.703-2,-0.033-0.300 0,-0.226 1.241 0,0.118 0.384 0,0.153 0.479 1,0.166 0.509 1,0.694-0.582 0,1.169-4.593-2,-2.460 4.977 1,-0.141-0.615 2,-0.318 0.118-1,-0.300 0.228-1,0.231-4.402-2,-0.676 1.238 3,-0.446 3.044-1,-0.115 0.047 0,-0.075 0.093 0,-0.091-3.148 1,-0.033 0.479-1,-0.200-0.610 1,-0.275 3.200-1,-3.567 1.550 1,-2.167 5.482 1,1.943 3.532-1,2.374 4.196 1,-1.041 0.130-4,0.913-1.523 0,0.072 0.954 1,0.222 0.317-2,0.503-1.229 3,0.224 0.112 0,0.220 0.110-1,0.205 0.102-1,-0.604 3.258 1,-0.860 0.684 0,0.182-1.805 0,-0.026 0.336 3,0.104 0.339-1,0.186 0.322-3,-1.089 1.851-1,-0.363 0.666 1,-0.210 0.677 0,0.288-0.881 5,0.439-1.220-1,0.859-3.307-4,0.315-0.865 0,0.300-0.797 2,0.271-0.707 2,-0.064 0.449 0,-0.272 0.152 1,-0.411 0.024 0,-0.189-0.065-2,-0.027-0.124 1,0.087-0.157-4,0.025-0.644 1,-0.249-0.127 0,-0.332-0.108 1,-0.565 0.811 0,0.076-0.149 1,0.233-0.158-1,0.021 0.568 0,0.489-0.536 0,-0.723 4.416 1,1.552-2.837-1,0.768-1.167 1,0.409 1.464 7,0.396-1.509-11,0.227-13.143 6,1.815 0.218-1,1.544 1.361-4,0.024-1.972 0,-1.022-0.876 0,-0.978-0.527 0,-0.892-0.024 2,-0.500-1.755 0,-0.328-1.568-2,-0.159 4.923 1,0.396-2.545 0,0.653 0.630 0,0.760 1.124 0,0.178 0.058 0,0.433-0.555 2,0.385-0.127 0,0.331 0.169 0,0.155-2.052-2,-0.186-0.853 0,-0.324-0.202-2,-0.395 0.243 2,-0.416 0.523 1,-0.403 0.676 0,-0.257-0.438-2,-0.408 0.999 0,-0.328 0.941 5,-0.104-3.779 0,-0.391 5.726-1,-0.075-0.876-1,-0.061 0.148-1,-0.038 0.297 0,-0.021 0.380 0,-0.034-2.309-1,0.024 1.180 2,0.009-0.029-1,0.019 0.644 2,0.012 0.159-1,0.012 0.187-2,-0.021-5.062-2,0.032 0.487 4,0.025 0.319 0,0.018 4.567 0,0.005-5.141-1,0.007 1.652-1,0.003 0.824 2,-0.002 1.667 0,-0.003 1.134 0,-0.002 0.063 0,-0.002-0.455 0,-0.001-1.926 0,-0.207 0.283-1,-0.393 1.910 0,-1.566 0.437 0,-4.174 5.627 0,-0.734 1.867 0,1.996 2.547 0,-1.720 2.233 0,0.618 0.222-1,0.243 3.135 0,1.705 1.404 0,2.773-5.341 0,0.383 0.152 1,0.323 0.123-1,0.264 0.095 0,0.204 0.069 1,-0.601-0.047-1,-0.426 1.312 1,-0.242 1.313-1,-0.670 2.743 3,-0.302 0.052-2,-0.243-0.543-3,-0.188-0.897 0,-0.140-1.067 0,0.004 0.341 0,0.831-2.012 4,0.242-0.177-1,0.028 1.267 4,0.370 0.157 3,0.350 0.225-8,0.228 1.174-2,0.340-0.476 3,0.269-0.660-1,0.047-1.615 1,-0.126-0.883 0,-1.168 4.009 2,-0.978-2.793 0,-0.884 0.811-1,0.798 3.415 0,1.626-5.508-1,0.171 0.093 0,0.190-0.245 0,0.174-0.359-1,-0.148 4.725-2,0.433-2.269 4,0.221 1.032 12,0.172-1.346-17,0.161-1.978 2,-0.129-12.395 5,-0.132 0.190-1,0.349-1.405-2,2.086-1.382-1,-0.006 3.009-1,0.709 0.113 0,0.616 0.495 0,3.049-5.008-1,-3.764 4.110 3,-0.380-0.857 0,-0.218-1.370-1,-0.507-0.156 0,-0.467 0.134 0,1.437-3.195-1,0.878-0.748 3,0.550 0.290 0,0.304 0.891-2,0.540-1.642 0,-0.925 2.233-2,-0.141 0.479 1,-0.160 0.607 8,-0.159 0.641-4,1.075-3.813-6,-1.276 2.886 1,0.206-0.409 5,0.179-0.448 6,-0.069 0.137-12,-0.141 0.280 1,-0.174 0.348 0,-0.182 0.364 2,-0.172 0.345 0,-0.641 1.544 0,-0.354 0.636 1,-0.376 0.659-1,0.788-4.451 0,-1.168 1.584 9,-0.867 1.094-2,-0.546 0.912 3,-1.097 13.629-6,-1.683 0.703-4,-0.905 0.906-2,-0.062 0.902 0,0.829-0.509 0,0.754 0.646 2,0.740-2.704 1,-0.433 0.762 1,-0.540 1.862 1,0.001 0.409-12,0.173 0.155 12,0.270-0.019-2,0.055-0.601-2,-0.272 0.112 1,-0.388 0.154 1,-0.526 0.803 1,-0.235 0.059-2,-0.147 0.000 1,-0.080-0.038 0,-0.030-0.059-1,-0.062 0.420 0,0.493-0.924 0,0.571-1.049-1,0.569-1.031 1,-0.279 3.600 7,1.108-1.127 0,0.737-1.111-3,0.404-1.063-1,-1.229-1.207-3,-0.681 1.280 1,-0.271 0.467 1,0.006-0.076-1,0.495-1.621-1,0.174-0.199-1,0.201-0.195 0,0.209-0.181 0,-0.471 5.536 3,0.636-0.300 2,0.517-1.430-3,-0.716-1.143 1,-2.406-0.158 1,-0.592 0.986-1,0.727 0.792-3,1.135 0.622 2,1.051-0.458 0,0.742-1.702-1,0.394-1.568 2,0.157 0.695-1,0.026-0.597 8,0.010-0.998-11,-0.077-12.316 6,-0.073-2.069-1,0.005-1.424-6,0.754 1.467 2,2.055-3.515-2,-0.466 3.222 4,0.545-0.455 0,0.519-0.079-3,0.468-0.145 0,0.404-0.179 1,0.336-0.190 1,0.272-0.471 1,0.066-0.341-1,-0.020-0.342 0,-0.075-0.320 1,-0.444 0.001-2,-0.521-0.112 1,-0.597-0.054 0,-0.606 0.331 0,-0.576 0.565 1,-0.518 0.685 1,-0.556 1.881 0,-0.282 0.482 0,-0.237 0.427 1,-0.184-0.125 0,-0.174 0.378 0,-0.130 0.320 0,-0.200-4.908 0,-0.141 1.148-1,0.114 3.237 0,0.012-0.607-1,0.021-0.327 0,0.025-0.125 1,0.025 0.016-1,0.021-0.081-2,0.024 0.691 0,0.021 0.793 0,0.002-3.963 0,0.036 2.717 13,0.050 13.789-6,-0.045 1.832-5,0.000-1.464-3,0.000 0.644 1,-1.201 4.262 0,-0.273-4.917 2,-0.618 0.340 0,-0.579 0.209-2,-0.510 0.110 0,-0.429 0.038 0,0.475 1.585 0,0.169 1.565 0,0.280 0.792-1,-0.173 4.334 3,0.587 0.819 0,0.637-3.899 0,-0.043-0.370-3,-0.153-0.491 2,-0.222-0.549 1,-0.255 0.260 0,0.112-0.939 0,0.216-0.951 0,0.021 0.685 0,0.401-0.804 3,0.538-2.348 1,0.233-0.616-1,-0.203 4.795 0,0.564-1.033-2,-0.031-0.199 0,-2.148 0.238 0,-1.031-1.215-1,0.228-0.724-1,0.927-1.069 1,0.865-0.218 1,0.491 1.701-1,0.627-0.776 1,0.377-1.076-1,0.194-0.452 0,0.073 0.894-1,-0.013-0.841 2,0.040-13.599-2,-0.178-2.029 1,0.002-0.120 0,0.001 2.311 0</inkml:trace>
</inkml:ink>
</file>

<file path=ppt/ink/ink6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5:10"/>
    </inkml:context>
    <inkml:brush xml:id="br0">
      <inkml:brushProperty name="width" value="0.0529194456206428" units="cm"/>
      <inkml:brushProperty name="height" value="0.0529194456206428" units="cm"/>
      <inkml:brushProperty name="color" value="#926f49"/>
      <inkml:brushProperty name="ignorePressure" value="0"/>
    </inkml:brush>
  </inkml:definitions>
  <inkml:trace contextRef="#ctx0" brushRef="#br0">6241.692 5503.262 767,'0.000'6.097'0,"0.000"0.125"0,-6.222-1.740-5,-0.005 0.567 4,0.184-1.266 1,0.647-0.897 0,11.946-0.964 2,0.205-6.668-3,-1.014-1.714-1,-2.188-1.281 1,-0.462 1.657 1,3.383 1.158 1,-0.531 1.073 0,0.693-0.949-3,1.136-1.673 0,0.110-0.616 1,-2.138 1.708 0,-1.300 1.039 0</inkml:trace>
</inkml:ink>
</file>

<file path=ppt/ink/ink6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5:36"/>
    </inkml:context>
    <inkml:brush xml:id="br0">
      <inkml:brushProperty name="width" value="0.0529194456206428" units="cm"/>
      <inkml:brushProperty name="height" value="0.0529194456206428" units="cm"/>
      <inkml:brushProperty name="color" value="#926f49"/>
      <inkml:brushProperty name="ignorePressure" value="0"/>
    </inkml:brush>
  </inkml:definitions>
  <inkml:trace contextRef="#ctx0" brushRef="#br0">6288.692 5471.262 767,'0.000'6.252'0,"0.000"-0.226"0,-5.088-0.363-6,-3.502 0.252 5,2.186-0.420-1,-1.686 1.511 0,-2.521 2.049-1,-1.568 1.097 0,-1.290 0.783-2,-1.887 1.449-1,-0.263 0.293 1,0.143 0.066 2,-1.966 1.201 0,1.323-1.892 0,4.235-3.342 3,0.646-0.433 1,0.496-0.166 2,1.371-0.852 4,0.578-0.253-4,0.575-0.259-3,0.545-0.267 0,0.499-0.260 0,0.441-0.243 1,-1.089 1.177 2,0.563-0.337-1,0.502-0.325-1,-0.397-0.181 1,0.092-1.064-2,0.621-1.250 1,0.384-0.954 1,0.406-0.841 0,-4.021 0.615-1,3.009 0.683 0,0.002 3.510 2,0.186 3.688-3,1.903-2.511-1,-0.923-1.018 0,-1.291-0.139 1,1.812-2.496 1,0.355-0.654-2,-2.652 1.414-1,1.530-2.880 2,4.553-9.068 3,4.843 1.521 0,3.160 1.295-2,-2.241-1.627-1,1.914-1.040-1,1.811-0.134-1,0.751-0.013 2,-0.347 0.164 0,0.852-1.228-6,-4.487 3.343 5,0.234-0.364 1,0.230-0.341-1,0.523-0.387 1,1.104-0.724-1,0.936-0.452 0,1.000-0.433 2,0.399 0.063 1,0.182 0.222-4,0.022 0.316-2,-0.325 0.361 1,-0.540 0.370 2,-0.653 0.354 0,-0.690 0.322 1,1.044-0.002 0,-1.595 1.594 2,-0.024 0.516 0,1.078-0.105 3,-0.408 0.232-2,-0.508 0.075-2,-0.538-0.034-3,3.418-1.438 1,-0.877-0.085 2,-2.236 0.608 0,-0.592-0.301 1,-0.754-0.281-2,-0.527 0.044-2,-0.343 0.264 1,4.646-3.324 1,-0.466 0.633 4,-1.039 0.547-4,-2.249 0.494-1,-1.165-1.022 0,0.430 0.509 3,2.266 1.177 1,0.901 1.780-3,-1.488-0.697 0,-2.229-1.410 0,-1.260-1.942 1,0.517 0.386-1,1.052 2.248-1,1.443 1.927 1,5.363-0.159 0,-4.498 0.776 0,-0.693 0.156 0,0.105 0.024-1,0.021 0.120-1,0.720-0.227 0,-0.478-0.023 1,-0.590-0.064 1,4.109-2.328 1,-1.914-0.320-2,0.615-0.711 1,2.229-0.960 0,-5.068 3.370 0,-0.172 0.437-1,4.126-0.931 1,-1.105 1.548 1,0.925 1.024 1,-3.066 1.185-1,-1.065 2.636 0,-6.527 3.514 1,0.047 0.944-1,-1.560-1.699-2,-4.552 4.508 0,-0.106-2.848 0,-1.064 0.492-1,0.755-0.933 0,-0.185 0.063 1,-0.046 0.010-2,0.050-0.026 1,0.110-0.050-1,-0.799 1.623 2,-0.265 0.425 0,-0.321 0.009 0,0.645-0.819 5,0.221-0.327 1,0.321-0.373-8,0.709-0.380 1,0.921-0.360 0,1.003-0.324 3,0.630-0.693 1,-0.161-0.183 0,-0.444-0.132 0,0.369-0.487 1,0.206-0.032-4,0.358 0.002 1,-0.872 0.793 0,-0.865 0.273-1,0.216-0.784 3,-0.296-0.333-2,-0.182-0.461 0,-1.677 1.005-1,0.091 0.327 0,0.234 0.555 0,0.309-0.100 1,0.333-0.512 0,0.324-0.738-1,0.971-0.916 1,0.308-0.288 1,0.282-0.172 0,-4.591 2.963 1,4.226-3.233-1,-0.348 0.202-1,-2.802 1.241 1,-0.364-0.431-1,2.459-1.230-2,0.084 0.052 0,0.105 0.146 1,-0.086 0.505 2,0.643 0.258 0,0.755 0.255-1,0.493 0.239 0,0.287 0.215 0,0.130 0.186 1,0.031-0.139 0,-4.092 3.493-1,2.983-4.466 0,-0.451-0.738 1,-0.410 0.173 0,0.611 0.357-1,-2.595 2.461 5,1.942-1.707-6,5.061-10.883 3,1.353-1.971-1,-0.344 2.077-2,-0.061-0.483 0,4.835-4.855-2,-0.787 4.971 2,-0.302 0.883 2,0.407-0.539-1,0.342-0.599-3,0.974-1.397 0,0.062 0.161 2,-0.077 0.443 0,-0.161 0.592 0,-0.461 1.001 0,0.235 0.082 1,0.331-0.049 0,0.375-0.134 0,0.286 0.215 0,0.598 0.034-1,0.629 0.070 1,1.166-0.819-1,-0.604 0.197 1,-0.969 0.229 0,-0.418 0.920 0,0.037 0.277 1,-0.128 0.266 0,-0.231 0.242 4,1.218-1.549-3,-0.208-0.574-4,-0.664-0.250-1,0.167 0.426 4,0.128 0.228 0,-0.121 0.317-2,-0.276 0.356 2,-0.954 0.902 0,-0.271 0.249-1,-0.253 0.210-2,-0.227 0.172 0,0.417-0.612 2,-0.785 0.392 1,1.894-3.343 1,-2.852 1.347 0,0.538-1.117 0,0.813 1.005 0,0.671 1.396-1,0.274 1.715-1,2.793 1.064-1,-0.212 1.955 2,-2.025 1.062-1,-0.602 1.990 1,-5.616 3.735-1,-1.579-0.058 1,-4.604-4.896-1,-0.232 1.935 1,-0.795 3.634-1,2.791-2.334-5,-0.543 0.314 5,-0.562 0.149-1,-1.366 1.444-2,0.604-0.133 2,-0.380 0.888-1,-3.026 4.264 2,-0.591 1.525 0,-0.399 1.190-4,-1.510 0.635-1,1.856-3.203 3,0.210-0.784 0,0.444-0.885 0,0.571-0.895 7,0.618-0.843-2,-2.260 2.061-7,1.400-1.400 0,-0.295 0.284 2,-0.197 0.218 13,-0.119 0.159-7,-0.367-0.101-8,-0.670 0.674 0,-0.444 0.789 0,-1.237 1.242 0,0.215-0.414 17,0.436-0.786-18,0.551-0.978 1,1.053-1.371 1,-0.277-0.228 2,-0.485-0.029 2,-0.872 0.404 0,0.419-0.397 0,0.680-0.479-1,-0.502 0.497 1,1.161-0.640 0,1.128-0.594 1,2.154-1.497 1,0.850-0.498-1,0.763-0.453 0,0.657-0.395-1,-5.013 5.193 2,3.783-3.446-1,-0.077 0.150-1,0.115-0.083 0,0.505-0.632-1,0.793-1.012-1,-2.011 1.098-2,1.607-9.583 10,10.300-4.366-3,1.917-0.048-5,0.568 0.004-1,-3.469 3.875 1,0.268-0.556-1,-0.337-0.129 0,-0.495-0.069 2,0.274-0.321 0,0.666-0.306 1,0.925-0.338-1,1.033-0.336-1,-0.090 0.468 0,0.271-0.033-1,0.104 0.025 1,0.205-0.176-1,0.494-0.506 0,0.575-0.625 3,0.601-0.675 0,2.637-1.878-3,1.004 0.062-1,0.879 0.380 1,-1.433 1.488-1,-0.539 0.602 2,-0.803 0.615 1,-0.933 0.587-1,-1.016 0.067 1,-0.116-0.644 2,-0.231-0.622 1,0.570-1.049 2,-0.601 0.432-1,-0.658 0.775-4,-0.657 0.961-3,1.478-0.615 0,0.426-0.605 5,-0.082 0.171 2,-0.401 0.655 1,-0.575 0.917-8,-0.645 1.017 2,1.229-1.109-2,-1.820 0.808 4,-0.688-0.033 1,-0.841 0.055 0,0.136-0.349 0,0.203-0.092-3,0.058 0.268 0,-0.044 0.496 2,3.198-1.686 0,-1.475 0.947-2,-0.074 0.441 0,0.045 0.718 2,2.112-1.594 0,0.031-1.327 0,-4.044 2.959 0,-0.556-0.039 0,2.515-3.465-1,-0.348 2.094-2,0.579 0.166 3,0.100-0.844 0,-0.195-1.816-2,-0.421 0.201 0,-0.918 2.496 2,1.480 1.667-1,1.174 2.652 1,-0.905 1.161 1,1.232-0.909-2,-2.433-2.273-1,-2.188-2.681 3,-8.139 0.824-1,-2.755 5.316 1,-0.066-0.091-2,-0.810 3.361 0,2.028 2.626-1,-1.597 1.431-5,-0.491-1.198 5,-0.794-0.112 3,2.926-1.563-2,-0.963 0.593 1,1.053-0.908-3,-0.101 0.094 1,0.007 0.041 1,0.083 0.002-3,-1.694 1.666 9,-0.475 0.696-14,-0.527 0.747 8,1.170-0.979 0,0.271-0.169-1,0.395-0.316 0,0.453-0.396 0,0.463-0.423 0,-2.094 1.649 2,0.176-0.941 0,-0.957 0.038 0,-0.874-0.098 2,-2.196 2.272-3,0.178 0.446-4,0.590-0.035 1,0.962-0.413 3,0.112 0.261 4,-0.021 0.326-8,0.682 0.147 2,1.081 0.021 2,1.274-0.994-1,0.586-0.604 1,0.431-0.705 1,0.299-0.727 2,0.193-0.694 0,0.111-0.629-3,-1.384 1.322-1,0.155-0.590 1,-0.859 0.045 0,-0.910 0.780 3,0.197 0.472 1,0.555 0.545-6,0.475-0.024-2,0.395-0.415 2,0.316-0.661 0,-1.190 0.919 2,-0.383 0.188 3,-0.122 0.003 0,-0.665-0.014-2,-0.066-0.871 0,1.764-1.690-3,0.134-0.284 0,0.145-0.172 0,-1.370 1.278 4,1.069-0.088 0,1.205-0.060-2,0.912-0.695 0,-0.217 0.026 2,-0.510 0.061-1,-1.643 1.191-1,-0.547 0.395-1,1.458-1.244 1,-0.036 0.079-1,0.006 0.065 1,-0.108 0.176 0,0.199-0.099 0,0.242-0.144-1,0.257-0.166 1,-0.012 0.429 0,0.121 0.500 0,0.072 0.637 0,0.056-0.230 0,-0.261-0.375-1,-0.336-0.607 1,-0.366-0.729 0,-1.677 2.050 0,1.306-0.174 0,0.049 0.838 0,-0.444 1.264 6,0.743-0.479-9,0.853-0.870 1,0.850-1.037 0,0.776-1.053 0,-1.701 2.348 2,0.275-1.095 0,-3.814 1.546 3,-0.977 0.239 7,-2.005 1.705-15,-0.917 0.840 1,-0.136 0.212 0,0.393-0.219-1,0.031 0.104 0,1.211-0.926 1,1.306-1.027 2,1.271-1.016 4,1.946-1.675 0,0.621-0.479 1,0.468-0.350 0,-0.314 0.109 0,0.491-0.859 0,0.419-0.889-1,-4.021 1.206 3,2.619-3.645-4,1.269-6.166 2,5.467-1.792-1,2.065-0.255-1,2.172-2.727-3,-1.268 3.448 0,0.199-0.553 1,1.563-2.545-1,0.638-0.319 1,0.159 0.471-1,0.161 0.432 0,0.042 0.551 2,-0.354 0.685 0,-0.326 0.404 0,-0.378 0.324 0,-0.379 0.248 0,-0.351 0.181 0,2.128-2.031 0,0.098 0.328 0,0.414-0.280 3,0.033 0.132 0,-0.223 0.400-6,0.067 0.171 1,0.254-0.100-1,0.015 0.129 0,-0.152 0.280 1,1.907-1.838 7,0.247-0.112-3,0.287-0.187-6,-2.677 2.491 3,-0.557 0.169 0,-0.685 0.188 1,0.981-2.108 0,0.073-0.806 1,0.354-0.969 4,-1.292 2.193-5,0.043 0.460-2,0.020 0.696 1,0.067 0.281 0,-0.499 0.655-1,-0.620 0.572 1,-0.674 0.483 3,-0.329 0.237 0,3.175-4.377 4,0.344 0.965-4,0.227 2.233-1,0.631-0.738 0,-2.303 0.952 1,-0.618 1.403-1,3.216-1.115 0,-0.402-2.954-1,-3.438 3.993-1,0.266 0.329 0,-0.172-0.068-1,-0.439-0.317 1,1.883-4.020 0,-2.056 0.283 4,-1.533 1.157-3,0.500 1.811 0,1.959-0.295 1,-0.807 0.454 0,0.000-1.417 0,1.150 2.633-1,1.499 1.874 2,-12.744 2.509 0,-0.423-0.304 0,-0.511-0.087-4,0.968 1.466 0,-0.982 2.980 1,1.974 0.231 0,-1.654 1.856 1,-0.955 1.099-2,0.271 0.235 1,-0.219 0.964-2,0.256 0.625-1,0.570 0.356 1,-0.898 2.037 1,0.496-0.787 2,0.376-1.118-2,0.271-1.237 0,0.183-1.212 0,-1.232 2.228 4,0.368-0.394-1,-0.797 0.528 2,-1.164 1.261 0,0.091-0.001-1,0.399-0.208-8,0.577-0.330 3,-2.569 3.590-1,1.769-1.835 5,0.320 0.132-1,-0.560 1.664 6,0.290 0.419-6,2.193-3.457-3,0.286-0.592 0,0.257-0.711 4,-1.538 1.687 0,0.047-0.882 1,1.308-2.280-1,0.329-0.836 1,0.351-0.781 0,0.342-0.693-1,0.653-0.058 0,0.092 0.289-1,0.021 0.149 1,0.344-0.151 2,0.402-0.138-1,0.482-0.208-2,0.512-0.244-2,0.089 0.531 1,-0.699 2.546 8,2.554-18.239-2,1.070 0.775-7,0.906 0.264 0,3.607 0.276 0,-0.806 3.398-6,0.153 0.082 8,-0.169 0.102 6,4.510-5.711-7,-2.347 3.372 1,0.767-0.696-1,0.428-0.350-1,0.169-0.093 0,-0.017 0.089 1,1.167-0.561-2,-0.022 1.062-5,-1.623 1.337 12,-0.716-0.018-3,-0.835-0.259 1,0.255-1.344 0,-0.191-0.240 1,0.624-1.699-3,0.223-1.099 1,0.287 0.301-1,0.302 1.121-1,0.283 0.090 0,0.246-0.541 0,-2.036 2.747 2,-0.015 0.140 0,-0.011 0.193-2,1.055-0.508 1,0.597 0.426-1,0.702 0.459 1,0.731 0.454 0,3.241-3.186-1,1.170-0.311-1,-0.354 0.008 1,-0.576-0.274 2,-0.906-0.249-1,-2.532 1.804-2,-0.816 0.415 0,-0.770 0.504 2,-0.692 0.534 0,1.550-2.492 1,-0.583-0.498 2,-2.003 2.541 0,-0.324 0.614-1,-0.268 0.774-1,-0.217 0.845 0,-0.341 0.287-2,4.067-3.842 2,-3.523 4.014 2,3.152-4.201-1,-2.446-0.337-3,-2.422 3.417 2,3.632-3.500-1,-1.089 4.131 2,0.490 6.559-1,-7.495 6.178 1,-2.041-2.447-2,-0.913 1.114-1,-1.785 3.646-1,2.554-3.597 0,-0.367 0.890 1,-0.198-0.143-1,-0.666 0.212 1,-0.739 0.052-1,-1.523 1.696-1,0.257 0.154 0,0.647 0.118 3,0.858 0.085 0,0.939 0.059-1,-2.263 2.689 0,-1.729 1.774-1,-0.331-0.548 14,-0.938 0.355-15,-0.758 0.088-2,-0.585-0.089 0,0.451-0.491 1,1.081-0.711 2,2.081-3.176 0,-0.293-0.651 0,-0.590-0.630 0,-2.742 1.929 11,-0.160 0.348-4,2.497-2.203-5,0.324-0.212-1,0.383-0.281 1,-1.606 2.207 0,0.413 0.565 0,1.264-1.396 1,0.257-0.776 0,0.877-1.494-1,-0.171-0.473 1,-0.287-0.389-1,-0.105-0.060 4,0.029 0.178-4,0.123 0.338-1,-2.933 2.114 0,-1.702 0.265 0,1.036-0.805 1,0.544 0.052-1,-1.705 1.526-1,-1.221 0.865 1,0.726-0.553 3,0.359-0.199-2,0.684-0.417-2,-1.074 1.166-1,1.063-0.530 1,0.251-0.542 4,-0.262-0.502 1,0.165-0.388 1,0.407-0.284-3,1.402-1.160-2,-0.313-0.191 1,-0.300 0.016 2,0.362-0.264-2,0.534-0.261 1,-0.751 0.376-2,-0.486 0.036-1,-1.205 0.815 3,0.251 0.111-1,3.289-2.194 0,0.001-0.067 0,-0.097-0.055 0,-2.171 1.487 0,0.135 0.160 0,-0.722 0.202-1,0.470-0.956 1,2.159-1.439 0,0.565-0.291 1,0.541-0.146 1,0.154-0.042 0,1.235-0.817-2,-2.326 0.925 1,2.189-4.890 2,7.528-6.564 1,4.132-1.176-2,-0.993 0.550-3,0.149-2.075 0,-0.589 2.270 0,1.253-1.421-1,1.041-1.330 1,0.407-0.530-1,0.093-0.186-2,-0.124 0.058 1,1.488-2.088-1,-0.032 0.618 2,-0.976 1.929 1,-0.287 0.889 1,-0.303 0.871 4,-0.013 0.919-1,0.886 0.037-1,1.132-0.172-1,-0.397 0.799-2,0.034 0.231 0,-0.205 0.306 0,-0.360 0.342 0,1.135-1.226-1,-0.821 0.073 2,-0.838-0.016 2,-0.782-0.070-1,0.766 0.099-1,0.014 0.535 1,-0.336 0.627-1,-0.521 0.629 6,-0.588 0.577-3,1.982-2.098-6,1.869-1.974 1,-1.183 0.985 5,-0.065-0.023-2,-0.365 0.282-4,-0.544 0.468 0,-0.628 0.564 1,-0.262 0.499-1,-0.271-0.171 3,-0.534-0.358 0,-0.525 0.620 1,0.198 0.361 3,0.387 0.526 0,1.752-0.624-5,-0.072 0.563-1,-0.305 0.452 2,-0.430 0.347 1,-0.270 0.098-1,-0.440 0.124 0,-0.393 0.051 0,-0.333 0.000 0,-0.269-0.031 0,-0.207-0.048-1,-0.152-0.056 1,4.376-3.846-1,-3.985 3.826 1,0.443-0.181-1,0.441-0.173 1,0.412-0.157 0,2.522-2.181-1,0.691-0.750 1,0.068-0.230-1,1.803-1.838 4,-3.571 2.825-1,-0.023-0.125-5,-0.138-0.005 0,-0.211 0.082 5,-0.254 0.140 0,0.842-0.574-4,-0.425 0.865-1,-0.433 1.000 3,-0.423 1.140 1,-0.206 0.468 2,-0.496 0.326-1,-0.671 0.210-1,0.992-0.285 1,0.230-0.062 0,0.066-0.138-2,1.000-0.482 2,-0.481 0.533-2,-0.604 0.671-2,-0.625 0.694 0,2.800-0.404 3,-1.283 1.404 0,-0.780 0.944 1,-0.501 0.864-1,-12.299 0.482-2,-0.591 1.480-1,1.105 3.468 4,1.853-0.317 0,-0.448 0.852 0,0.236-0.146-3,-0.148 0.479-1,-0.097 0.412 0,-0.057 0.339 0,-1.063 1.266 0,-0.762 1.060 1,-0.463 0.771 0,-1.422 1.976 1,-0.122-0.305 1,0.063-0.673-5,0.170-0.840 0,0.222-0.871 2,-2.717 2.125 1,-1.766 1.286 0,-0.974 0.589 15,2.540-2.852-18,0.073-0.201 0,0.191-0.279 0,0.264-0.319 0,-1.947 2.419-1,0.751 0.087 6,-0.098-0.005 0,0.223-1.086 2,0.058-1.280 4,-0.050-1.297-8,-1.685 2.667-2,1.475-1.311 2,-0.729-0.094 4,-0.178-0.217 0,0.189-0.280-3,-0.142 0.289-4,-0.345 0.632 0,0.105-0.373 8,0.384-0.989-2,1.089-1.412-3,0.206-0.688 0,0.135-0.570 2,0.603-0.194 2,1.177-0.110-3,1.353 0.029 0,1.380 0.119-1,0.431-0.847 3,-0.053-0.503-1,-0.021-0.624-1,-1.060 0.370 9,-0.221 0.042-8,-0.959 0.798-3,-0.175 0.405 1,1.067-0.787 1,0.560-0.539 0,0.663-0.690 0,0.679-0.735-1,-3.223 1.195 1,1.985-2.272 1,0.156-3.275 0,5.479-5.994 3,2.843-0.386 0,1.898 1.915-5,1.666-2.855 0,-1.695 1.816 0,-0.167-0.359-1,-0.418 0.016 0,-0.541 0.249 1,1.166-0.716-1,1.222-1.477 2,0.842-1.115 0,1.093-1.359-1,0.290-0.005 0,0.052 0.383-2,0.329 1.519 0,0.868-0.343 0,0.440-0.537 2,3.305-3.260 3,-0.460 1.254 0,-0.846 1.808-6,0.083 0.109 1,-2.240 1.809 1,-0.304-0.210 6,1.598-2.537 4,-1.024 0.204-8,-1.094 0.405-3,-1.037 0.490-1,-1.134 2.635 4,0.230 0.441 1,0.105 0.407-1,0.181-0.032 7,-0.197 0.084-2,-0.276-0.019-6,-0.312-0.087-2,-0.078 0.784 2,0.386 0.051 0,0.237 0.068 1,-0.129 0.077 0,-0.385 0.080 3,-0.549 0.078 0,0.910-0.919-5,-0.129 0.812 0,-0.543 0.870 2,-0.126 0.295 1,-0.107 0.152 3,0.494-0.427-3,0.239-0.258-1,0.071-0.546-1,-0.713-0.091 1,-0.889-0.016 0,-0.129 0.327 0,0.162 0.798 0,3.066-1.594 2,-2.318 3.387-1,-0.604 7.459 2,-5.422 2.229-1,0.640-0.732-1,-1.887 1.229-1,-2.285-0.948-1,-3.021 2.943-1,3.222-4.385 0,-0.341 0.263 1,0.098 0.018 0,-0.220 0.554-1,-0.193 0.627 1,-1.444 2.210-1,-0.103 0.162 1,0.006-0.146 0,1.055-1.927 0,-0.401-0.213 0,-0.522-0.204 1,-2.061 1.658 0,-0.121 0.269 0,0.145 0.357 0,-0.201 0.980 0,0.469 0.324-1,0.507 0.243 0,1.347-1.588 0,0.013-0.039 1,-0.107-0.052 0,-0.183-0.058 0,-0.117-0.215 0,-0.475 0.206 0,-0.532 0.271-1,-1.177 1.011 1,-0.242 0.016-1,-0.083-0.097 1,0.027-0.164 0,1.848-1.743-1,0.645-0.296 1,0.763-0.305-1,0.184-0.058 0,0.462-0.826 1,0.303-0.907 1,-0.423-0.063 3,-0.165-0.183 4,-0.286 0.082-6,-0.347 0.249-2,-0.912 0.832-2,-0.662 0.663 1,-0.653 0.685 0,0.366-0.255-1,0.040 0.041 1,0.184-0.097 0,0.480-0.669 0,-0.240-0.172 1,-0.348-0.174 0,0.266-0.363 1,-0.369 0.309 0,-0.381 0.435-2,-1.138 0.547 1,-0.387-0.390-1,-0.318-0.639 0,0.042-0.184 0,0.287 0.139 0,0.439 0.353 1,-1.896 2.250 0,0.645 0.270 1,2.160-1.679-1,0.767-0.787 1,0.744-0.944 0,0.679-0.985 0,0.911-1.017 1,0.035-0.350-1,-0.123-0.196 0,-0.226-0.079 0,-2.096 2.161-1,-0.666 0.884 1,-0.604 0.470 0,0.744-0.297 1,-0.386 0.626-4,-0.368 0.671-1,-1.351 0.886-1,0.043-0.690 3,0.210-1.043 0,0.297-1.177 0,0.680-0.426 1,-0.418 0.174 0,-0.194 0.052 1,-0.030-0.032 3,0.400-0.149-1,-0.240 0.255-5,-0.296 0.326-1,-0.320 0.357 0,-0.933 1.525 1,0.435 0.153 1,0.652-0.384 0,-1.721 0.646 0,1.087-0.727 3,1.606-0.716 3,1.776-0.645-5,0.905-0.875 3,-0.554-0.191-1,-1.022-0.075-3,1.006-0.627 1,0.348 0.047 0,0.604 0.086-1,0.620-0.240 1,0.423-0.318 0,-3.984 2.281 3,-1.499 0.745 1,5.178-3.157-3,-3.344 1.796-1,3.011-2.741 0,1.132-6.712 3,4.840-4.323-1,0.345-1.504-1,2.247-1.001-4,-0.052 2.601 0,-0.223 2.166 3,0.755 0.419-1,1.335-0.452 0,0.882-0.066 2,0.740-0.896 0,0.587-1.316-2,-2.369 3.120 0,0.255 0.190 0,1.095-0.699 0,0.376-0.053 0,-0.032-0.129 0,-0.321-0.178 0,1.955-2.058 3,-0.223 0.948-3,-2.862 2.929 0,0.079 0.034 1,2.470-2.100 2,0.261-0.173-1,0.287-0.921-1,-1.003-0.173 0,-2.168 2.816-1,0.391-0.142 1,2.091-1.758 0,-0.060 0.258 3,-0.332 0.430-2,-0.492 0.517-3,-0.566 0.541 0,-0.580 0.522 0,3.500-0.651 1,1.479-0.124 0,0.784 0.837 4,0.838 0.559-1,-2.588 0.857-3,-0.590-0.195-1,0.044-0.258 1,-0.655 0.220 2,-0.602 0.342-2,-0.274-0.169 1,0.126-0.136 2,-0.004 0.063 0,0.029 0.203-2,0.052 0.292 1,1.657-0.177-1,-0.496 0.565-2,-0.653 0.543 1,-0.706 0.488 2,2.816-2.165 0,-0.905-1.034 2,-1.957 0.731-1,-0.117 0.043-2,-0.175 0.243-2,0.679-0.221 0,-0.169-0.304 0,-0.492-0.104 2,-0.236-0.237 1,-0.235-0.211-1,0.215-0.228 1,-0.289 0.403-2,-0.278 0.557 1,0.253-0.010-1,0.418 0.018 2,0.210 0.231 0,0.009-0.227 0,-0.589-0.299-1,-0.818 0.260 0,0.162-0.214-1,0.349-0.206 0,-0.496 0.596 2,0.283 0.172 0,4.838-1.986-3,-1.738 1.687 0,0.066 0.084 2,-0.191-0.040 1,-2.305 1.098-1,-0.022 0.194 0,1.918-0.346-1,0.019 0.443 0,-0.216 0.047 1,-0.876-0.092 2,-1.053-0.240-1,2.295-2.358-1,-3.292 1.134 2,-0.300 0.010-1,4.061-3.081-1,1.108 1.514 0,-3.583 3.529 0,0.082 0.587 1,-0.187 0.483 0,3.387 0.104-2,0.617 0.732-2,-1.955 1.063 5,-2.740 1.964 0,-6.862 3.551-2,-2.227-1.132 1,0.271-0.124-1,-0.280 1.211 0,-0.310-0.879 0,-0.583-0.391 0,-2.365 4.233 1,2.117-2.661-1,-0.256 0.265-2,-0.101-0.096 0,0.005-0.314 0,0.165-0.226 0,-0.981 0.905 2,-0.937 0.554 0,-3.495 3.331-1,-0.083-0.389 1,0.498-0.835-3,0.804-1.030 0,-0.499 1.560 0,-1.325 1.925 4,-0.454 0.322 8,0.135-0.728-10,0.503-1.346-4,0.026-1.914 1,-0.067-0.618 1,-2.850 1.164 5,-0.498-0.491 1,3.902-2.601-1,0.177-0.090-3,-0.421 0.390 1,0.542-0.141-1,0.613-0.151 0,1.768-1.184 3,0.282 0.108-1,-2.845 1.968-1,0.043-0.652 1,-0.035-0.889 2,0.661-1.170-2,-0.235-0.245-3,0.064-0.100 1,-0.410-0.029 0,0.490-0.477 4,0.579-0.541-2,2.417-0.467-3,0.119 0.112 1,-1.268 0.897 1,0.272 0.295 6,0.307 0.289-5,0.487-0.104 0,0.372-0.229-3,0.365-0.357 1,0.339-0.428 1,-0.237 0.084-1,0.200 0.011 2,0.132 0.154 0,-1.056 0.428 0,-0.233-0.410-1,-3.356 1.556 1,0.410 0.346 0,3.814-2.077-1,-0.262-0.259 0,-4.578 1.176-1,-0.588-0.249 2,5.049-1.216-1,0.427 0.140 0,-0.285 0.550 0,-1.742 1.173 0,-0.012-0.080-2,0.160-0.366 1,0.042 0.428 1,1.135 0.303-1,-2.307 2.095 1,-0.703-0.583 3,3.889-2.478 0,0.316-0.217-3,-4.738 2.578-2,1.070-1.948 1,-1.289-1.442 2,0.354-1.842-1,3.285-1.747 0,1.526-3.587 1,5.314-1.813 0,4.655 2.818 1,-0.402-2.271-1,-1.500 0.536-1,0.732-1.137-1,0.752-0.855 0,0.255-0.122-2,0.068 0.137 1,-0.116 0.384 0,-0.230 0.523-1,-0.292 0.582 2,-0.313 0.584-1,0.082 0.260 3,0.527-0.360-1,0.407-0.260 1,2.711-2.641 3,0.507-0.330-1,0.281-0.155-6,0.119-0.037 0,-1.443 1.479 3,-0.386 0.407-1,-0.444 0.454 1,-0.453 0.455 1,-1.057 1.066-1,0.064-0.029 0,2.220-2.139 0,0.287-0.283 1,-1.451 1.643 1,-0.183 0.552-1,-0.233 0.676-1,-0.254 0.720-1,0.697-0.745 0,-0.058-0.462 2,-0.423-0.335 0,-0.095-0.030 0,-0.117 0.435 0,-0.020 0.612-2,0.045 0.686 1,0.085 0.688-2,2.899-0.415 2,2.051-0.683 0,1.730-0.984 2,-1.387 0.153-2,0.181-0.609-3,0.177-0.297 0,-0.523 0.299-1,-0.685 0.543 1,0.045 0.425 4,-0.568 0.817 0,-1.750 0.775 2,-0.470 0.064-2,-0.425-0.099 1,1.457-0.622 2,-0.235 0.396-4,-0.184-0.199 0,-0.136-0.542 1,-1.901 0.225-1,-0.688-0.580 1,3.028-3.371-1,0.526 0.126 0,-1.184 2.095 1,-1.546 3.078 0,-4.482 8.954 1,-4.719 0.038 0,-4.329-1.565-3,0.773-1.370 0,-2.458 2.849-1,3.841-2.299 2,-0.190 0.366 0,-0.313 1.935 0,0.138 1.177-2,0.225 0.765-1,0.264 0.445 4,0.172-0.382 0,0.100-0.883-4,0.046-1.139 1,-0.362-1.413 0,-0.502-0.580 4,-0.225-0.431 1,-0.024-0.305-1,-1.031 1.133 0,0.566-0.450-4,-1.002 0.336 0,-4.243 2.578 3,-0.489 0.481-2,2.340-1.260-3,0.213 0.207 1,-1.804 1.134 1,0.549-0.968 3,3.212-2.332-1,0.006-0.254 1,-0.129-0.143 1,-1.550 1.007 0,0.985-0.061-3,1.260-0.039 1,1.636-0.880-1,0.252-0.082 2,0.037-0.074 0,-0.116-0.065 1,-1.066 0.368-2,0.024-0.573 0,0.103-0.660 0,-0.355 0.559-1,-0.747 0.848 3,-1.141 0.885 0,0.206-0.184-2,0.518-0.518 0,0.680-0.693-2,0.733-0.754 0,-2.045 2.073 1,1.587 1.140 5,0.949 0.632 0,-1.130 1.304-3,0.374-2.492-3,0.584-2.539 3,0.146-0.772 0,3.319 2.896 0,1.660 1.883 1,-3.272-2.317-3,-2.427 2.008 1,-0.794 1.262-2,1.647-0.383 0,2.128-0.858 2,-3.275-1.301 0,-4.267-0.796 1,4.987-2.193-1,-1.288 0.751 0,-1.404 0.775-1,2.028-0.781-1,0.355 0.187 1,0.601 0.133 0,0.738 0.088 1,-2.156 1.691-2,-1.372 0.181 3,-0.816 0.260 1,-0.400 0.292-1,1.818-1.257-4,-0.251 0.043 1,-0.282 0.029 0,-2.450 0.985 2,0.073-0.705-1,1.157-1.136 0,0.574-0.795 0,0.643-0.768 1,-0.905 0.271 2,0.550 0.265 0,1.384-0.447 0,0.532-0.308-1,0.479-0.401 0,1.206 0.191 0,-4.933 2.959 0,5.020-2.736 1,-5.228 1.819-1,0.491-1.386-2,1.642-1.393 1,1.585-0.998 0,-0.950-1.009 1,2.960-4.272 0,5.153-2.534 2,3.418 0.776-2,1.054-0.663-3,-1.491 1.401 1,0.522-0.693 1,0.313-0.142 0,0.372-0.133-2,0.307 0.004 0,0.242 0.089 0,0.182 0.136 0,0.130 0.155 1,2.232-2.082 0,-0.286 1.064-1,0.304 0.262 1,0.020 0.491 9,-0.160 0.596-9,-0.261 0.615-1,-1.325-0.475 0,0.074-0.875-1,0.165-0.476 2,0.219-0.174 3,1.520-1.910 0,-0.274-0.043-1,-0.454 0.080-4,-0.529 0.150 1,-0.790 2.001 1,0.220 0.372 1,0.050 0.389 0,-0.071 0.380 3,1.487-1.082 2,-0.456 0.605-5,-0.538 0.559-2,-0.540 0.481 0,1.869-0.339 4,-0.667 1.016-1,0.112-0.007 2,-1.593 1.071-1,0.384-0.123-2,0.495-0.173-2,0.458-0.387 0,-0.332-0.104 1,-0.581-0.063 0,-0.723-0.031 1,-0.502 0.433 0,0.141 0.311-1,0.371 0.387 2,0.266 0.423 0,0.178 0.430 0,0.107 0.414 0,1.521-0.081-1,-0.491 0.261 0,-0.667 0.117 0,4.053-1.582 1,-2.532-0.307-2,-0.478-2.048 1,3.188-3.646 3,-3.693 3.938-1,-0.197 0.729-3,0.089 0.541-2,-0.025 0.613 1,0.725 0.307 1,-0.549 0.769 1,-0.644 0.664 1,4.263-0.090 0,-3.009 1.231 0,0.590 0.194 1,-1.080-1.498 0,-1.201-3.603 0,-12.175 5.942 1,1.818 3.886-2,1.472 0.847 0,1.754 1.549-3,-1.402-0.777 1,-1.952 1.940-1,-0.668 0.822 0,-0.069 0.407 0,2.245-3.636 1,-1.509 1.802 0,-1.411 1.925-1,-0.872 1.021 5,-0.458 0.355-5,-0.153-0.109-1,0.059-0.411 0,-4.388 3.094-2,1.015-2.600 1,0.076-0.758 0,0.557-0.921 7,-1.205 0.962 2,0.204-0.167-5,0.629-0.477-4,1.408-1.332 10,0.765-0.872-2,0.726-0.887-6,0.648-0.830-1,0.550-0.733 3,0.447-0.617 0,-1.902 0.665 1,0.392-0.846 0,-0.443-0.225 1,0.246-0.333 1,-0.401 0.058 1,-0.398 0.133-6,-2.563 1.356-1,-0.012 0.537 1,-0.710 0.299 1,0.134-0.516 0,0.181-0.752 1,0.080-0.750 1,0.586-0.865-1,3.450-1.178-1,0.427-0.369 1,0.388-0.322 1,0.342-0.275 2,0.292-0.227-1,-6.766-0.078 0,6.525-0.424-1,-4.218-0.291 0,2.404-0.070-1,1.998 0.120-1,-1.034 0.065 2,-0.177 0.085 2,1.122 0.079-1,-1.197 0.048-3,-3.765 0.027 1,4.332-0.004 1,0.005 0.000 0,0.354-0.001-3,-4.053 0.002-1,1.686-0.003 0,-0.111-0.002 4,0.293-0.001 1,-0.333-0.001-1,-3.599-0.001 0,2.398 0.000-1,0.185 0.000-1,-0.118 0.000 0,0.292 0.000-2,0.533 0.000 0,0.648 0.000 1,0.674 0.000 1,0.628 0.000 0,0.553 0.000 0,0.464 0.000 1,0.176 0.000 1,-0.020 0.000 3,-0.145 0.000 1,-0.214 0.000-4,0.279 0.000-2,-0.943 0.000 0,-0.833 0.000 0,-2.319 0.000 2,-0.665 0.000 0,-0.417 0.000-4,1.724 0.000 0,0.269 0.000 1,0.386 0.000 1,-2.314 0.000 0,-0.329 0.000 0,2.261 0.000 3,-0.116 0.000 0,-0.134 0.000-2,-0.140 0.000 0,-0.138 0.000-1,-0.129 0.000 1,-2.532 0.000-1,-0.091 0.000 0,0.416 0.000 0,-3.572 0.000 1,-0.835 0.000 4,1.767 0.000-9,0.688 0.000 11,0.922 0.000-9,1.003 0.000 0,-0.218 0.000 1,-0.228 0.000 2,0.328 0.000 0,-0.312 0.000 2,0.724 0.000 1,0.763 0.000-2,0.731 0.000-4,1.209 0.000 2,-0.189 0.000 2,-0.048 0.000-1,0.051 0.000 2,0.085 0.000 4,-0.145 0.000-6,0.098 0.000-3,-1.364 0.000 0,-0.087 0.000 4,0.251 0.000 2,-1.101 0.000-6,1.309 0.000 4,1.464 0.000 1,1.448 0.000-5,1.325 0.000 2,-3.035 0.000 3,1.710 0.000 0,-2.674 0.000-2,-1.567 0.000 1,-1.592 0.000-1,-0.128 0.000 1,0.373 0.000-5,0.684 0.000 0,0.850 0.000 1,0.222 0.000 0,1.336 0.000 3,1.304 0.000 0,1.186 0.000 0,0.547 0.000 3,0.792 0.000 2,-5.812 0.000 3,4.904 0.000-5,-0.897 0.000-3,-0.030 0.000 0,0.213 0.000-2,-2.475-0.921 0,1.226-2.239 2,0.260-0.763 3,0.920 0.770-1,-0.486 0.828-3,-2.149 0.785 0,3.064 0.920 1,-0.448 0.197 1,-0.762-0.020-3,0.131-0.125 0,0.301-0.199 2,0.380-0.227 0,0.396-0.225-1,0.372-0.204 0,0.326-0.174-1,0.270-0.141 1,-4.492-1.835-1,5.223 1.342 1,-0.288-0.314 0,-1.339-0.556 3,0.049 0.208 0,0.203 0.370-1,-0.164 0.389 1,-0.020 0.473-1,1.204-0.080 0,-4.265-2.899 1,4.577 2.368 0,-0.045 0.258-2,-0.143 0.198 0,0.023 0.234-1,0.138 0.247 0,-0.256 0.161-1,-4.787-0.397 2,1.913 0.799 0,1.616 0.343 1,1.146-0.762 0,0.699-1.204 0,0.184-0.975 0,-0.913 0.162-1,-1.319 0.743 1,-0.538 0.669 0,-0.223-0.939-1,-2.098-1.711-2,0.917 0.424 1,1.328 1.076 0,-0.192 1.011 1,0.337 0.739 1,1.959-1.151 1,1.351-1.526 0,-2.855 0.101-3,-1.534 1.146 0,-0.743 0.865 0,3.874 1.094 0,-5.560-0.046 1,0.908 0.524-1,0.832 0.246 0,2.817-1.102 0,-0.899-3.483 4,0.904 1.413 1,1.047 1.409-5,-0.817 0.301 0,-3.249-0.999-1,1.854-1.018 2,1.671-0.292 1,-0.462 0.143-1,-0.429 0.694 2,0.231 1.015-2,-0.580 0.780-1,0.465 0.690 0,-0.148 0.359 2,-2.135 0.128 0,-1.968-0.174-1,5.171-0.413-1,0.088-0.396-1,0.147-0.393 0,0.172-0.358 1,0.173-0.307 0,-2.201-1.892 0,2.104-1.161 0,1.283-0.318 3,0.016 0.791 1,-5.804 0.539 2,4.292 2.707-5,-0.071 0.392 0,-2.800 0.072-1,-1.028 0.466-2,-0.283 0.350 3,1.124 0.169 1,1.260-1.521-2,1.059-3.597 3,1.650 1.386-1,-1.516-1.123 0,-0.778-0.921-2,-1.250-0.532-1,-1.440-0.330 0,3.801 2.912 1,-0.058 0.437 0,0.084 0.530 0,0.245 0.525 0,-4.725-0.579 4,1.829 1.475-1,1.310 0.854-2,-0.580 0.211 1,0.526-0.863 1,1.377-1.158-2,1.161-0.944-1,-0.383-0.275 0,-3.173 0.721 2,-1.093 0.698 1,1.699 0.037-4,1.089-1.539 1,4.459-2.287 1,2.724-3.857 2,0.178 2.080 0,-0.011 0.628-2,-0.059 0.451-2,-0.083-0.292 0,-0.077-0.090 3,-0.043-0.689 0,-0.020 0.046-1,-0.009-1.848 0,-0.004-0.570-1,0.001 1.334 1,0.450 1.123-1,2.592-0.299 0,2.055 1.442 2,1.701 1.378 0,-0.475 0.178-1,-0.977-0.793 0,-1.021 0.568 0,0.557 0.612 0,1.955 2.673 1,0.942-1.910-1,3.321-1.670 1,-4.523 1.414-2,-0.502 0.083 0,-0.438 0.200-1,3.729-2.217 0,-2.593 2.026 1,-0.225 1.209 2,-0.124 2.457-1,-4.461 6.146 3,-2.156-0.014 0,6.200-1.301 0,-0.171 1.299-4,-0.717-0.158 0,-0.047-2.444 0,1.241-3.107 0,-2.973 4.888 3,0.319-0.405-1,2.226 1.582-1,-0.804-0.520-1,1.582-1.247 0,0.675-1.718 1,-0.013-1.450-1,-0.251-0.948 0,-0.272-0.504-1,-0.290-0.195 1,0.639-0.030 0,-1.158 0.819 2,1.061 3.371 4,-2.136-0.523-5,1.229 0.500 0,0.853 0.956-1,-0.616 0.675 0,-1.254 0.864 0,0.209 0.939 1,0.117-1.961 0,0.486-0.356 2,2.005 0.712-2,0.636-1.079-2,-0.943-0.506 1,-0.783 1.013 1,0.713-0.245 2,0.427 0.416-1,-0.693 0.754-2,-0.508 1.730-1,-0.013-0.123 1,0.023-2.061 2,0.733-2.106-1,1.644-1.606 1,0.735-1.033 0,-1.816 0.562-1,-1.354 3.017 0,-4.650 1.784 1,-1.882 1.732 0,-0.588 0.860 0,0.083-2.409-2,0.056-0.324 0,0.040 1.253 0,0.134-0.020 1,-4.819-2.396 2,-3.241-4.127 0,0.261-0.763-2,-0.755-0.188-2,-0.176-0.070 1,0.107-0.005-1,0.472 0.033 0,-1.672 0.023 0,2.384 0.033 2,-0.528 0.007 1,0.423 0.006-1,0.350 0.004 0,0.503 0.003 0,0.558 0.002 0,-5.230 0.003 1,1.823 0.001-1,1.032 0.000 2,-0.369 0.000-1,-0.114-0.252-2,-0.105-1.606 1,3.299-0.565 0,0.618-0.666-1,-2.767-4.400 0,2.692-0.931 1,-0.774-0.887 2,-0.770 0.040-2,-0.029 0.968-1,-0.151 0.580-1,0.207 0.688 1,-0.422 0.530 2,-0.775 1.795 1,1.743 0.021-1,-0.044-2.001 0,0.004-0.767-1,-0.729 0.371-1,-0.408 2.091 1,0.465 1.464 0,0.530 0.064 1,0.567-0.416-1,0.918-1.125 0,1.749-1.139 0,0.596 0.095 1,-1.707-1.241 0,-2.249 0.517-2,-1.526 0.484 0,1.848 0.816 0,2.358 0.346 1,-0.855 0.079 1,-2.097 1.757 5,13.029 2.859-5,0.963 0.431-1,-0.935-0.006-1,0.164 0.000-1,2.738 0.000 0,-2.678 0.003 0,-0.120 0.000 2,-0.271 0.000 1,0.151 0.000-1,1.425 0.000 0,0.353 0.000 0,-0.675 0.000 0,-0.470 0.000 0,3.035 0.447-1,-1.257 0.685 0,1.150 0.773 2,0.564 0.764-2,0.156 0.693-3,-0.109 0.593 1,-2.040-0.594 0,-0.544-0.185 1,-0.591-0.314 0,-0.588-0.383 1,0.555 0.334-1,-0.558 0.134 7,-0.447 0.283 0,-0.474-0.059-2,3.996 2.059-2,-1.804-1.862 1,-1.710-0.821-1,2.044 0.948-1,1.492 0.718 0,1.076 0.375-2,-0.179-0.271 1,-0.644-0.519-2,-0.881-0.631 0,1.964 0.057 0,-2.217-0.854 4,-0.817-0.144 1,-0.948-0.052 2,-0.949 0.009-1,6.212 3.387-6,-4.252-1.790 1,0.243-0.033 4,-0.216-0.325 0,-0.313-0.206-3,0.260 0.128-1,0.363 0.228 0,0.174 0.271 1,-0.526 0.028 1,-0.712-0.036 1,-0.773-0.073-1,-0.748-0.091 0,2.146 1.338 1,-0.187-0.303-1,0.469 0.160 2,0.126-0.035 0,-0.109-0.163-2,-0.257-0.237-2,1.386 1.979-1,-2.544-1.025 0,-0.910-0.427 1,-0.870-0.639 4,2.807 2.139 3,-2.173-2.682-3,2.493 1.320-3,2.359 3.219 2,-4.944-3.389 0,-0.363-0.091 0,-0.441-0.241-2,-0.456-0.316 0,0.349 0.405 0,5.105 1.289 0,-0.033-2.295 5,-1.292-1.823-1,-1.897-0.843-4,-0.531 3.671 2,-3.600 2.498 2,-2.121-0.896-3,-0.775 0.214-1,-3.620-0.747 0,-2.872-5.121 1,0.917-0.711 0,-0.111-0.054-1,-3.466 0.054 1,-2.151 0.052 2,3.004 0.017-3,-1.500 0.003-2,-0.988 0.002 0,1.061-0.293 2,-0.329-0.480 2,-0.234-0.583-4,-1.667-0.643 0,0.320-0.130 0,0.508 0.074 3,0.591 0.199 0,0.172-0.271-1,1.020-0.358 1,1.005-0.459 0,1.365-0.031 1,0.689-0.103 2,0.559-0.022-1,0.435 0.030 0,0.322 0.062-2,-5.939-3.772 0,4.781 2.636-1,-0.092 0.113 1,0.140 0.369 3,-1.391 0.114-1,-1.090-0.059-5,-0.817-0.164 2,-0.190-0.220 5,0.226-0.239-6,0.475-0.234-1,2.002 1.008 1,-0.062 0.245 0,-0.198 0.326 3,-0.899-0.134-1,0.318 0.095 1,0.480 0.000-1,0.561-0.063 0,-1.086-0.811 1,-0.058-0.287-1,-0.235-0.281 1,0.123-0.254-1,0.333-0.216 0,0.434-0.174 0,-0.296 0.588-1,-0.304 0.501 2,0.020 0.610 0,0.323 0.340 1,0.493 0.142 0,0.566 0.005-4,0.571-0.083 1,0.076-0.011 0,0.376 0.357 2,-4.604-1.404 0,1.630 0.189 2,1.089-0.596-3,-1.989-0.857-1,3.998 2.006 2,-0.542-0.311 0,0.188 0.208 0,0.381 0.379-2,-4.204-1.552-2,1.311 0.182 3,3.652 0.740 0,-0.400-0.365 1,-1.185-0.650 0,-0.151 0.311 0,-0.001 0.514-2,0.053 0.381-3,1.041 0.734 14,-1.996-0.712-15,13.712 2.585 9,1.682 0.807-2,-0.449-0.034-2,0.828-0.001-2,0.182 0.002 0,-0.960 0.003 0,-0.794 0.002 0,1.010 0.001 1,1.443 0.000 4,1.280 0.000-2,-4.049 0.000-2,5.435 0.000 0,-5.653 0.000 0,1.230 0.239 0,0.591 0.386 0,0.641 0.462 1,0.637 0.486 0,-0.868 0.247-1,-0.031 0.450-1,-0.163 0.449 0,1.715 0.979 1,-0.479-0.081-1,-0.542-0.317 2,-0.542-0.446 2,-0.503-0.496-1,0.628 0.975-1,1.665 1.123-1,1.211 0.842 4,3.361 1.700 1,1.064 0.437-9,0.723 0.155 0,2.466 1.030-1,-0.650-0.309 1,-1.066-0.439 4,-3.976-1.234-1,0.363 0.712 2,0.372 0.664 2,4.463 3.036 4,-1.723-0.852-1,-2.302-1.404-10,-2.455-1.619 1,-2.334-1.608 1,-2.059-1.462 1,-1.712-1.247 6,6.225 1.743 3,1.606 0.036 1,3.046 1.208-2,0.236 0.642-11,-4.460-1.587 1,-0.872-0.339 1,-1.011-0.478 0,-1.054-0.549 1,0.561 0.425 3,-0.878 0.171 1,-0.720-0.045 1,-1.106-0.457 1,-1.028-0.574-2,-0.897-0.603 0,3.437 0.764 0,-0.905-1.663-1,-0.951-1.025 1,-13.153-1.512-4,-1.646 0.996 4,1.035 0.000 2,0.005-0.002-4,-6.340-0.002-2,4.958-0.003 1,-1.337 0.000 0,-0.599 0.000 1,-0.425 0.000-3,-1.101-0.713 1,-0.867-1.080 0,1.688-0.004 1,-0.699-0.116 1,-1.599-0.168-1,0.156 0.182 1,1.613 0.150-1,-0.332-0.269 0,-0.474-0.368 1,0.063-0.398 1,0.429-0.396-2,0.658-0.374-1,0.465-0.355 1,0.306-0.323-1,0.180-0.283 3,-3.729-1.127 2,-1.557 0.556-3,-1.010 0.789 0,-0.589 0.860-1,1.885 0.406 0,0.739-0.306 0,-0.532-0.613 1,0.177-0.356 0,0.016-0.306 3,2.946 0.701-3,0.203-0.191-1,0.180-0.200-1,-2.533-0.997 1,0.805 0.570 1,4.144 1.695 1,0.602 0.432-1,0.563 0.430 1,-0.044 0.112 2,0.283 0.069 0,0.164-0.059-1,0.073-0.145-1,-1.592-0.980-1,0.429-0.440-1,0.514-0.415 1,0.244 0.262-1,0.019 0.000 2,0.348 0.076 0,0.538 0.120 1,0.625 0.141-1,0.639 0.145-1,-3.931-2.081-2,0.350 1.312 1,1.979 0.966 5,1.718-0.564-1,4.026-2.288-2,4.228 0.626-1,3.973 4.511 2,-1.578-3.948 0,-0.136-0.517-2,0.359 2.428-2,0.521 0.997 1,2.580 0.767 0,-2.565 0.834 0,0.690 0.098 1,0.298 0.075 1,1.899 0.064-3,0.495 0.049-1,0.401 0.026 0,-0.740 0.005 2,-0.360 0.001 0,-0.487-0.005 1,2.375 0.249 0,0.918 0.384 2,0.143 0.439-1,-0.354 0.439-2,-0.637 0.404 1,-0.604 0.620-3,0.552 0.510 0,0.082 0.179 0,1.914 0.527 6,0.587 0.279 2,0.220 0.265-9,-0.677 0.224 1,-0.420 0.461 7,0.020 0.540-7,-0.428 0.219-1,-0.393 0.114 3,-1.404-0.390 4,-0.665 0.012-2,-0.691-0.003-1,2.257 0.994-1,0.355-0.882 2,-1.123-0.781 1,-0.225 0.059 0,-2.094-1.194-2,0.076-0.324 1,0.174-0.392-1,1.951 0.097 1,-0.538-0.650-1,-0.764-0.598-1,-0.853-0.521 1,-1.191-0.124-1,-0.533 0.241 2,-0.420 0.408 0,3.290 2.922 2,-2.403 2.459 0,-2.679 2.210-1,0.930 0.206-1,-0.905-2.826 2,-1.741-1.129-4,-8.493-5.789 2,-0.198-0.397 0,-0.237 0.396-1,-1.623 0.079 0,-5.947 0.003-4,4.309-0.003 2,-1.261 0.000-1,-0.915 0.000 1,-0.625 0.000-1,-3.298 0.000-1,1.290 0.000 1,1.852-0.001 1,2.033 0.000 1,1.967 0.000-1,1.756 0.000 2,0.465 0.000 4,-0.146 0.000-1,-0.998 0.000 4,-0.547 0.000 1,-0.219 0.000-8,0.007 0.000-1,0.867 0.000-2,-0.010 0.000 1,-0.034 0.000 0,-0.048 0.000 0,-0.220 0.000 2,0.390 0.000 0,0.486 0.000 1,0.516 0.000-1,0.192 0.000 1,-0.209 0.000 0,-0.387 0.000 1,-2.396-0.668-2,-1.310-1.012 0,1.365-0.420 0,0.092-0.655-1,0.303-0.600 0,1.316 0.345 0,-0.107 0.046 0,-0.222 0.172 1,-1.860-0.301 0,0.536 0.482-1,0.780 0.501 1,0.878 0.476 0,0.877 0.425 0,-0.360 0.240 1,0.459 0.148 0,-3.949-0.728 2,3.797-0.184 2,1.785-2.623-6,-1.004-0.329 1,-3.695 2.000 1,-2.456-0.159 0,-1.348 0.084-4,1.408 0.269-1,0.637-0.095 0,1.044-0.142 2,1.272-0.166-1,-0.098-0.457 1,1.233 0.281-1,0.976 0.406 7,-2.868-1.641 5,0.116-1.416-5,4.601 2.042-4,0.036-0.376 1,0.002-0.327-1,0.127-0.143-1,0.143-0.059 0,0.143 0.000 0,-0.190-0.553 1,0.750 0.323 0,-1.633-3.649 0,2.726 1.411 1,1.646-0.827 1,1.672 0.737 0,0.443 0.309 0,7.797 3.393-1,1.193 2.998 0,0.058 0.329-4,-1.417 0.153 1,0.181 0.025 0,2.886 0.007 4,-5.154-0.039 1,-0.290-0.006-5,4.797 0.011-1,-0.092-0.020 2,0.218-0.011 2,-1.007-0.006 3,0.256-0.003-7,2.268-0.002 1,-5.524 0.001 1,-0.069 0.000 1,-0.161 0.000-1,-0.208 0.000 1,-0.223 0.000 0,6.021 0.862 2,-5.238 0.225-1,0.751 0.486-1,0.480 0.615-2,-0.526 0.468 1,-0.866 0.397 0,-1.031 0.324 0,-0.483 0.166-1,4.103 2.592 4,1.058-1.566 4,-0.677-1.297-4,-3.994-1.212-2,1.488 0.466 0,0.216-0.090-2,-0.031-0.237 1,-0.563 0.062-1,0.805 0.709 1,1.006 0.914 1,0.497 0.414-1,0.121 0.047 0,-0.146-0.208-1,-0.320-0.077 1,-0.423 0.018-1,-0.470 0.082 1,-0.182 0.121 2,0.027 0.142 1,0.168 0.148-1,1.947 1.091 0,0.847 0.420-2,-1.356-0.945 1,-0.166-0.376-1,-0.338-0.522 0,-0.438-0.298 1,-0.483-0.128-1,-0.487-0.004 1,0.393 0.366 2,0.040 0.102-1,0.192 0.114 0,0.282-0.206 0,0.323-0.405-1,0.330-0.511-1,-1.336-0.619 0,-0.135 0.019 1,-0.209 0.139 0,1.487 0.649 0,-0.523-0.288 0,-0.566-0.417 0,-0.667-0.250 1,0.126 0.137 1,0.295 0.264-1,-0.550 0.125-1,-0.611 0.213 0,-0.802 0.189-1,-0.882 0.162 1,5.310 2.877 0,-4.787-3.706 1,4.804 1.330 5,1.466-1.048-8,-1.531-1.325 6,-2.833-1.105-7,-13.840-1.534 6,-0.023 0.865 0,0.154 0.060-4,-5.740 0.004 0,3.827-0.003-1,0.231-0.326 0,0.243-0.501 0,0.467-0.569 1,0.569-0.566 0,-2.892-0.305 0,-1.394 0.074 1,0.352 0.004 1,-0.414-0.356-2,-0.226-0.434 1,2.229 0.306-3,-0.109-0.331 1,-0.142-0.346 1,-2.377-1.527 0,0.310-0.635 0,2.471 0.850 1,0.042-0.211 0,-0.048-0.172 0,-1.589-0.485 1,-0.629 0.428 0,-0.238 0.444-2,-0.700 0.138 0,-0.691 0.050 1,0.457 0.583 0,-0.533 0.354-1,-0.507 0.418-1,-0.228 0.193 0,-0.019 0.024 0,0.131-0.098 1,-2.046-0.727 0,0.839-0.128 1,1.004-0.094 0,1.046-0.066 1,2.852 0.540-1,0.812-0.154 1,0.755-0.191-1,-0.465-0.575 1,0.836 0.321 0,0.724 0.474 3,-1.396 0.369 0,-0.712 0.638 1,-0.553 0.598-3,0.324 0.252 0,-0.271-0.152-4,-0.211-0.322-1,0.077-0.380 0,0.567-0.318 2,0.733-0.282 1,0.793-0.239-1,1.736 0.591 1,0.388 0.169 1,-4.954-2.137 0,0.616-0.399 3,4.223 1.444-2,1.067 0.016-1,-1.168-3.217-2,4.386 0.970 1,4.819-1.337 2,3.929 3.077 0,1.357 2.843-1,-0.620 1.181-1,-1.512 0.213 0,0.131 0.059 0,-0.204 0.032-1,5.051 0.103-3,-0.231-0.024 5,0.051-0.057 0,0.646-0.043 1,-5.711-0.040-3,-0.033-0.006 0,5.336-0.003-1,-1.293-0.009 2,1.291-0.002 2,-4.967 0.002-2,0.195 0.000-1,0.046 0.000 0,-0.056 0.000 0,-0.120 0.000 0,-0.156 0.000 1,5.032 1.071-1,-0.015 2.132 0,-5.660-1.227 2,5.343 1.750 2,-0.314-0.821-2,0.665 0.006-1,-5.265-1.081 0,0.328 0.330 0,0.022 0.375-1,0.016 0.454 0,-0.064 0.452 1,0.231 0.337-1,-0.343-0.220 1,-0.391-0.403 0,-0.393-0.490 0,3.567 0.818 1,1.356-1.210 1,-4.130-1.604-1,3.972 0.742 1,-0.431 1.328-3,0.297 2.502 0,-4.814-1.591 1,-0.124 0.352-1,-0.222 0.185 1,-0.274 0.063 0,-0.292-0.023 0,0.644-0.359-1,0.436-0.411 0,0.203-0.484 1,0.034-0.504 1,1.064 0.218 1,-0.128 0.075-2,-0.193 0.262-1,0.229-0.092-1,0.471-0.302 3,0.579-0.406-1,-1.862-0.549 0,0.033 0.177 0,-0.006 0.290-1,0.457 0.302 1,-0.087-0.050-1,-0.114-0.166 1,0.786 0.418 1,-0.230 0.247-1,-0.253 0.338 0,0.537-0.021 1,1.003-0.250-1,-1.343-0.833 0,0.109-0.272-1,-0.007-0.281 1,-0.075-0.274-1,-0.119-0.256 1,-0.146-0.232-1,0.354 0.106 2,-0.209 0.252-1,-0.215 0.385 0,1.984 0.707 1,0.479-0.026-1,0.569-0.215 1,0.572-0.310-3,-2.515-0.394 1,0.302 0.241 0,0.350 0.350 0,1.517 0.534-1,-0.172-0.013 1,-0.380-0.164 2,-0.882-0.413-1,0.140-0.244 0,0.277-0.255 1,0.358-0.249 0,2.824-0.083-2,0.230-0.310 0,0.025-0.250 0,-2.333-0.213 0,0.004-0.101 1,0.053-0.078 0,2.391-0.071 0,-0.049-0.053 1,-0.154-0.027-1,-1.657 0.003 0,-0.083 0.000 0,-0.029 0.005 0,-1.469 0.017 0,0.068 0.007 0,0.120 0.007 0,2.888 0.000 1,0.725 0.011-1,-0.709 0.010 0,-0.722 0.007 0,-1.010 0.006-1,-1.130 0.004 1,-1.132 0.003-1,5.630 0.003 2,-5.058 0.001 1,-0.311 0.001 3,-0.337 0.000-1,-0.324 0.000-6,3.405 0.000-1,2.875 0.000-1,-0.225 0.000 6,0.448 0.000-1,3.023 0.000-4,-0.847 0.000-1,-5.179 0.000 0,-0.820 0.000 3,-0.810 0.000 2,0.357 0.000 1,-0.647 0.000 0,-0.320 0.000 1,-0.854 0.000-1,-0.818 0.000 0,-0.741 0.000-1,0.506 0.000 0,0.789 0.000 0,1.070 0.000-1,-1.046 0.000 0,0.262 0.000 0,0.168 0.000-1,0.094 0.000 1,2.598 0.000 0,-0.524 0.000-3,-0.732 0.000 2,-2.010 0.000 2,0.017 0.000 0,0.188 0.000-1,1.706 0.000 0,-0.644 0.000 0,-0.869 0.000 0,-0.932 0.000 0,-0.891 0.000 0,0.675 0.000 0,0.345 0.000 1,0.067 0.000 2,4.373 0.000 1,-0.957 0.000-7,-2.115 0.000 2,1.967 0.000 2,-0.362 0.000 0,0.002 0.000-1,-0.370 0.000-3,-2.501 0.000 1,0.330 0.000 0,3.648 0.000 1,-0.611 0.000 2,-1.028 0.000 1,-1.210 0.000-2,-1.231 0.000-2,3.769 0.000 1,0.851 0.000 1,-4.131 0.000 2,0.795 0.000-1,0.550 0.000 1,1.004 0.000-1,-0.073 0.000-4,-0.299 0.000 0,2.038 0.000 1,-0.119 0.000 2,-0.552 0.000 1,-0.566 0.000 0,-0.535 0.000 1,-2.026 0.000-3,-0.587 0.000-1,-0.577 0.000 3,-0.539 0.000 1,0.574 0.000 0,0.241 0.000-2,0.079 0.000 1,2.912 0.000 0,-1.977 0.000 1,0.275 0.000-4,-0.063 0.000 0,-0.288 0.000 2,-0.423 0.000 1,-0.489 0.000-2,2.160 0.000 0,-1.151 0.000 1,0.257 0.000 0,0.148 0.000 2,1.971 0.000-1,-0.132 0.000-4,-1.032 0.000 1,-0.035 0.000-1,0.015 0.000 6,0.045 0.000-1,0.061 0.000-4,-0.830 0.000 1,-0.339 0.000 0,-0.399 0.000-1,-0.904 0.000 1,-0.324 0.000 1,-0.283 0.000 3,4.798-1.071 2,0.014-0.945-3,0.219-0.346-3,-0.155-0.004 0,-0.719 0.208 0,-0.995 0.318-1,0.255-0.091 2,0.001-0.575-1,-1.508 0.197 1,-0.311 0.033 0,-0.347 0.148 1,0.502 0.092 0,0.133 0.300-1,0.258 0.311 1,1.692 0.159-1,-0.048 0.363-1,-2.379 0.378 1,-0.310 0.157-1,-0.319 0.128 2,-0.668-0.271 0,-0.015-0.560-1,1.349-0.574 1,0.886-0.200 0,-0.380 0.186-1,0.505 0.064 0,0.441 0.121-1,3.535-0.259-1,-0.676 0.333 0,-1.113 0.326 0,-1.276 0.292 1,-2.238 0.291 0,-0.837 0.154 2,4.427 0.004 1,-4.444 0.289 2,0.262 0.058-1,-0.054 0.035-1,-0.247 0.018-1,3.288 0.047-1,-0.729-0.011-3,0.480 0.243 3,-3.367 0.426 2,-1.537 3.374-1,-5.572 2.393 1,-3.713-2.565-1,-1.030 0.888 0,0.988 0.835-2,0.097-1.866 0,-1.148-0.125 0,-0.696-0.353-1,-0.723-0.080 1,-0.687 0.101 2,-0.614 0.209-3,0.575-0.225-1,-0.191 0.128 2,-0.117 0.118 0,-0.061 0.104 0,-0.159-0.025 0,0.306-0.344 1,0.389-0.442-1,-0.275-0.344 0,0.191-0.540 2,0.501-0.546 2,0.031-0.390-1,-0.020-0.328-1,-0.052-0.266 1,-0.436-0.214-3,-0.903-0.133-1,-0.724-0.099 1,-1.723-0.088 2,0.370-0.056 1,0.744-0.028-5,0.928-0.007 1,0.174 0.023-1,-0.521 0.010 3,-0.125 0.013 2,-2.595-0.004 4,0.388 0.023-7,1.706 0.027-2,-0.437 0.013 0,-0.635 0.011 5,1.074 0.011-2,-0.654 0.006-1,-1.774 0.004-1,-0.010 0.004 0,0.588 0.003 1,0.176 0.002 1,0.206 0.001 0,-0.078 0.001 1,0.472 0.000 0,-2.446 0.000-2,-0.172 0.000 0,4.005-0.002 4,0.246 0.000-1,-0.884 0.000-2,0.364 0.000-1,-2.408 0.000 1,-0.400 0.000 2,4.790 0.000-1,0.066 0.000-1,-0.961 0.000-1,0.314 0.000 0,0.384 0.000 1,-3.253 0.000 0,-0.418 0.000 2,0.106 0.000-2,0.414 0.000-1,3.437 0.000 1,0.215 0.000 0,-0.335 0.000 0,0.378 0.000 1,0.397 0.000 0,0.147 0.000 0,-0.210 0.000 0,-0.048 0.000-1,-0.811 0.000 0,-0.561 0.000 1,-3.378 0.000-2,0.328 0.000-1,0.756 0.000 3,-0.951 0.000-4,-1.375 0.000 2,3.083 0.000 1,0.350 0.000-1,0.566 0.000 0,0.687 0.000 1,-1.427 0.000-1,-0.338 0.000 1,1.040 0.000 2,0.079 0.000-1,1.040 0.000-1,-0.115 0.000 1,-0.181 0.000-1,-2.817 0.000 1,0.864 0.000-1,1.171 0.000-1,1.259 0.000 0,1.204 0.000 0,-1.445 0.000 2,-1.394 0.000 2,-0.925 0.000 3,4.189 0.000-5,-0.145 0.000-3,-4.051 0.000-1,0.387 0.000 0,0.683 0.000 0,0.832 0.000 2,0.552 0.000 3,0.009 0.000-1,0.174 0.000-2,-0.652 0.000 3,-0.655 0.000 2,0.901 0.000-5,0.044 0.000-1,0.183 0.000 1,0.888 0.000 1,-0.407 0.000-1,-2.204 0.000 1,0.039 0.000 0,0.288 0.000 0,3.145 0.000 0,0.075 0.000-1,-2.021 0.000 1,0.267 0.000 0,0.329 0.000-1,-0.243 0.000 2,0.449 0.000 1,0.443 0.000-1,-0.766 0.000-1,-0.669 0.000 0,-0.566 0.000 2,-0.169 0.000-1,0.113 0.000 0,0.302 0.000-4,0.120 0.000 1,-0.013 0.000-1,-0.103 0.000 3,-0.331 0.000 2,0.125 0.000-2,2.159 0.000-1,0.041 0.000 1,-4.764 0.000 0,-0.805 0.000 3,3.410 0.000-2,0.031 0.000-1,2.346 0.000-1,0.004 0.000 0,-1.179 0.000-1,-0.026 0.000 1,-2.332 0.000 2,0.123 0.000 0,-2.668 0.000 0,-0.506 0.000-2,3.785 0.000 1,0.186 0.000 0,-3.170 0.000-1,0.644 0.000 0,2.680 0.000 1,0.416 0.000 2,-2.612 0.000-1,2.412 0.000 0,-0.757 0.000 0,3.108 0.000 0,-0.172 0.000-1,-5.680 0.000-1,0.428 0.000-1,0.836 0.000 0,1.408 0.000 2,0.589 0.000 0,0.476 0.000 0,0.369 0.000 0,0.272 0.000 3,0.190 0.000 0,-3.067 0.000-3,3.625 0.000 0,0.384 0.000 1,0.516 0.000-1,0.566 0.000 0,-4.052 0.000 0,1.245 0.000-1,-0.464-0.371 2,3.073-0.699 0,1.391-2.782 1,4.867-2.320 0,5.365 2.110-1,3.064 3.340 0,-1.043-0.572-1,1.867-2.625-2,-4.063 0.827 1,0.170-0.613 0,0.547-0.516 0,-0.171 0.289 0,-0.262 0.525 0,5.071-2.318 0,-4.761 2.632 2,0.186 0.104-1,-0.012 0.267 0,-0.135 0.335 0,4.886-1.190-2,-1.466 1.456 1,1.877 1.129 4,-4.116 0.739-1,2.228 0.117-1,0.833 0.110-2,0.574 0.072-2,-0.416 0.034 0,0.201 0.020 1,0.125 0.007 1,-1.016-0.012 0,-0.133-0.006 0,-0.169-0.009 1,-0.186-0.010 0,-0.164-0.010 0,-0.435-0.011 0,-0.474-0.010 0,1.820-0.008 0,0.473-0.009 1,-0.127-0.007 3,-0.521-0.006-4,-0.751-0.004 0,3.628-0.003-1,-0.979-0.003-2,-2.215 0.000 3,-0.120 0.000 5,-0.269 0.000-4,0.392 0.000-4,0.089 0.000 1,-0.130 0.000 0,-0.029 0.000 3,0.044 0.000 1,0.095 0.000 0,0.638 0.000-4,-0.362 0.000 0,-0.491 0.000 1,-0.552 0.000 1,-0.563 0.000 0,-0.541 0.000 0,-1.002 0.000 2,-0.357 0.000-1,5.617 0.000 2,-5.663 0.000-2,0.380 0.000 0,3.759 0.000 0,1.256 0.000-3,-1.802 0.447 0,0.097 0.723 1,0.842 0.647 0,-0.554 0.197 0,-0.708-0.022 1,-1.815-0.415 1,-0.258-0.165-1,-0.145-0.189 1,-0.058-0.197-1,2.823 1.408 0,0.974 0.451 0,-2.266-0.603 2,-0.147-0.120-1,-0.277-0.202-1,-0.699-0.362-2,0.085-0.226 0,0.188-0.226 2,0.017-0.214 1,-0.107-0.197-1,-0.188-0.175 0,1.382-0.096-1,-0.718-0.185 1,-0.802-0.140 1,-0.797-0.100-1,4.499-0.132 1,-2.134-0.091-2,1.986 0.001 0,-2.995 0.118 1,1.263 0.009 2,0.811 0.009-1,2.387 0.006 0,0.477 0.009-4,-0.169 0.008-1,1.652 0.005 0,-0.989 0.007 5,-2.109 0.004 2,-0.812 0.003-6,0.911 0.002 6,0.328 0.001 1,-3.391 0.000-2,-0.280 0.000-3,-0.327 0.000 1,0.409 0.754-1,0.160 0.501 0,-0.025 0.297 2,-0.156 0.139 0,-0.242 0.019 0,-0.291-0.067-1,3.608 0.435-2,-1.740-0.627 1,-0.079-0.241 2,-0.238-0.236 1,-0.329-0.219-1,-0.914-0.215-2,-0.438-0.148-1,-0.436-0.124 0,0.666-0.090 0,-0.815-0.104 2,-0.802-0.071 4,3.971-0.111-1,-2.043-0.046-3,-1.199 0.021-1,2.081 0.045 0,-1.347 0.059 1,0.936 0.007 1,0.298 0.006 0,-0.146 0.005 0,-0.345 0.004-2,0.667 0.002-1,0.557 0.002-1,0.736 0.001 1,-0.245 0.001 7,-0.501 0.000-4,-0.652 0.000-4,0.095 0.000 1,-0.740 0.000-1,-0.674 0.000 4,-0.235 0.000 1,-0.734 0.000 0,4.660 0.000 3,-0.310-0.001-4,2.014-0.001 1,-6.081 0.000 0,-0.300 0.000-4,-0.377 0.000 0,0.726 0.000 1,0.978 0.000 0,0.534 0.000 1,-0.223 0.000 0,0.418 0.000 0,0.397 0.000 0,3.189 0.000-3,-0.116 0.000 1,-0.421 0.000 1,-0.576 0.000 0,-2.713 0.000 1,-0.653 0.000-1,-0.649 0.000 1,-0.611 0.000 0,1.250 0.000 0,0.689 0.000 4,-0.538 0.000 0,-0.318 0.000-4,-0.521 0.000 0,-0.623 0.000-1,4.430 0.000 1,-1.650 0.000 0,-0.123 0.074 2,-1.875 0.426 1,-0.963 1.837-1,-6.216 4.400-1,-1.592-0.213-1,-3.563-0.250 0,-1.284 0.370 0,0.424-0.610-1,-4.115 1.633 0,3.036-3.628 0,-1.434-0.005 1,-0.417-0.484-2,-0.062-0.572 0,0.170-0.585 0,0.306-0.550 0,-5.886 1.355 0,-2.957 0.938 1,-1.256 0.678 3,-0.550 0.015-3,-0.069-0.396-4,0.233-0.615-1,5.491-1.096 2,0.906 0.022 3,0.990 0.138 1,-0.278 0.382 0,1.542-0.236 1,1.493-0.347 3,1.367-0.399-1,1.197-0.409 0,-2.383-0.192 2,-1.337-0.486 0,-0.624-0.400 1,-0.137-0.313-8,2.549-0.246 0,0.336-0.112 0,0.376-0.083 0,-0.446-0.068 2,0.186-0.045 1,0.111-0.025 0,0.054-0.010-1,1.093 0.018 0,-0.276 0.005-1,-0.377 0.007 1,-0.569 0.005-1,0.133 0.011 1,0.300 0.011 0,0.400 0.010 0,-1.270 0.007 0,-0.205 0.010 0,0.063 0.008 1,0.801 0.007 1,0.015 0.004-1,-0.014 0.003-1,-0.033 0.002-2,-0.258 0.002 1,0.358 0.001 0,0.451 0.000 1,0.486 0.000-1,-5.039 0.003 2,0.880-0.001 2,0.427-0.002-1,-1.363-0.001-1,1.038-0.001-2,0.837 0.000 2,-1.780 0.000-1,0.971 0.000 0,0.529 0.000 0,0.835 0.000 1,-1.236 0.000 0,-1.038 0.000-1,-0.627 0.000-2,1.054 0.000 1,0.571 0.000 2,1.252 0.000 0,0.548 0.000-2,-0.072-0.863 1,0.348-1.795 1,-3.022-1.155-1,4.964 1.976 0,-5.011-0.887 0,-1.832 0.514-2,5.663 1.364 0,-0.410 0.203 3,0.319 0.214-1,0.427 0.167-1,-0.009 0.125 1,0.074 0.093 1,-3.806 0.074 0,-0.887 0.081 0,5.558-0.041 0,0.187-0.004-2,-4.277 0.028 1,-0.952-0.026-1,4.521-0.044 2,-0.698-0.007 0,-0.519-0.006-2,-1.216-0.004-1,-0.482-0.003 0,0.023-0.002 1,0.344-0.001 0,1.271 0.000 1,-0.560 0.000-1,-0.489 0.000 2,-1.552 0.000 0,-0.826 0.000 2,-0.810 0.000-7,-3.119 0.000 0,0.702 0.000 1,1.229 0.000 2,3.217 0.000-1,0.441 0.000 1,0.265 0.000 3,-1.400 0.000 1,0.010 0.000-2,-0.042 0.000 0,-0.073 0.000 0,1.273-0.239-2,0.219-0.385 0,0.250-0.462 0,0.256-0.486 0,-0.591-0.311 1,-0.564-0.047 1,-0.736 0.093 0,-1.756 0.013-1,-0.046 0.285 0,0.233 0.301-1,0.391 0.287 0,0.457 0.255 0,0.122-0.238 0,0.376-0.504 0,0.314-0.637 0,0.882-0.455 2,0.085-0.581 2,0.008-0.535-1,0.632 0.179 0,-0.105 0.180-2,-0.145 0.331 0,0.550 0.564 0,-0.182 0.375 0,-0.203 0.370 0,-1.731 0.207 0,-0.134 0.400 0,-0.036 0.333 0,0.569 0.056-1,0.170-0.155 1,0.196-0.264 0,0.200-0.317-1,0.188-0.330 1,-0.330-0.573-1,0.037-0.544 0,0.000-0.532 0,0.670 0.144 1,-0.076 0.153 1,-0.109 0.299 0,-1.696 0.027 1,0.358 0.561-2,1.237 0.639 0,0.089 0.396 1,-0.001 0.338 1,-0.821 0.253-1,0.341 0.251-1,2.402 0.176-1,0.586 0.089 1,0.598 0.063 1,0.569 0.042 0,-5.586 0.121 1,5.579-0.072-2,-4.744 0.084 2,2.133-0.055 0,1.812-0.053-3,13.885-0.059 1,0.773-0.028 2,-0.902 0.000 0,4.101 0.000-2,-4.397 0.000-1,0.344 0.000 0,-0.035 0.000 1,-0.206 0.000-1,-0.305 0.000-1,5.792 0.000 1,-5.596 0.000 1,1.276 0.000 0,-0.201 0.000 2,-0.366 0.000-2,-0.450 0.000-2,4.758 0.000 0,-5.232 0.000 3,2.460 0.000-1,-0.071 0.000 0,-0.347 0.000-1,-0.920 0.000 1,-0.406 0.000 0,-0.378 0.000 0,4.749 0.000 2,-1.374 0.000-1,-3.673 0.000 0,0.891 0.000 0,-1.152 0.000-1,0.167 0.000 1,0.080 0.000-1,2.606 0.000-2,0.083 0.000 0,-0.033 0.000 1,-0.101 0.000 1,-1.451 0.000-1,0.378 0.000 0,0.510 0.000 0,0.569 0.000 0,0.335 0.000 0,-0.420 0.000 1,-0.679 0.000-1,-0.806 0.000 1,-0.839 0.000-1,0.396 0.000 1,4.542 0.000 4,-4.684 0.000-2,1.517 0.000 2,0.452 0.000-4,0.268 0.000-2,0.128 0.000 0,1.331 0.713 0,-1.330 1.080 1,-2.797-0.113 0,4.426 1.893 3,-4.901-1.515 0,0.072-0.179 2,0.243 0.175-4,0.023 0.245 0,-0.124 0.274 1,3.108 0.419-2,1.881-0.259-1,-1.339-0.533 2,1.031 0.206 2,1.005 0.303-6,0.342 0.059 1,-0.133-0.113 0,-0.452-0.224 1,1.180 0.325 0,-1.437-0.065 0,-1.532 0.000 2,-1.470 0.041 2,-1.313 0.063 1,-0.626-0.502-2,0.636 0.245 0,0.382 0.307 4,1.453 0.588 0,-0.050-0.144-5,-0.244-0.306-4,1.987-0.090 2,0.064-0.560 0,-0.388-0.540 3,-1.399-0.594 1,0.034-0.322 0,0.150-0.271-5,1.642 0.518 1,-0.182 0.860 2,-3.099-0.360 0,-0.295 0.053 0,-0.284-0.042 1,-0.167 0.194 0,-0.746 0.180-1,3.230 2.724 1,-1.159 1.072 2,-0.420-1.334 0,2.428-1.550-2,-3.562-1.937-2,0.859-0.268 0,0.779-0.224 0,1.422 0.172-1,-0.815 0.326 1,-1.247 0.443 0,-1.396 0.474 0,5.345 1.205 3,-4.450-1.685 2,2.772 0.847-2,0.449 0.790-4,-2.784-0.727 0,-0.138-0.033 0,-0.178-0.132 0,0.134-0.086 2,-0.362-0.265 0,-0.390-0.281 0,6.134 0.742 1,-5.500-1.504 0,0.144-0.209 0,1.220-0.137-1,-0.667-0.195 1,-0.865-0.141-2,3.971-0.154-2,-3.094-0.135 4,1.493 0.001 0,-0.847 0.115 3,1.120 0.014-1,-0.952 0.019-5,0.290 0.009-1,0.166 0.008 1,0.071 0.007-1,1.376 0.005 0,-0.489 0.006 3,-0.641 0.005-1,-1.170 0.003 1,-0.733 0.002 0,-0.698 0.001 2,5.446 0.004 2,-0.953 0.000-2,0.728-0.003 0,-5.270-0.003-2,-0.065 0.000 1,0.491 0.000 0,0.526 0.000-2,1.472 0.000-2,-0.056 0.000 2,-0.296 0.000 0,0.532-0.447 0,0.106-0.685 0,0.188-0.774 2,0.292-0.397-1,-0.151 0.001-1,-1.781 0.497 1,-0.378 0.214 0,-0.382 0.244 1,4.260-1.284 1,-0.171-1.138-1,-5.237 1.738-1,0.206 0.102 0,0.246 0.174 1,0.049 0.001-2,-0.092-0.119 0,-0.183-0.196 0,-0.238-0.239 0,0.034-0.184 0,-0.335 0.116 1,4.556-1.657 2,-4.272 2.453-1,0.758 0.297 1,0.715 0.250-1,0.188 0.264 0,-0.013 0.225 0,-0.659 0.197-3,-0.168 0.128 0,-0.188 0.100 1,-0.191-0.810 1,-0.183-0.506 0,-0.167-0.269 0,4.662-2.493 4,0.392-1.884-5,-5.464 2.774 0,-0.332 0.243 0,4.149-1.950 1,-0.319 1.677-1,1.322 1.368 2,-4.208 1.133 1,4.324-1.147 0,-3.333-0.913-3,-1.113-1.918 2,-0.473 2.082 1,3.008 0.759-1,-1.389 0.955 0,-1.114 0.582-3,-12.293 0.821 5,-1.366-0.390-1,-2.831 3.439-5,5.063-0.678-1,-0.393 0.352 6,-0.170 0.171-3,-0.014 0.042-1,0.089-0.045 0,-4.824-0.028-1,-2.620-0.172 5,-1.127-0.189-1,-0.089-0.187-4,0.582-0.171-1,0.969-0.149 1,1.145-0.123-1,1.173-0.098 1,-6.710-0.222-2,-4.192-0.285 3,-2.271-0.304 10,-0.458-0.294-4,0.736-0.266-11,1.447-0.229 1,3.017-0.201 1,1.566-0.131 0,1.481-0.102 6,-1.452-0.081 4,0.200-0.065 1,-0.213-0.038 0,-0.551-0.022-7,0.184-0.005 0,3.989 0.021 0,0.036 0.005 1,-0.075 0.007 2,-2.365 0.002 1,-0.117 0.010-4,-0.043 0.009 0,0.007 0.008 0,0.432 0.007 3,0.672 0.005-1,0.776 0.004-1,3.420-0.249 0,0.382-0.417 0,0.277-0.517 0,-0.930-0.760 0,-0.271-0.642 1,-0.405-0.593 0,0.762 0.047 1,-0.088 0.007-3,-0.026 0.152 0,-1.885-0.329 0,0.189 0.152-1,0.286 0.132 3,0.332 0.111-1,0.340 0.089 0,0.325 0.069-2,-0.905-0.530 0,-0.272-0.561 1,0.419-0.076-1,0.831 0.240 2,1.033 0.424 4,-0.387-0.063 0,0.342 0.098 0,0.102-0.011-1,-0.053-0.075-4,2.171 0.782 0,-0.643-0.218 0,-0.524-0.277 0,-3.996-1.551 3,-0.196-0.399 3,0.155-0.277-9,2.000 0.862 0,0.255 0.418 3,0.226 0.532 0,-0.564 0.413 1,0.271 0.644 0,0.268 0.587 2,1.089 0.620-1,-0.019 0.327 0,0.260 0.271-1,-1.154-0.386 1,0.481-0.709 2,0.506-0.332-2,0.485-0.065-4,2.595 0.232 4,0.801-0.294 0,-4.625-3.450 1,1.441-0.218 1,1.327-0.189-1,3.069-0.179-1,3.645-0.485 0,3.835-0.536 0,5.132-0.290-1,3.459 0.291 0,-4.315 3.583 0,0.211 0.408-2,-0.512 0.721 0,0.217 0.419 0,0.820 0.273 1,-0.095 0.451 0,-0.207 0.386 3,-0.655-0.272-1,4.233-3.086 0,-4.845 1.070 1,0.754-0.624-1,0.009-0.006-2,-0.225 0.258-1,-0.362 0.413 1,-0.428 0.486-1,3.876-0.963 1,-0.478 1.485 2,2.581 0.987 3,-3.248 0.907-3,-2.069 0.170-1,0.381 0.068-1,0.335 0.052-1,0.288 0.039 1,1.352 0.042-1,0.197 0.021 0,0.103 0.010 3,0.031 0.002-1,3.263 0.750 0,-0.470 1.061-1,-2.048 0.045 1,-0.117 0.098 1,-0.007-0.068-1,0.751-0.174 0,0.180-0.233-1,-0.210-0.257 0,-2.440-0.191 1,0.391 0.355 1,4.743 1.279 1,-0.371 0.069-6,-0.837-0.196 4,0.197 0.430-1,0.258 0.647 1,-3.086-0.736 0,0.483 0.311 1,0.629 0.317-1,1.236 0.970 0,-0.714 0.522-1,-3.875-1.685 0,-0.196-0.075 0,1.242 0.359 0,0.386-0.284 0,1.425 0.051 1,-0.040-0.477 7,-0.234-0.481-6,-0.236-0.085-3,-0.226 0.202 1,-0.208 0.019 0,-0.186-0.112 1,-0.036 0.051 1,0.073 0.166 0,0.147 0.239 0,-0.074 0.028 0,-0.229-0.123-1,-0.327-0.225-1,0.716-0.027 0,-0.259-0.404-1,0.696-0.252 3,-0.265-0.470 1,-0.951-0.220 0,0.613 0.212-1,0.824 0.356 0,-0.449-0.024-2,0.025-0.002 0,-0.160-0.089-1,2.581 0.802 0,0.546 0.631 0,-1.722-0.300 3,-0.354-0.074 0,-0.502-0.207-1,0.597 0.021-1,-1.004-0.439 1,-1.018-0.443 0,-0.952-0.413 1,-0.942-0.501 1,0.556-0.205-1,0.581-0.176 2,3.009-0.108 0,-0.069-0.191-3,-0.456-0.131-3,-2.821-0.055 1,-0.340-0.032 0,-0.305-0.020 2,1.868-0.045 1,-0.169-0.002 0,-0.108 0.009 1,-0.061 0.015-2,-0.027 0.017-1,-0.004 0.018 0,-1.101 0.020 0,-0.448 0.012 0,4.783-0.005-1,-0.836 0.025 5,1.802 0.013 3,-5.322 0.002-5,-0.017 0.001-1,-0.112 0.000-1,0.029 0.000-1,-0.584 0.000 2,4.129 0.002 1,-2.220-0.002-1,-1.165-0.002 1,0.468-0.001 0,-0.490 0.000 1,1.492 0.000-1,-1.831 0.000-2,-0.330 2.677 1,-5.303 3.826 2,-2.800 0.781 0,-2.904-1.062-3,0.147-1.578 0,-1.632-1.450 0,-2.463-2.031 1,0.340-0.828 0,-1.276-0.135-1,-0.588-0.099-1,0.827-0.066-1,0.040-0.039 1,0.241-0.021-1,-0.692-0.012 0,-0.847-0.006 6,0.438 0.003-1,-0.453 0.001-4,-0.376 0.003 0,-0.303 0.004 1,-1.307 0.002-2,0.042 0.006 2,0.185 0.005 0,-0.658 0.005-1,-0.929 0.004 2,-0.444 0.003 2,0.423 0.002 0,-0.208 0.001-2,-2.705 0.001 0,-0.130 0.001-5,-0.006 0.001 5,0.761 0.000 2,1.221 0.000-5,1.448 0.000 1,1.714 0.000 1,0.304 0.000 0,-0.005 0.000 5,0.060 0.000 1,0.101 0.000-5,0.124 0.000 0,0.133 0.000 0,0.131 0.000 0,0.123 0.000 0,-1.412 0.000 1,0.094 0.000-1,0.520 0.000 1,-4.109 0.000 0,-0.433 0.000 2,5.326 0.000-6,-1.250 0.000 3,-3.996 0.000 1,-0.105 0.000-5,0.545 0.000 2,0.415-0.754 0,-0.224-0.501-1,1.858-0.071 1,-0.141-0.123 3,-4.306-0.479 1,-0.056 0.071 0,-1.326-0.011-5,1.325 0.263 3,2.454 0.504 0,-1.254 0.182-1,-0.458-0.204 3,0.129-0.469 2,-2.668-0.710-3,1.678-0.088-5,2.014 0.107 0,2.094 0.227 0,2.002 0.290 6,1.805 0.310 0,-1.764 0.458-2,-2.353 0.194 1,-10.187-0.681-1,-3.401-0.810-1,2.374-0.027 1,1.193 0.021-3,-1.485-0.009-2,0.799 0.339 1,1.323 0.380 5,1.523 0.372 6,8.268 0.290-7,-0.581-0.371 1,-2.498-0.486 1,0.056-0.130 1,0.354-0.002-4,-3.781-0.341 0,0.651 0.255-1,1.114 0.311 1,1.327 0.323 1,1.366 0.308 2,5.047 0.453 0,0.231 0.123 0,-3.165-0.435-1,-0.114-0.623 0,-1.772-0.578 9,-0.073-0.104-14,3.588 0.507 3,0.468 0.125 0,0.150 0.164 0,-0.083 0.184 1,-4.268-0.820 0,0.890-0.743 4,4.462 0.660-5,-0.055 0.026 1,0.103 0.119 0,0.210 0.179 0,-2.242-0.123 1,0.641 0.356-1,2.572 0.185 0,-0.192-0.382 1,-3.181-1.206 0,0.364-0.485 0,0.611-0.344-2,0.715-0.229 1,3.136 1.072-1,0.311 0.217 0,-0.857-0.072 0,0.536 0.439 0,0.545 0.445 3,-0.157 0.344 3,0.246 0.427-3,0.872-0.068-1,0.000-0.528-1,-0.647-0.507 1,0.222-0.031 0,0.280 0.151-1,-3.640-1.701-1,-0.954-1.992 1,6.232 2.545 0,-1.545-1.982 0,9.791-0.153 4,3.639 5.791-1,0.885-0.141-3,-0.990-0.129 0,0.833-0.796-1,3.689-2.312 0,-3.889 1.096 0,2.474-0.410 1,0.395 0.221-4,-0.261 0.350 2,-0.334 0.342 1,-0.462 0.333 1,-0.501 0.297 0,-0.480 0.251 0,-1.465 0.222-1,4.973 0.014 0,-2.222 0.276 1,1.533 0.131 7,-3.879-0.013-6,3.792 0.035-1,-4.010-0.054-1,-0.065-0.008 0,-0.216-0.009 1,-0.301-0.008 0,4.468 0.009 0,0.926-0.020-1,-4.306-0.018 2,0.684-0.003 1,0.260-0.002-3,0.065-0.001 0,-0.068-0.001-1,-0.153 0.000 0,-0.718 0.000 1,-0.300 0.000 0,-0.315 0.000 0,1.030 0.000 0,0.226 0.000 3,0.349 0.000 2,-0.659 0.000-3,0.137 0.000-2,1.879 0.000 0,-0.044 0.000 0,-1.738 0.342 2,-0.353 0.547 0,-0.371 0.649-1,2.492 1.101 0,-0.289 0.498 0,1.782 0.821 1,0.056 0.011 0,-0.392-0.285-4,-0.517-0.736 0,0.214-0.424 0,0.477 0.040 3,0.625 0.351 2,-0.991-0.022 2,0.214 0.330-7,0.147 0.334 1,4.032 1.467 0,-0.656-0.367 1,-4.403-1.606 0,-0.449-0.383 0,-0.262-0.399 0,-0.116-0.391 3,-0.007-0.366 1,1.062 0.215 0,-0.173 0.363-3,1.370 0.381-1,0.478-0.086 0,-1.962-0.524 2,-0.444-0.214 0,-0.595-0.237-1,-0.668-0.239-1,0.704-0.214 0,0.476-0.216 1,0.403-0.189 2,0.036-0.161 1,-0.219-0.132-1,-0.382-0.105-4,-0.474-0.081-1,-0.510-0.059 1,-0.507-0.042 1,2.954 1.374 3,0.309 0.715 1,-0.073 0.249-1,-0.297-0.055-1,-1.331-0.398-3,-0.364-0.261 0,-0.505-0.255 3,-0.949-0.293 0,-0.995-0.266-1,3.660 0.136 2,-2.840-0.587-2,0.293-0.326 0,-0.280 0.250 3,-0.339 1.437 1,-3.900 3.673-4,-4.597 1.140 0,-5.298-4.633 1,0.999-0.551-1,-0.327 2.073 0,0.121 1.291-1,-1.662-1.063-1,0.663-2.023 2,-4.675-0.553 0,5.246-0.741-1,0.046-0.110 0,0.253-0.085 1,-3.541-0.066-1,-1.828-0.051-2,-1.047-0.030 5,0.169-0.013-2,0.224-0.005-4,0.489 0.001 1,0.617 0.006 0,0.649 0.008 1,0.618 0.008 1,-4.902 0.006 0,-1.178 0.012-1,-2.164 0.005 8,-5.577 0.002-4,0.473 0.005-8,1.582 0.003-1,2.132 0.002 2,2.293 0.001 0,2.200 0.000 3,1.207-0.251 3,-2.170-0.418-1,-1.797-0.518 2,-1.179-0.564 3,-0.684-0.571 0,-0.299-0.548-3,-3.361-1.167-9,0.445-0.541 1,0.736-0.408 2,2.637 0.398 4,1.215 0.283 0,1.257 0.433 1,1.216 0.512 0,1.121 0.538-1,0.994 0.526 5,-0.483 0.298 0,1.789 0.563-2,1.762 0.466-1,1.616 0.370 0,2.182 0.291 0,0.757 0.162 1,-4.875-0.167 3,3.011-1.920-2,2.268-4.310 1,4.281-1.764-4,1.563 1.625-1,0.547-0.407 0,1.829 1.312 0,7.497 0.653 0,-2.967 3.462-1,0.309 0.480 0,-0.171 0.395 0,-0.450 0.309 0,-0.582 0.230 0,3.037 0.135 0,-0.273 0.220 0,0.185 0.084 4,-2.428-0.067-1,1.417-0.010-3,1.533-0.016 0,-0.966-0.028-1,0.296-0.013 1,1.640-0.006-1,-0.459-0.015 0,-0.688-0.012 1,-0.407-0.010 3,0.619-0.006-1,0.473-0.004-1,-0.946-0.003 2,0.680-0.001-1,0.771-0.001-4,2.526-0.001-1,0.334 0.000 2,0.038 0.000 0,6.370 0.392 0,-1.638 0.617 1,0.676 0.712 1,-1.779 0.314 1,1.040 0.556-1,1.182 0.535-5,2.196 0.787-1,0.084 0.434 3,-0.331 0.330 1,-0.222 0.262 0,-0.135 0.199 1,-0.069 0.145 1,0.843 0.335 1,-1.079-0.205-1,-1.273-0.293 0,-1.303-0.329 0,-1.227-0.327 0,0.210-0.045 0,-0.181-0.201 0,0.116-0.142 0,0.292-0.094 1,7.358 0.529 1,-2.340-0.961-1,-0.327-0.208 1,-1.154-0.184 1,-1.566-0.154 0,-1.689-0.123-7,0.595 0.766-1,1.374 0.856-1,0.339 0.622 9,-3.370-0.669 12,-0.901-0.166-12,-1.128-0.320-7,0.758-0.163 0,0.557-0.044-1,0.389 0.043 6,-0.237-0.148 8,-0.672-0.278-7,-0.949-0.357-2,-0.204-0.259-4,-1.093-0.458 1,-1.029-0.439-1,-0.930-0.404 7,-0.183-0.344 3,0.004-0.318-5,0.282-0.263 1,0.833-0.201-1,-0.698-0.188-1,-0.948-0.134 0,-1.050-0.088 0,0.431-0.083 0,-0.793-0.028 2,-0.723 0.017 1,0.605 0.012 1,0.887 0.020 0,0.634 0.023-6,0.425 0.023 0,0.260 0.022 0,1.748 0.016 0,0.668 0.020 2,-2.280 0.016-1,-0.533 0.008 1,-0.697 0.006 0,1.410 0.005 0,0.391 0.003 1,0.167 0.002 1,0.973 0.002 1,-0.575 0.000-4,-3.650-0.002-2,-0.122 0.000 1,-0.005 0.000 1,3.160 0.000 5,-0.369-0.001-4,-0.523 0.000-1,-0.570-0.001 1,-0.547 0.000 2,-0.485 0.000-2,1.734 0.000 0,1.495 0.000-1,-0.868-0.255 3,-1.042-0.394 2,-1.493-0.450-7,-1.657-0.449 1,-1.627-0.412 0,5.071-1.659 3,-0.288 0.760 9,0.871 0.888-11,-2.828 1.059-1,0.111 0.255 0,-0.216 0.212 1,-1.027 0.184-1,0.229 0.102 2,0.341 0.078 1,0.052 0.057-1,-0.143 0.039 0,-0.264 0.025-1,-0.021 0.019 1,-0.735 0.006 0,-0.785-0.001 0,3.951 0.046 2,-2.116-0.275-1,1.795-1.502-1,-3.494 0.108 0,0.522-0.239-1,0.185-0.055 0,-0.054 0.074 0,-0.212 0.156 1,0.263 0.029-1,-0.997 0.292 1,2.734-0.473 1,-2.524 0.672 0</inkml:trace>
</inkml:ink>
</file>

<file path=ppt/ink/ink6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5:57"/>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2073.692 3308.262 767,'-4.450'4.449'0,"0.164"-0.164"0,0.020-0.020 0,-1.013 3.609-7,0.321 3.922 5,2.003-4.463 1,-0.684 0.571 0,-0.136 0.162 0,-0.414 1.148 0,-0.349 1.234 0,-0.320 1.783-2,0.514 0.069 1,0.697-0.698 0,0.746-1.099 0,0.709-1.243 2,0.623-1.219 2,-0.751 2.539 0,-0.789-1.720 0,-0.800-2.883 0,-0.060-0.518 0,-0.035 0.654 0,0.162-0.435-2,-0.166-0.383-1,-0.195-0.594 0,-2.557 2.727 0,0.611 0.589 1,0.259 0.366 3,0.250-0.592-3,0.548 1.479-2,1.518-1.714 9,0.454-2.029-8,2.933-14.650 2,0.394 1.327-1,-0.034-0.085-1,-0.058 0.548-1,-0.053 0.650 0,-0.037 0.521 0,4.163 1.109 1,2.707 1.780 6,0.614 1.539-2,2.265-3.931-6,-5.051 1.334 4,1.654-3.483-1,-1.797-0.683-4,-0.003-2.099 4,-1.950 5.164 0,0.383-0.041 0,0.416-0.016 0,0.407 0.002 0,2.584-4.032-1,-1.171-0.185 1,-1.519-0.264 0,-1.505 3.260 1,0.530-0.320-1,0.106 0.997-1,0.312 0.673 1,3.901-2.847 0,-1.203 2.573 1,-1.068-0.500-1,-1.474-0.838 3,-1.402-0.773-3,-1.139 0.622 0,-0.772-0.487-1,-0.479 1.333 1,2.232-0.625 0,1.681-0.175 2,1.740-0.379-2,-0.773 3.282-1,0.833 0.569 0,3.715-1.934-1,-1.333 0.050 2,-1.313-1.041 1,-2.613 0.401-1,-1.561-2.086 1,-2.082 0.436 0,-0.574 0.082-1,2.577 0.457 1,1.752-3.546-1,-1.808 5.028 0,0.917-3.491-3,-1.576 1.689 2,-7.393 5.861 2,0.129 5.069 1,1.494 4.377 0,-0.517-0.690-1,-0.489-1.038-3,-0.398 0.561 1,-0.314 2.640 0,2.193 0.003 0,1.340-2.614 1,-2.386-0.195 2,-1.359-3.351-1,-0.081 0.308 0,-0.441 3.647-3,0.350 0.575 2,-0.567 0.129-1,2.882-2.367 0,0.100 0.788 1,0.339 0.625 1,-0.089 0.783-2,0.330-0.663-3,0.275-0.986 3,-2.649 2.621-1,-0.048-2.821 5,-1.082 1.116 0,0.843 0.332-2,1.403 1.456-2,1.829 1.291 7,1.645-2.867-8,2.036-13.267 4,3.951 0.035-3,0.175 1.020 1,1.411-1.219-2,0.986-0.875 0,0.585-0.533 0,-0.254-0.804 0,-2.257 0.186 0,-1.551 2.410 4,1.588 0.327 4,2.448-3.448-5,-3.655 3.757-3,-0.118 0.044 1,-0.238 0.298 0,2.904-3.692-2,-1.132 1.849 3,-1.229 1.665 0,-0.387-1.812 0,-0.760 1.318 3,4.822-1.856 2,0.370-0.784-7,-0.709-1.066-1,-3.255 5.135 2,2.309-2.122 3,-1.481 0.143-2,1.250-0.518 1,-0.346 0.028 0,-1.040-0.206-1,0.642-0.936-1,-0.170 1.777 0,2.249 0.259 0,2.354-0.890 2,-1.503 0.141-1,-1.964-0.394-2,0.707-0.694 2,-1.332 3.468 3,1.625 0.711-1,-0.182-1.040-3,-2.203-1.006 1,-2.163-0.359 0,-1.634-0.010 0,2.873-1.549 1,3.063-0.086 0,1.379 0.117-4,-0.195 0.244 1,-1.653-0.171 0,-0.345-0.745 0,-0.314 1.637 3,0.729 0.680 2,1.296-1.491-1,-4.364 2.379-3,1.012-3.223 1,-1.606-0.371-1,-1.141-0.945 9,-1.444 3.312-12,-1.747 12.320 8,-3.241 2.309-3,-0.238-0.140-4,0.804 2.481-2,-0.820-0.698 4,-1.361-1.160 0,2.211-3.659 2,0.182-0.045 1,0.094 0.261-3,0.222 0.177 0,0.051 0.108-1,-0.073 0.055 1,-0.158 0.014 0,0.041-0.032 1,0.180-0.063 1,0.271-0.082-2,0.192 0.200 1,0.389-0.210 0,-1.040 4.982 1,1.990-4.566 0,0.380 0.122-1,0.047 3.776 1,0.543 2.277 1,0.309-4.795-2,-0.265 0.488-1,-0.471-0.132 1,-0.563-0.720-1,-0.574-1.026 0,-1.475 2.731 2,0.190-0.287-1,0.690-0.033 2,0.832 0.307-1,0.767 0.800-2,0.543-1.014 1,0.245-0.144 0,-2.371-0.181 1,-1.666-1.744 0,0.155 0.250 0,0.026-0.737-1,2.188-13.052 1,1.944-0.010 0,-0.129 0.257-1,5.142 1.609 1,-1.725-0.093-1,-0.064-4.870-3,-1.174-0.745 0,0.238 0.101 2,0.081 4.778 1,0.578-0.062-1,0.378 0.152 2,0.222 0.282-2,-0.311 0.021 1,0.113-0.347-2,0.100-0.138 0,0.085 0.014 2,0.200-0.535 3,-0.370 0.119-2,-0.478 0.152-3,-0.671 0.611 1,1.163-5.275 1,-1.885 4.852 1,0.195 0.141 0,0.375 0.139 0,2.341-2.404 0,1.281 1.452-1,-0.116-1.219 0,-2.728 2.700 0,-0.003-0.253 0,0.052-0.077-1,0.086 0.046 0,0.409-0.971 0,-0.421 0.145 1,-0.529 0.181 0,2.000-3.072 0,1.112 2.226 4,-0.485 1.489-3,-0.567-1.464 0,-2.378-0.668-1,1.261-2.202 1,1.274-0.912-3,0.208 0.614 0,-0.206 0.877 0,-0.312 0.753 1,-0.470 2.066 0,0.146 2.052 0,3.067-1.421 6,-3.671-3.343 0,-1.447-0.477-6,-1.094 1.209-2,-0.712 1.629 2,-0.734-0.486 0,-4.041 3.164 3,-1.772 4.663 1,1.740 5.972 0,0.716 0.927-3,-0.444 1.813-3,2.213-3.248 2,0.039 0.132-1,-0.075-0.232 1,-2.356 4.101 0,-1.123-1.803 0,-1.549 2.271 3,3.554-4.320-2,-0.789 3.210-1,0.686-0.359-1,-0.172 0.866-1,-0.979 2.799 3,-0.069 0.083 1,0.017-0.327-4,0.069-0.555-1,0.850-0.648 2,0.465 0.388 2,0.522 0.181-1,0.361-1.084 5,-0.049-0.463 2,-0.190-0.585-8,-0.277-0.342-1,-0.321-0.156 1,-0.334-0.019 3,-1.328 2.205 1,-0.334 0.022-2,-0.209-0.038 0,0.941-1.802-1,0.460-0.527 1,0.569-0.579-1,0.772-1.093 1,0.511-0.448-1,0.476-0.389 4,0.390 0.053 0,0.392-0.039-1,0.071 0.412-1,-0.001-0.875 1,-1.407 2.891-1,-0.946-3.763 0,-1.447 0.064 1,2.432 0.647 0,1.109 2.409-1,0.604 0.328-2,0.384-0.750-1,0.217-1.417 3,0.376-12.800 4,-0.412-2.391-5,0.004 2.281-2,0.000-0.847 0,0.001-0.675 0,0.393-2.769 1,0.615 1.971 1,0.712-1.487 0,0.796-1.324-2,0.461 0.425-2,0.301 0.951 1,0.177 1.191 0,0.086 1.236 1,0.494 0.703 3,0.307 0.157 0,-0.094 0.362 1,-0.350 0.471 2,-0.493 0.510 0,0.099-2.163-4,-1.282 0.902-4,-0.546-0.047 4,-0.404-0.469 4,-0.458 0.446-3,-0.350 0.536-3,-0.208-4.840 1,-0.432 1.111 2,-0.517 1.558 0,-1.592 1.430 0,-3.470 4.875 1,-0.482 5.501 0,1.967 5.578-1,-0.033-0.317-2,0.235 2.405-1,2.375-3.859 0,0.354 0.830 2,0.079-0.743-1,-0.320 0.044-1,-0.454-0.085 1,-2.656 4.873-1,-0.040 0.157 3,1.108-3.065 0,-0.195-0.014-1,-0.194-0.182-2,-1.409 2.981-1,0.541-0.526 0,1.073-1.524 3,0.683-0.448 1,0.623-1.670 1,-0.015-0.424 0,-0.166-0.394-1,-0.667 1.454 0,0.332-0.291 0,-1.528 2.095-1,-1.378-0.670 1,2.786-3.197 1,0.435 0.088-1,0.401-0.056-2,0.420-0.280 0,-0.710 4.653 0,1.227-1.227 0,0.895-0.144 2,0.494 0.148 1,0.182-0.100 7,0.015-2.590-12,0.101-12.817 5,-0.326 0.070-1,0.002-2.530-3,0.001-2.432-1,1.071-0.245 0,0.289 4.725 2,1.233-2.285 0,1.053-1.343-1,0.110 0.241 1,-0.006 0.005 0,-0.245 0.299 0,-0.485 0.627-1,-0.423 0.251 1,-0.170-0.197 1,-0.290 0.693 0,-0.206 0.749 2,-0.138 0.732 0,-0.083 0.670-1,1.611-4.464-3,0.633 0.226 1,-0.855 3.594 0,0.679-0.440 3,0.305-0.225 3,0.025-0.062-5,-0.175 0.058-2,0.655-1.807-1,-0.694 0.761-1,-0.744 0.912 4,-0.716 0.934 2,-0.642 0.874-1,0.288-2.495 8,-4.844 16.142 0,-3.592 0.222-13,-0.083 0.172 1,-1.135 4.053-6,2.703-3.018 12,-0.117-0.163-3,-0.192-0.694-1,-0.131-1.136-1,0.260-0.042 0,-0.067 0.122 2,-0.059-0.074 2,0.645 0.367 2,0.490 0.417-4,0.584 0.098-2,0.268-0.462 0,0.041-0.804 4,-0.113-0.980-1,-0.396 0.343-3,0.438-0.286 3,-1.497 2.396 2,-1.599 2.531-1,2.927-2.721-3,0.721-1.363 0,-0.146 0.179 0,-0.240 0.028-1,-1.054 1.183 1,-0.660 0.041 0,-0.071 0.004 1,0.311-0.020 0,0.708-1.278 0,-0.011-0.212 0,-0.091-0.227 0,-0.398 0.555 1,0.450-0.581-1,0.573-0.618 0,-1.491 4.196 0,2.021-2.878 4,2.193-15.250-2,0.802 1.703 0,-0.148-0.462-1,-0.070-2.106 0,-0.012 0.015-3,0.442-2.565-1,0.687 5.477 2,1.188-0.169 1,0.475 0.427 0,0.529-0.844 0,0.180-0.496 0,-0.077 0.078-1,0.227-0.505-1,0.241-0.510 1,0.605-1.240-1,0.240-0.477 1,0.198-0.383 0,1.821-2.950-1,0.409 0.301 1,-0.975 1.849 0,-0.663 0.851 0,-0.831 0.889 1,-0.735 1.347 1,-0.192 0.647 1,-0.027 0.545 0,0.310-0.799 0,-0.577 0.172-1,0.772-3.689 2,-1.447-0.049-1,-1.310 0.816-2,-0.963 1.675 0,-0.637 1.471 0,-2.472 1.335 0,-3.205 9.612 2,-0.969 2.511 2,-1.715 0.521-5,3.938-2.748 0,-1.409 1.290-2,-0.746 0.294 2,-0.792 0.140-3,1.029-0.750 3,0.052 0.289 0,0.178 0.344 1,0.253 0.361-1,-0.307 0.828 1,0.396-0.135-1,0.392-0.301 1,0.360-0.384-1,-0.233 0.226 2,0.036-0.170 0,-0.053-0.093 0,-0.103-0.038-1,-0.125-0.002-1,-0.808 1.031 1,-0.703 1.184-1,-0.319 0.903 1,-0.552 0.946 3,0.188-0.206-3,0.322-0.518-3,2.082-2.494 0,0.154 0.085 1,0.106 0.230 3,-0.792 1.470 1,0.490-0.557-2,0.559-0.797 0,0.564-0.896 0,0.528-0.898 1,-2.456 3.213-1,-0.458-0.500 1,-0.753-0.939 2,1.500-2.750 4,0.100-3.219-7,5.377-7.906 1,6.355 3.160 1,-0.346-1.871-1,-0.399-1.703-2,0.516-0.496-1,0.700-0.248 0,1.405-1.060 0,-3.626 4.239 2,0.090-0.008-1,0.653-1.315 1,-0.606-0.393 0,-0.710 0.544-1,-0.173 0.127 2,-0.066 0.210 0,0.008 0.248 0,2.383-1.932-8,1.529 1.025 10,-0.153 0.159 1,-2.021 0.177-10,-0.200-0.585 14,1.020-0.585-9,0.443 1.272 1,0.056 0.308 0,-1.146-3.099 1,0.646-1.226 0,-2.317 4.354-2,-0.271-0.304 0,0.255-0.408 1,0.551-0.435 1,-0.007 0.823-1,0.326 0.564-1,0.276 0.724 0,3.914-3.316 0,-1.649-0.275 3,0.595-1.373-1,-3.486 4.308-2,0.268-0.207 0,1.347-0.645 0,0.553 0.667 0,2.307-1.841-1,-0.976-0.783 3,-0.458-2.033 2,-3.675 4.146-2,0.670-0.604-3,0.472 0.463 1,0.415-0.417-1,-0.470-0.074 1,2.288-3.540 4,-3.333 4.828-1,0.939-0.425-2,0.523 0.604 0,-0.007 0.649-1,0.007 0.361 1,4.527-2.982 1,-1.476 0.834-2,-2.181 0.173 1,-1.516-0.637-1,0.237-1.086 3,1.220-0.011-1,2.389 0.506-2,1.164 0.563 2,-1.015 0.809-1,-1.063 0.656-2,0.331 1.439 1,-0.543 1.619 3,-0.459 1.690 0,-4.074 6.208 0,-3.005 0.127-1,-4.030 1.059 0,0.166-0.140-2,0.961 0.110 0,-0.422-0.134-1,-3.148 3.130 0,2.763-4.785 2,0.015 0.110 0,0.320 0.055-1,0.493 0.016 0,0.720-0.062 1,0.500 0.514 0,0.472 0.615 1,-1.248 4.462-1,-1.156-1.083-1,-1.409 0.296 2,2.348-4.835 0,-0.078-0.174-2,-0.287 0.107 0,-0.288 0.071 0,-0.348 0.804-1,0.211 0.477 1,0.365 0.542 1,0.099 0.414 1,0.246-0.509-1,0.181-0.792 0,0.126-0.932-1,-2.240 2.542 2,1.287-1.591 0,0.921 0.719 3,0.891 0.575-2,-0.570-0.946-2,-1.126-1.433 1,0.049 0.239-1,0.915 1.429 0,0.822 1.993 0,0.893-0.160 0,0.627-0.860 0,0.392-0.379-2,0.202-1.418 2,0.116 1.272 1,-0.089-0.758 1,-0.071 1.677-2,-0.046-2.228 1,-0.012 1.322-2,-0.007 1.703 0,-0.001-0.628 0,0.000-0.367 1,0.243-0.540-1,1.568-1.584 1,3.604-10.573 2,-1.315-0.186 0,-0.767-0.948 0,-2.387-3.234-3,-0.185 0.334 0,0.792 0.341 0,0.844 1.123-1,0.667 1.178 2,4.895-3.153-2,-2.868 3.796 4,0.111-1.751-1,-0.312-1.196-3,0.583-1.178-1,0.594-0.054 2,0.751 0.307 1,-0.521 0.815-2,-0.524 0.178-1,-0.760 0.121 3,-0.855 0.076-1,-0.460 0.238 1,-0.174 0.324 0,0.022 0.355 1,-0.362 1.193-1,0.195 0.206 2,0.243 0.155-1,0.573-0.299 1,0.136 0.262-2,0.068 0.270 0,0.019 0.257 0,3.039-3.835 0,-1.881 0.533 0,-0.465-0.877 2,0.165 0.586 0,0.254 0.992-2,0.403 0.515 0,-0.157 0.802 0,0.021 0.306-1,0.412-0.465 1,-0.754-0.511 0,-0.970-0.711-1,-0.549 0.879 2,1.530 0.539 0,0.732 3.500 2,-12.919 3.646 1,0.556 1.054-2,1.387 2.011-4,-2.201 2.757-1,0.212 0.287 2,-0.790 2.466-1,3.566-3.791 1,-0.486-0.484-1,-0.748 0.198 1,-0.520 0.130 0,0.408-0.366 0,0.228 0.051 2,0.403 0.039 1,-0.090 0.771-4,0.179 0.480 0,0.084 0.557 2,-0.288 1.671 1,0.619 0.310-2,0.582-0.881 0,0.220-0.826 0,0.105-1.035 0,0.023-1.104 2,-0.206 0.101 2,-1.501 3.787-2,2.026-1.010 4,-0.097 2.409-5,1.006-4.136-1,-2.566 4.534-1,-2.045-1.036 1,-1.644-2.258 0,-0.136-2.577 3,1.437-0.349-2,0.653 1.205 1,0.343 0.685 1,-1.328 0.218-2,-0.550 1.553-1,4.030-3.457 2,-1.768 4.153-3,2.537-1.336 1,1.989-0.996 1,6.188-11.929 1,-2.139-0.756 0,-0.204 0.279 0,-0.081 0.257 0,-0.569-0.434-3,-1.008-0.741 6,1.411 0.414-4,1.967-1.032-1,2.954-2.231-4,-2.231 3.531 7,-0.948 0.971-3,-0.136-0.167 0,-0.290-0.131 1,-0.386-0.098-2,-0.437-0.070 1,-0.452-0.047 0,0.474-1.975 2,-0.201 0.343 0,-0.015 0.481 0,0.098 0.521-1,0.751 1.023 0,0.380 0.438 0,3.593-3.520 1,-1.649 1.156 4,-1.080 1.729-8,-3.916 12.329 7,-4.029-1.103-7,-0.844-0.126 8,0.208 0.770-7,-0.322 2.975 0,1.128-4.090 2,-2.401 3.590-1,2.057-3.661 0,-1.185 2.220 0,0.217 0.012 0,0.470-0.348-1,0.591-0.546 1,0.619-0.627 0,-1.856 2.688 1,-1.153-2.090 3,0.670 0.124 0,1.674-0.363 0,1.267 0.019-4,0.926 1.552 0,0.737 0.963 0,0.339 0.802 1,0.080-0.412-1,-0.006 0.197 0,-0.040-1.186 3,-0.045-1.640-1,-0.026 0.835-2,-0.043-0.198 0,-0.018-0.464 3,0.007-0.514 0,0.005-0.254-1,0.000 0.720-1,0.000 0.567-1,-0.907 0.229 2,-2.966-1.615 0,-1.919-4.469-1,-2.046-1.631-1,1.187-0.186 1,0.630 0.000-1,-1.379 0.001 0,0.697 0.105 0,-1.850 0.054 2,1.989 0.017 0,-1.405 0.005 3,0.867 0.003-8,13.585-0.002 8,1.072-0.007-2,-1.167 0.000-4,1.631 0.000 0,0.589 0.000 0,0.046 0.000 0,-1.456 0.000 0,-1.105 0.000 1,1.246 0.000 2,-1.097 0.000 1,2.937 0.000 0,-2.511 0.000-2,-0.478 0.000 0,2.418 0.000-1,-1.743 0.000 0,1.295 0.000 2,1.784 0.000-1,-0.200 0.000-1,-0.850 0.000 0,-0.377 0.000 1,-0.007 0.000-1,1.857 0.000 1,-1.543 0.000 0,-1.771 0.000 0,0.753 0.183 0,-2.685 3.763 2,-4.405 3.640 0,-4.526-2.904 0,-2.182-5.051-2,-0.521 0.331 0,-2.327 0.041-1,-2.771-0.001-1,4.424-0.001 1,-0.399 0.000-1,1.583 0.000 1,-5.912 0.000 0,3.542 0.000 2,-1.188 0.000-1,0.402-0.255 0,0.416-0.394-1,0.717-0.450 0,0.849-0.449 0,0.864-0.412 0,0.353-0.181 1,0.269-0.354 0,-3.873-3.458 2,1.814 0.040 2,-0.837 0.908-4,-1.458 1.785 2,0.065 1.562-3,-1.444 0.890 0,1.341 0.662 0,2.396 0.243 1,1.044 0.026 0,-0.750-1.211 1,1.742-2.379 0,1.914-1.932 1,1.482-1.843-1,1.253-0.626-3,0.816 0.743 1,0.369 0.918 1,2.132-1.742-1,1.863 1.508 2,1.888-0.793 0,0.720 0.066-2,-2.501 2.830 0,0.862-0.810 0,0.584-0.552 0,0.727-0.684 3,0.022 0.012-3,-0.168 0.198-1,-0.278 0.302 0,0.082 0.589 0,-0.071 0.127 2,-0.435 0.071-1,-0.684 0.385 2,-0.190-0.021 1,-0.117-0.050 0,3.867-3.281-3,0.265 1.381 1,0.439 0.237 1,-4.309 2.721 0,3.614-4.320-2,-1.204 1.630 0,-1.524 2.353 2,0.215 0.597-1,0.231-0.288 3,-0.775-0.350-3,-0.953-0.564-1,-0.976-0.642 1,-0.189 0.081 2,3.366-3.012-2,0.271 1.060 1,1.229-0.629-2,0.015 0.179-2,-0.272-0.141 2,-1.664-0.808 1,-1.469 1.036 0,0.203 1.897 1,0.268 2.267 2,0.782 4.412-1,-4.646 5.042 0,-3.939 1.467-1,-2.147-1.581-2,-1.751 0.652-1,0.602-0.888 1,-0.574 0.542 0,-0.897 1.575 0,3.796-2.650 0,0.414 0.889 0,-0.070 1.057-1,-0.063 0.260 2,-0.195 0.010-1,-0.531 0.327 0,-0.302-0.310 1,-0.276-0.371 0,0.158-0.480 1,0.507-0.642-1,0.642-0.631 0,-1.258 3.725 1,-0.432 0.981 1,1.546-3.828 0,-2.027 3.335-1,-0.552 0.868-4,-0.289 0.555 0,0.693-0.606 0,0.602-0.124 1,0.749-0.245 1,0.788-0.305-1,0.701-0.507 2,0.713-1.033 0,0.604-1.108 1,0.488-1.070-1,0.137 3.245 2,0.762-2.906 2,0.028 2.911 0,-2.501-3.398-2,-3.837-1.387 1,-0.077-3.023-2,-0.982-1.983-2,0.200-1.959 0,-0.596-1.548 0,-3.032-1.872 0,4.743 2.346 1,0.455 0.173 1,-3.378-2.233-4,3.030 1.762 1</inkml:trace>
</inkml:ink>
</file>

<file path=ppt/ink/ink6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06"/>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2010.692 4691.262 767,'0.000'6.309'0,"0.000"-0.193"0,0.000 2.355-5,0.000 0.306 4,0.000 2.470-1,0.525-0.924-1,1.035-1.613 2,1.000-1.773 1,0.749-1.420 0,2.802 6.191 0,-1.875-3.730 1,0.992 1.475-1,0.303 0.087-2,0.098-0.328 0,-0.044-0.579-2,-1.166-1.035 1,-0.410 0.127 2,-0.481-0.022 1,-0.105 1.110 0,-0.679-0.338 5,-0.627-0.426-2,0.552-0.379-5,0.631-0.290 0,0.547-0.607 3,0.324-0.355 1,-0.130-0.561-1,-0.329-0.490-1,3.285 5.160-1,-3.182-4.630 2,-0.168 0.106 0,-0.331-0.048-1,-0.152 1.597 0,-0.566 0.278-1,-0.554-0.163-1,-0.505-0.434 3,-0.437-0.574 1,-0.326 0.340-1,-0.333-0.107-3,0.016-0.744 0,1.297 4.673 6,1.516-1.939-2,0.573-2.402-2,1.096-1.987-1,-3.742-10.829 5,-1.416 0.042 0,0.218-0.378-4,0.001-0.482-2,0.000-1.848 0,-0.001-0.346 0,-1.073-0.861 2,-0.290 4.322 0,-0.788-0.813 0,-0.556 0.017 0,-0.452 0.189-2,-0.353 0.290 1,-1.372-2.825-1,0.586 1.167 1,-0.071 0.215 1,-0.015 0.429 2,1.001 0.661-1,0.350-0.344-3,0.408-0.150 0,0.105-1.020 3,0.576 0.739 1,0.514 0.948-1,-0.207-3.409-4,1.092 3.413 3,0.811-0.295 1,-2.563-0.692 0,-1.716-0.634 0,-0.556-1.418-1,-0.813-0.385 1,-0.639 0.819-2,0.971 2.500-3,-0.006 0.973 3,0.074 0.986-1,0.123 0.937 4,-2.788-1.778 0,1.016-1.289 2,1.877-2.833-1,0.498-0.329-3,-0.540 0.697-2,-0.744 0.778 0,-1.377 0.008 1,-0.790 1.734 1,0.216 2.634 1,2.018 0.925-1,-0.539-3.061 4,1.107 2.173-3,-2.878-2.465-1,-1.529-0.426 0,0.546 0.257-2,1.152 0.436 1,1.823 1.933 0,-0.237 1.209 0,-0.543-0.612 3,1.458-1.412 1,-0.637 0.510-2,-0.510 1.354-2,-1.807 0.889 1,1.845 1.763-1,-0.063 0.552 1,3.616-5.707 2,2.777-0.804-1,4.718 0.958-1,0.832 2.354-1,1.407-0.518 0,2.674 0.547-1,0.430 0.883 2,-1.532 0.897 1,-1.942 0.685-2,1.562-0.610-2,0.408-2.280 4,0.615 0.006 2,0.391 0.500-5,1.493 0.503 0,-0.792 1.033 2,-1.236 0.776 1,-1.404 0.487-1,-1.142 0.254 1,0.266 0.109 0,0.215 0.001 0,-0.437-0.034 0,-0.329-0.034-1,0.161-0.029-1,1.182-0.022 0,-0.321-0.013 1,-0.744-0.006 1,1.617-0.003-1,-0.585 0.001 0,-0.684 0.003 0,1.825 0.001 1,0.388 0.001-2,-1.374 0.000 0,-1.550 0.000 1,2.221 0.000 0,-0.466 0.000 0,-0.437 0.000 1,-1.366 0.000-1,0.624 0.000-2,0.449 0.000 1,-0.792 0.000 3,-0.004 0.000 2,-12.904 0.000-2,0.351 0.266 0,-1.964 3.313-5,1.312 0.568 1,0.079 2.222 0,-0.134 2.880-1,3.346-3.657 4,-1.090 1.646-2,-0.194-0.471-1,-0.168-0.857 0,0.516-1.192 1,0.012-0.407 1,-4.273 3.543 3,4.413-3.354-3,0.141 0.106 0,-3.648 3.667 1,0.179-1.213 1,-0.566 1.952-3,3.481-3.493 2,-0.059-0.367-1,-0.083-0.614-2,0.261 0.432 1,-0.068 0.511 0,-0.071 0.330 2,-0.075 0.229 2,0.247-0.266-3,0.315-0.416-2,0.337-0.484 1,-2.899 3.420-1,0.888-1.546 2,0.426-1.694 0,3.993-11.284 6,1.730 0.205-1,-0.279-1.954-5,-0.009-1.025-2,0.296-1.464 0,1.843-0.313 1,0.786 2.736-1,1.129-1.322 1,-0.934 2.322 0,-0.025-0.085 0,-0.164 0.024 0,0.240-0.179 0,0.117 0.687 0,0.194 0.837 0,0.090 0.759 2,3.936-3.619 2,1.092 0.222-1,-0.980 0.268-3,-2.810 0.955 2,-1.687 2.022-1,2.232 0.497 3,2.253-0.645 0,-2.527 1.452-3,0.955-1.321-1,-0.364-0.488 0,-0.699-0.273-2,-0.847 0.164 2,0.950-3.431-1,-3.773 1.844 4,-8.024 5.369 1,-0.822 2.742 0,-0.189 1.986-3,3.458 1.802 0,-0.079 1.076 0,-0.239 0.415-1,-2.312 3.320-1,3.221-3.652 1,-0.410 0.685 2,0.079-0.488-2,0.115-0.775 0,-3.523 2.442-1,2.816-1.887 2,-0.148 1.362 1,0.308 0.696-6,0.380-0.309 10,-0.028-0.067-5,-0.108-0.217-2,0.742-1.157 1,0.316-0.177 0,0.392-0.148 1,-0.255 0.318 0,-0.063-0.794 1,-3.175 2.691 1,1.165-1.054 1,1.479-0.365-2,9.739-7.070 3,-1.820-4.590-2,-1.684-1.515-2,2.449 1.161-2,2.481-1.270 0,-0.392-0.899 1,-1.180-0.511-1,0.712 0.120 0,1.633 0.447 1,0.125 0.470 0,-1.806 0.376 0,-2.232 0.941 2,-0.188 1.530 1,1.139 0.268 1,1.420-0.661-2,1.337 0.241-1,2.402 0.235-2,-0.965 1.471 1,-1.529 1.250 0,-1.532 0.882 1,2.565 0.506 1,-1.510 0.337 1,-0.173 0.041-1,-0.587 0.002-1,-0.223 0.511 0,-4.121 4.754 1,-2.741 0.952 0,-7.145-2.431 0,0.979 0.992-1,-0.411 3.700-3,1.537 1.558 1,2.458-3.978 0,-0.560 0.383 1,0.154-0.928 1,-0.375 0.028 1,-0.356-0.009-1,-1.400 1.932 0,-0.645 1.287-1,0.149 0.691 0,0.617 0.269 0,1.066-1.683-1,0.104-0.306 1,-0.009-0.370 1,0.002 0.290 1,0.494-0.151-1,0.626-1.232 1,-0.031-0.204-1,-0.148-0.192 1,-0.043 0.206 0,0.246 0.083 0,0.429-0.242-1,0.360-0.048-1,0.369-0.074 2,0.081 1.668 0,0.500 0.015-1,0.453-0.669 0,0.276 0.091 0,0.211 0.291 0,0.168-0.076 1,0.116-0.122-1,0.073-0.140 0,0.042-0.141-2,0.108 4.360 1,-0.016-1.509-1,-0.040-1.220 14,-0.024-1.210-16,-0.109-14.033 8,-0.028 0.438 0,0.006-0.511-7,0.001-1.663 1,0.000-0.934 0,0.000 0.727 1,0.000-2.535-1,0.000 4.094 1,0.000 0.372 2,0.000-0.270-1,0.000 0.890-1,0.000 0.014 0,0.000 0.050 1,0.000-0.379 0,0.000 0.124 0,0.000 0.142 0,0.000-0.271 0,0.000 0.185 0,0.000 0.184 0,0.000-0.210 0,0.000 0.194 1,0.000-4.485-1,0.000 1.253 1,0.000-1.328-1,0.000 1.785-1,0.000 1.789 1,0.000-1.316 1,0.000 1.365 0,-0.294 0.729 0,-6.044 1.431 1,0.196 3.842-1,-0.850 0.623-2,0.858 0.337 0,-0.304 0.204 0,-0.238 0.080 0,0.293 0.073 1,4.608 5.694 2,1.902 0.120 0,-0.084 0.715-1,-0.035 0.747-2,-0.007-0.804 1,-0.002 1.649-1,-0.001 1.851-1,0.000 0.146 0,0.001-0.267 1,0.000-0.312-1,0.001-0.520 1,0.000-0.789 2,0.000-0.553 1,0.000-0.044-1,0.000 0.556 0,0.000-0.011-1,0.000-0.834 0,0.000-0.975 0,0.000-0.058 0,0.000 0.735 7,0.000 0.495-10,0.000-14.138 6,0.000-0.970-2,0.000 0.336-3,0.000-2.834-1,0.000 3.653 2,0.000-5.199-2,0.000 2.296 1,0.000 2.400 1,0.000-0.021 0,0.000 0.591 1,-0.589-5.243 1,-0.923 3.292 1,-0.676-0.532-1,-0.468 0.088-2,-0.300 0.479-2,-0.171 0.694 2,-0.076 0.780-1,-0.009 0.778 1,-2.536-3.842 1,1.777 2.241 1,1.692 1.368 2,-0.031 0.046 1,-1.528-0.299-2,-0.503 0.739-2,-0.871-0.289 0,-0.961-1.302 0,0.878-2.234-2,1.931 0.658 2,1.517 1.265 0,1.059 1.322 0,0.671-3.371-1,-1.810 2.805 2,-2.491 1.433 3,-0.817 1.798-4,-2.380 1.043 0,1.102 1.870 1,12.700 1.278 2,-0.182-0.866-2,0.512 0.000-3,2.513 0.003 0,-2.050 0.004 1,2.185 0.000-1,2.697 0.001 0,-5.555 0.000 1,0.417 0.000 1,0.007 0.000 0,-0.119 0.000 0,-0.188 0.000-1,-0.218 0.000 0,5.374 0.000 0,-1.853 0.000 0,-1.829 0.000 1,-1.684 0.000 2,-0.166 0.000-1,2.672 0.000 1,0.268 0.000 0,-0.177 0.000-3,-0.291 0.000-1,-0.093 0.000 1,0.592 0.000 1,-0.143 0.000 3,-0.570 0.000-3,-0.538 0.000-1,-0.379 0.000-1,-0.770-0.600 1,1.558-2.406 1,-1.505-1.971 2,1.021 0.600 0,-2.017 0.088 0,0.288-0.511-2,1.056-0.565-1,-1.451-0.266 1,-1.547-0.261 0,-0.139 1.163 0,2.772 0.972 1,0.940 2.580-1,-1.194-0.571 0,-1.831-2.765 0,-1.587-1.301 1,-7.862 2.300 0,-1.155 3.722 0,0.496 5.325-2,0.696 2.744 0,-1.067 1.165-1,-1.978 2.411-1,2.460-3.987 1,-0.287-0.104 1,0.000-0.638 1,0.185-0.933 0,-0.653 0.911-2,0.037 0.846-1,0.476 0.742 3,0.133 0.387 3,-0.097 0.132-2,1.100-2.221-3,-0.057-0.600 1,-0.075-0.728-1,-0.373-0.047 3,0.442-0.606 0,0.573-0.470 0,-3.547 4.486 3,3.439-3.636-3,0.334 0.740 0,0.581 0.085 0,-0.065 0.277-3,-0.159-0.168 1,-0.813 1.138-1,-0.263 0.343 2,-0.229 0.430 1,0.006 0.063-2,0.156-0.178 0,0.240-0.318 0,0.277-0.385 0,0.280-0.399 0,0.261-0.379 1,0.513-1.138-1,-0.081-0.184 1,-0.161-0.125-1,-0.290 0.306 1,0.299-0.396 2,-1.935 3.789 2,1.832-1.588-1,1.583-1.225-2,0.949 0.055-1,0.633 1.224 2,0.371-0.725 0,0.211 1.816-2,-0.208-1.663-1,-0.101-0.468 2,-0.036 1.461 0,-0.029 0.985-2,-0.021 0.394-1,-0.012 0.464 1,2.103-0.078 0,1.193-0.226 2,-1.096-3.577 0,0.418 0.073-1,0.452-0.323-1,0.338 0.527 0,-0.175 0.429 1,-0.350 0.586 0,-0.535-0.957 0,0.017-0.056-2,0.099-0.159 1,0.150-0.222 1,0.413 0.660-1,-0.253-0.382 1,-0.367-0.385 0,1.009 3.954 1,-1.418-0.941 1,-0.149 0.916-1,0.612-1.101 0,0.929-1.164-1,0.803-1.368 0,1.981-1.109 0,1.104-3.240 1,-1.029-1.816 1,0.042-0.095-2,0.505 0.343 1,-3.115-5.693 0,-3.097-2.464 0,-0.511 2.098-2,-0.083-0.198 0,-0.042-1.880 0,-0.009-0.396 0,0.013-1.316 0,0.007-3.578 0,0.025 5.286 2,-0.710-0.426-3,-1.076 1.013 0,-0.079 1.407 1,-0.113-0.119 0,0.053-0.355 3,-0.544-0.256 0,-0.666 0.657-3,0.158 0.873 0,0.072 0.010 1,0.223-0.146 0,0.312-0.243 1,0.121 0.091 1,-0.147-0.064-2,-0.263-0.018-1,-0.691-0.719 1,-0.166 0.358-1,-0.083 0.449 1,-0.021 0.473-1,0.018 0.454 0,-3.209-3.347 1,0.159 1.027 0,-0.726 0.433 1,-1.548 1.409 0,1.693 0.352 1,2.267-0.341-1,-0.024-1.006-1,0.333-0.479 0,0.798-0.689-1,-0.107-0.405 1,-0.704 1.868 0,-0.370 1.592 1,-0.912-0.201 0,0.309-0.600-1,0.416-1.460-1,-0.255 0.065 1,-0.171 1.464 0,-0.640 0.042 0,-0.788-1.584-1,0.969-1.650 0,1.654-1.473 1,1.633-0.934 0,1.558 1.508 0,0.936 1.749 0,0.604-0.639 3,0.490 14.228 1,-0.748 0.209-1,1.429 0.272-5,3.145 5.090-1,-2.223-5.393 1,1.809 3.755 0,0.865-0.524-1,-1.689-3.994 3,0.407 0.583 0,0.378 0.708 1,-0.381-0.390-2,-0.268-0.097 0,-0.395-0.261 1,-0.456-0.354-1,1.732 6.198 0,-2.005-4.921 2,0.313 0.142 0,0.629 0.875 1,0.450 0.467-3,0.411 0.470-1,0.698 1.215 0,0.580-0.342 2,-0.603-1.396-1,-0.426-0.550 1,-0.596-0.540 1,0.293 0.375 0,0.295-0.193-1,-1.309-2.218 1,2.333 5.001 0,-1.806-3.121 0,0.445 0.165 0,-0.304-0.389-1,-0.350-0.037 0,-0.490-0.065 0,-0.538-0.078-1,-0.525-0.080 0,1.596 3.723 0,1.510-2.492 0,1.570-1.319 7,0.729-0.855-5,0.336-1.511-2,-0.261-0.402 0,-1.519 2.960 1,-1.280 2.641 3,-1.873-0.250-5,-1.388-1.145 1,-0.873-1.113 1,-0.470-0.602 0,-0.177-0.275 1,2.351-0.388 0,1.640 1.059 1,1.125-0.507-1,0.539-1.638-2,0.053-1.341-1,0.934 4.151 3,-3.812 0.188 0,0.424-1.482-1,1.952 1.197-2,-0.764-0.104 2,0.236-0.906 1,1.082-1.541 0,-0.503 1.252-1,-0.358-0.446 0,1.838-0.380-1,-0.452-3.238 1,0.825-1.701 0,-0.848-0.610 1,0.231 0.140-1,1.665 0.165 1,-1.479-1.657-1,-3.870-4.542 1,-2.557-1.505 0,-0.195-0.096-2,0.105 1.572 0,0.028-2.112 0,0.031-0.217 0,0.018 0.240 0,-1.062-1.499 1,-2.450-1.793-2,1.238 5.164 2,0.117 0.100 0,0.359 0.534-1,-0.970-5.514 0,-1.499 1.014 2,-2.011 3.834 2,-1.137 2.968-1,-0.236-0.285-3,0.620-1.543 2,1.240-0.002 0,0.324-5.281-2,3.039 5.092 1,-2.326-4.981-3,-0.050 1.498 1,-0.691 1.029 0,-1.369-0.275 2,0.803 0.883 2,1.969 1.537 0,1.205-0.661-3,2.287-0.273 1,0.861-1.722 2,-0.030 2.332 0,0.010-1.748-2,-0.127 1.373-1,-0.075-1.724 1,-0.025 1.475 0,-0.006-1.877 0,-0.001 0.710-1,0.001 1.239 0,0.000-2.059 1,0.004 1.002 1,0.001-0.322 0,0.000 0.434-1,0.000 1.546-1,0.000 0.144 1,0.589-0.629 0,3.166-2.463 1,0.909-0.458-2,-1.020 1.167 0,-1.445 1.372 0,-1.075-0.073 0,-0.664-0.440 3,0.092-3.047 0,0.545 3.235-2,0.745-0.405-1,-0.145 1.427 0,0.044 0.036-1,-0.066 0.078 1,0.021-0.407 0,-0.229 0.477 0,0.722-4.496 2,-0.903 2.095 0,-0.694 1.748 0,-0.364-0.452 0,-0.239 0.051 1,-0.106 0.791 0,-0.080-2.970-4,0.100 0.781 2,0.035 0.146 0,0.028 1.071 0,0.018-1.240-2,0.017-0.646 2,0.003 1.883 2,0.000 0.160-1,-0.310 1.117-2,-2.035-0.192 1,-3.719 5.287 2,-1.411 3.338 0,0.385 3.559-3,-0.250 1.121 0,0.162-0.782-1,-0.546-1.149 0,2.081-0.899 2,-0.212 1.196 0,0.344 0.958 1,0.661 0.733-2,1.100-1.033 0,0.086 0.080-1,-0.033-0.005 1,-1.024 1.783 0,-0.157 0.467 0,-0.135 0.482 3,1.442-1.951-2,0.303 0.360-1,0.370 0.418 0,0.271 0.833 0,0.453 0.221 0,0.430 0.116 1,0.391 0.037 0,0.384-0.413 0,0.262 0.182-1,0.220 0.226 1,0.172 0.676-1,0.157-0.009 1,0.118-0.100 0,0.083-0.158 0,0.072 0.866 1,0.037 0.007-2,0.015 0.039 1,-0.007-0.707-1,-0.010-0.559 1,-0.016-0.670 1,-0.019-0.705-1,-0.011 1.460 1,-0.023 0.327 1,-0.240-1.742 0,-0.362-0.642 0,-0.437-0.814 0,-2.695 3.638-3,-3.631-3.078 2,-0.708-3.393 0,0.251-2.502 1</inkml:trace>
</inkml:ink>
</file>

<file path=ppt/ink/ink6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10"/>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2407.692 5359.262 767,'4.374'4.374'0,"0.227"0.227"0,-0.031-0.031 0,-2.450 2.937-6,-1.628-0.478 6,1.487-0.679 0,3.073 0.871-4,-0.982-2.657 5,2.584 2.949-2,0.046 0.792-2,-1.774-1.629 2,-0.516 0.017-1,-0.598-0.063 1,0.736 1.836 0,0.132-0.010 2,-0.507-1.200-1,-0.164-0.614 1,-0.204-0.686-1,-0.214-0.681 1,2.997 3.471-2,-0.941-2.158 1,-0.033-0.677 0,0.278-0.074 2,0.499 0.346 0,0.415 0.176-1,0.136-1.135-2,-0.076-1.649 1,-1.122-0.820 0,-0.053 2.370 2,-3.631 2.696 0,-1.169 1.782-1,-0.689-0.278-2,0.614-1.293-1,3.647-1.337 2,2.075-4.493 4,-12.842-3.259-2,0.423-2.419-1,2.019-5.275-2,-1.354 0.748-2,-1.000-1.334 1,-0.021-1.241-1,2.857 4.882 1,-0.196-0.055 1,-0.663-0.512 1,0.043 0.700 0,0.141 0.858 0,-3.459-2.063-2,1.012 2.641 4,1.824-0.211 2,0.239-4.819-1,-0.348 0.877-11,-1.632 1.755 15,-3.083 0.055-9,2.981 1.176 1,0.932 0.002 0,0.053-0.346 0,0.147-0.101 2,-0.688-0.230 0,0.008-0.297-3,1.023 0.923 0,0.134 0.060 1,0.142 0.110 3,0.139 0.139-1,-1.500-1.584-2,-0.250-0.185 0,1.335 1.455 0,-0.010 0.009 1,-0.003 0.007 1,-0.018 0.023-1,-0.026 0.033 1,-0.031 0.038-2,-0.153 0.139 1,0.107 0.535 0,0.143 0.633 0,-1.931-0.852 0,1.899 0.350 0,0.510-0.090 1,-3.095-4.014 3,1.558 1.191-5,-1.033-3.003-1,1.279 1.561 1,-1.014-0.928 1,-0.714-0.408 0,-0.112 0.299-1,0.261 0.700-4,0.463 0.879 5,0.544 0.910 0,0.967 1.347 0,1.006 1.349 0,-1.545-0.895 0,2.878 10.735 8,4.796 0.938-2,4.337-4.190-5,-0.221 0.465 0,0.387 1.060-3,-1.008 0.828 1,-1.293 1.199-1,1.392 1.582 2,2.769 1.264-5,-3.618-3.941 5,3.295 3.827 0,-2.142-0.905 0,-0.881-0.200 1,0.666 0.186-1,0.804-1.226 2,0.171-1.618 0,-1.049 0.026-3,-0.261 0.211 1,2.230 0.633 1,-2.078-1.607 0,-0.201 0.325-1,-0.444 0.377-1,-0.653 0.308 0,1.633 1.891 0,0.917-0.554 1,-0.394-0.420 2,-1.882-0.542-1,0.117 2.923-2,-0.289-1.725 1,0.664-1.341 0,1.903-0.256 0,0.255 2.319 1,-1.774 1.538-1,-0.405 0.265-1,-0.649-4.284 0,0.743 0.155 3,3.207 1.741-2,1.296-0.857-3,-0.591-0.059 1,-1.963 0.745 3,-2.377 1.481 0,-1.198-1.152 0,2.131-0.076 1,3.226 1.648-1,-0.969-0.051-3,-2.177-0.369 0,-2.371-0.765 1,-1.380 0.613 1,-0.964-0.195 3,-0.555-0.785-1,-0.359 1.773-4,0.132 0.879 1,1.044-3.144 2,2.491-0.315 0,3.381-1.623 0,-3.602 2.055 0,-1.624 3.157-1,-1.104-1.571-1,-0.329-0.459 0,-0.143-0.753 0,-0.034-0.432 0,0.013-0.083 1,0.030 1.294 1,0.033 0.103 0,0.018 0.599 0,0.012 2.072-2,0.009-3.830 0,0.002 4.147 0,0.238 1.390 1,0.391-5.713 0,0.485 0.047-1,0.585 0.854 0,0.156-0.404 0,-0.016-0.525-1,1.388 4.438 1,-0.942-2.194 2,-0.857-0.750 0,0.126 0.189 1,0.838-2.224 0,3.146-1.197 1,0.879-3.243-2,1.213-1.514-2,-0.985-0.846 1,-0.358-2.863-1,-0.879-0.565 1,-0.220-0.255 0,-0.488 0.222 0,-0.476 0.357-1,0.653-1.443 0,-1.558 0.419 1,0.020-1.394 2,-0.233-0.791-2,-0.378-0.346-3,-0.443-0.036 1,-0.546 0.669 0,-0.373 0.216 1,-0.335 0.250 1,-0.027 0.704 1,1.957-5.501 0,0.197 4.294 0,1.046-0.083 0,0.001 0.685-1,-0.191 0.453 0,-0.439 0.522-1,1.866-4.145 1,-1.173-0.778 0,-1.775 4.654 1,1.746-4.651 3,-0.121-2.162-7,-2.326 5.542 1,-0.400 0.227 2,0.243-4.561 0,-0.807-0.454-1,-0.659 5.320 3,0.501-3.366 0,1.095 2.669-3,2.703 1.144 2,-0.140-0.325 2,-1.982-1.925-3,-0.941-1.522-1,-0.748-0.188 0,-0.463-0.175-1,-0.229-0.114 2,-0.075 0.336 1,0.001 1.478-1,0.027 1.527 1,0.016-1.239-2,0.045 1.573 0,0.021 0.322 3,-1.294-0.510-1,-5.291 4.828 1,0.361 2.248-1,4.141-6.647 0,2.262-0.127-1,-0.152-0.697-1,-0.024 1.138 0,-0.004-0.075 0,-0.001-2.599 0,0.001 2.779 0,0.001-0.345 0,0.000-0.289 1,0.000-0.025-1,0.000 0.505 0,0.000-2.074 2,0.000 0.576 1,-0.754 1.786-1,-2.055-0.758-1,-2.430-2.730 1,-0.183 2.329-3,0.442 2.821 1,-1.485 1.747 1,-1.207 2.441 1,1.422 0.583 0,-0.170 1.959 1,0.353 2.777-2,0.728 1.978-1,-0.001-0.429 0,-0.568-1.215 0,-0.670-0.223 0,-1.075 1.483 1,0.570 2.989-1,3.768-4.555 1,0.000-0.027 0,-0.062-0.119 0,-1.047 2.246-1,-0.594 1.713 0,1.085-3.505 2,-0.583-0.190 1,-0.941 1.011-2,0.404 0.190-2,1.033-0.385 1,0.663 0.271 0,0.402-0.878 2,-3.799 4.890 0,3.484-4.942 0,0.178 0.828 0,0.580 0.324-1,0.467-0.689-1,-1.955 5.055 1,-0.434-1.467 0,0.012-0.755-1,1.214-0.668 1,1.518-1.703 2,0.709 0.193-1,0.500 1.030 0,0.502-0.519-1</inkml:trace>
</inkml:ink>
</file>

<file path=ppt/ink/ink6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13"/>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2821.692 5185.262 767,'0.000'6.115'0,"0.000"0.163"0,0.000 0.933-5,0.000 1.771 5,0.000-0.854-2,0.000 3.060-1,0.000 0.066 3,0.000-0.687-2,0.000-1.915 0,0.000-1.602 3,0.000 3.101 2,0.000 1.313-1,0.000-1.057-3,0.000-0.167-2,0.000-1.101 4,0.000-1.350-1,0.000-0.777 0,0.000 0.573-1,0.000 0.523 3,0.000 2.250-1,0.000-0.673-3,0.000-1.094 1,0.000-0.981 0,0.000-0.690 0,0.000-0.568 0,0.000 1.871 2,0.000-1.363 2,0.000 0.132 0,0.000-0.669-3,0.000 2.359 0,0.000-1.596-1,0.000-1.062 1,0.000 0.387 0,0.000 0.422 4,0.000-13.009-2,0.000-0.667-1,0.000-0.799-3,0.000 0.032 0,0.000-0.733 0,0.000-4.419 0,0.000 5.159 1,0.000-1.479 0,0.000-1.322-1,0.000 2.404 1,0.000-0.435 0,0.000-0.415 0,0.000-0.889 0,0.000 0.139 0,0.000 0.332 0,0.000-1.225 0,0.000 0.116 0,0.000 0.053 2,0.000 1.679 1,0.000 0.391-3,0.000 0.431 1,0.000-2.337 0,0.000-0.505 1,0.000 0.176 2,0.000 0.610-4,0.000 0.853 1,0.000-0.448-1,0.000 0.701-1,0.000-2.911 0,0.000-0.847 10,0.000 5.431-6,0.000-0.087-2,0.000-0.121-1,0.000 0.426 0,0.000 0.164 0,0.000 0.207 0,0.000 0.147-1,0.000-4.824 5,0.000 1.974 0,0.000 1.869-3,0.000 0.317 1,0.000-0.787 0,0.000-1.043 1,0.000-0.096-3,0.000 0.779 1,0.000 1.055-1,0.000-0.018 0,0.000 0.644 7,0.000 13.137-2,0.000 0.172-6,0.000-0.548 0,0.000 4.376 0,0.000-0.706 1,0.000 1.572-1,0.000-5.224 1,0.000-0.044 1,-1.026 0.528-1,-0.616 0.535 0,-0.303 0.229 0,-0.227 0.747 2,0.104 0.113-1,0.058 0.848-2,0.339-0.149 0,0.445-0.687 3,0.277 0.354 0,0.248 0.466 0,0.210 0.502-2,-0.015-1.744-1,-0.248-0.622 1,-0.345-0.823 0,-2.267 4.802-1,1.458-5.594 5,0.100 0.330-2,-0.070 1.561 2,0.320 0.320-4,0.416-0.560 1,0.260 0.149 0,0.260-0.562 1,0.174-0.145 0,0.144-0.193-1,0.115-0.212 0,0.089-0.211-1,0.065-0.197 0,0.053 1.641 0,0.034 0.254 0,0.018-0.160 0,0.005-0.405 4,-0.011-1.146 0,0.045 5.440-5,-0.034-1.344 1,-0.029-0.879 4,-0.021-0.007-2,-0.018-1.136-1,-0.598-0.557 0,-2.988 1.209 1,-0.795-0.219-1,0.786-1.163 0,1.200-1.200-1,0.861 1.276 0,0.665-0.441 2,-1.121 0.216 2,-3.551-3.667-2,-0.212-9.394-1,4.140-0.690 1</inkml:trace>
</inkml:ink>
</file>

<file path=ppt/ink/ink6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15"/>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2694.692 5725.262 767,'0.000'6.214'0,"0.000"-0.179"0,-2.770 2.839-6,-1.070 0.293 4,0.111 1.434 0,-0.474-0.146 0,-1.525 0.988 1,2.712-5.752 0,-1.696 3.619-1,1.881-2.453 3,1.116 2.259 0,1.573-1.151 1,0.266-0.407 1,0.070-1.222-3,0.043 0.978-2,-0.100 0.092 0,-0.119-0.766 0,-0.041-12.675 11,0.022-0.573-7,0.000-2.029-4,0.000-2.646-1,0.000 0.159 1,0.000 0.485-1,0.000-1.396 4,0.000 5.902 0,0.000-5.211 0,0.000 1.718-1,0.000 0.694-3,1.072 1.578 3,2.457 0.914 2,0.937-0.522 1,-1.242 0.306-2,-1.025-0.460-2,-0.886-1.134 1,-0.741-0.082 0,-0.387 0.503 0,-0.212-1.077-1,-0.125-0.161 0,-0.004 1.401 1,0.042 1.220 0,0.028-1.278 0,0.066 1.370 1,2.571 0.045 1,3.859 4.254-1,0.144 1.565 1</inkml:trace>
</inkml:ink>
</file>

<file path=ppt/ink/ink6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18"/>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2853.692 6091.262 767,'0.000'-6.130'0,"0.000"-0.193"0,0.000 0.246-5,0.000-0.224 5,0.000 0.208-1,0.000-5.979-1,0.000 5.621 1,0.000-4.736-2,0.000-1.757 1,0.000 5.888 2,0.000 0.376 0,0.000 0.407 1,0.000-5.140-3,0.000 1.294 0,0.000 2.379 1,0.000 0.521 1,0.000 0.914 4,0.000-0.861-1,0.000 1.156-1,0.000-0.953 0,0.000-0.311-3,0.000-4.332-2,0.000 0.813 0,0.000 1.701 2,0.000-0.539 3,0.000 0.051-1,0.000 1.057 0,0.000-1.844-2,0.000 1.040 9,0.000 3.169-11,0.000 12.265 6,0.000 1.877-1,0.000-0.783-5,0.000 1.638 1,0.000 0.203-1,0.000-0.485 2,0.000 1.021-1,0.000 0.545 4,0.000 1.621-2,0.000-4.752-1,0.000 0.973 1,0.000-0.386 1,0.000 0.035-2,0.000-0.168-1,0.000-0.299 0,0.000 1.829-1,0.000-0.251 2,0.000-0.573 3,0.000-0.715 0,0.000-0.738-1,0.000-0.686 1,0.000 3.992-2,0.000 1.037 1,0.000 0.466 2,0.000-5.212-5,0.000-0.034 0,0.000-0.075 1,0.000 0.052 0,0.000 5.425 1,0.000-1.399 2,0.000 0.661-2,0.000-3.804 0,0.000 0.189-1,0.000-0.001 0,0.000 1.365 0,0.000-0.023 1,0.000-1.007 0,0.000-0.694 1,0.000-0.773 0,0.000 3.959-1,0.000-2.727 1,0.000-1.281-1,0.000 0.632 1,0.000 1.494 2,-0.309-0.668-3,-1.253-0.345 0,-4.188-3.949 1,-0.439-4.412 0,3.851-5.763 0,2.222-0.296-1,0.181-0.575 0,0.014-1.042-1,-0.017-0.159-1,-0.023 0.208 0,-0.020 0.720 0,-0.011-1.199 1,-0.006-2.192 1,-0.002 4.652 0,0.000 0.013 0,0.000 0.319 1,-0.001-4.869-1,0.000 2.049-2,0.000 1.760 0,0.000 1.355 3,0.000-1.424 3,0.000-0.077-2,0.000-1.338-1,0.000 1.829 0,0.000-0.529-1,0.000-0.694-1,0.000-1.025 0,0.000-2.823 1,0.000 5.445-1,0.000 0.294 1,0.000 0.399-1,0.000-3.030 0,0.000-0.256 0,0.000 0.200 3,0.000 0.903 0,0.000-0.054-3,0.000 0.356 0,0.000 1.183 3,0.000-1.088-1,0.000-0.331-1,0.000 0.678 0,0.000 0.741-1,0.000 0.137 0,0.000-0.111 1,0.000 0.229 1,0.000 0.325 0,0.000-2.595-2,0.000 1.507 1,0.000-1.780 1,0.969-0.097-1,1.825 2.670-1,3.462 1.933 2,-0.177 7.176 1,-5.949 4.098-1,-0.364-0.058 0,0.223-0.017-2,0.014-0.593 1,-0.001 0.146-1,0.000 1.087 1,-0.001 2.151-1,0.000 2.319-1,-0.001-5.582 1,0.000 0.169 0,0.000 2.240 0,0.000-0.191-1,0.000-0.373 1,0.000 0.005 0,0.000-0.149 2,0.000-0.535 0,0.000-0.350 0,0.000-0.354 0,0.000 3.668 0,0.000-1.449-1,0.000 0.890 0,0.000-3.644 1,0.000 5.459 0,0.000-1.932-2,0.000-2.126-1,0.000-0.897 2,0.000 1.729 3,0.000 1.000-1,0.000-2.546-3,0.000 1.371 1,0.000-2.066-1,0.000 0.879 0,0.000 0.372 3,0.000 0.551 0,0.000-0.050-2,0.000 0.257 0,0.000-1.630-1,0.000 0.356 0</inkml:trace>
</inkml:ink>
</file>

<file path=ppt/ink/ink6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23"/>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2487.692 5137.262 767,'0.000'-6.227'0,"0.000"0.224"0,0.000-3.500-6,0.000 0.879 5,0.000-0.861-1,0.000 0.722 1,0.000 0.411 0,0.000-1.669 0,0.000 1.018 1,0.000 1.250 0,0.000-0.308 1,0.000 0.303-1,0.000 0.523 2,0.000-0.313-2,0.000 0.154-1,0.000 0.640 1,0.000 0.572 0,0.000-2.743 0,-0.719 0.119 0,-1.481 2.832 1,-1.690-0.608-1,-0.172 0.167-1,1.161 1.049 1,0.747-1.123 0,1.641-0.944 0,0.749-0.119 1,-0.749 1.058 1,-5.103 3.810-1,-0.544 2.976-1,2.975-7.945 1,2.703-0.483-1,0.423-0.220-2,0.152 1.044 0,0.014 0.161 2,-0.067-0.126 0,-0.040-0.414 0,-0.002-0.019 1,-1.251 0.117-1,-2.332 1.766 0,-0.425 0.485 1,0.679-1.048-1,1.065-0.179 0,0.971 0.218 0,-1.813 0.613-1,-2.403-0.985 1,1.782-0.935 1,1.381-0.958-2,1.062-0.379 0,0.641-1.187 0,0.493 1.409 0,0.229 1.632 1,0.071 0.683 0,-0.016-1.318 0,-0.042-0.210 2,-0.036-0.026-2,-0.027 0.203-1,-0.018 0.248-1,-0.010-1.872 0,-0.004 0.193 3,0.000 1.098 2,0.001 1.392-2,0.000-1.081-2,0.002 0.262 1,0.001-1.479 1,0.000 2.720 0,0.000-0.665-1,0.000-0.959 5,0.000 1.549-7,0.000 12.801 4,0.000 1.362-2,0.000 0.969-2,0.000-1.587 0,0.000 1.255 0,0.000 0.915 1,0.000 0.705 1,0.000 0.440-1,0.000 0.273-1,0.000 1.606 1,0.000-4.592 1,0.000 0.698-1,0.000 0.218 1,0.000 0.976 1,0.000-0.079 0,0.000-1.441-3,0.000-0.099 0,0.000-0.066 3,0.000-0.040 0,0.000 0.565-2,0.000 0.233 0,0.000 0.269 0,0.000-1.269 0,0.000-0.181 2,0.000-0.246-1,0.000-0.544 0,0.000 0.197 0,0.000 0.315 1,0.000 1.499 0,0.000-0.344-1,0.000-0.578-1,0.000-0.692 1,0.000-0.720-1,0.000-0.127 1,0.000-0.126 1,1.232 4.991 1,2.335 0.258 2,-1.443-5.213-4,-0.096 0.281-1,-0.210 0.292 1,-0.269 0.082-1,-0.286-0.060 1,-0.276-0.146 0,-0.250-0.030 0,-0.213 0.046 0,-0.176-0.068 0,-0.138-0.137 0,-0.104-0.170 1,-0.079 0.650-1,-0.057 0.107 0,-0.032 0.150 0,-0.014 0.163 0,0.191-1.138 0,1.052 4.926 0,1.402-1.947 0,1.094-1.382 0,-0.220 0.006-1,-1.001-0.245 2,-0.905-0.239 1,-0.484-0.167-2,0.897-0.178 0,1.409-0.273 0,0.825 0.048 0,-0.952-0.982-1,-0.651 1.378 2,-1.853-0.688 0,-0.756 1.149 0,-0.135 0.604-1,0.202-1.734 1,1.650 1.239-2,3.593-3.353 1,1.740-3.830 1,-0.403-0.969-1,-0.600 0.138 0,0.126 0.207 0,0.627 0.078 0,-0.058-1.112 1,-1.452-2.259-2,0.214-1.431 1,1.510 0.942-1,-0.949 1.218 1,0.162-2.541 0,-3.136-1.022 0,0.210-0.136 1,1.205 0.051-2,1.132 1.743 0,2.397 0.731 1,-1.511-1.981 1,0.717 0.096-1,-2.306 0.707 0,-1.004-1.502-1,-1.482-0.224 1,-1.180 0.235 0,-1.117-1.354 0,-4.483 3.293 0,-2.146 5.252 2,1.269 4.595-1,2.985 0.477 0,-1.802 1.743-3,-0.141 1.137 0,-0.150-0.270 0,-3.481 0.020 3,3.260-3.950-1,0.163 0.032 0,0.399-0.012-1,-2.713 5.387-3,4.227-4.043 5,-1.573 4.202 0,-0.354-2.875 5,0.329-1.088-9,0.879 1.778 5,1.317 0.979-1,0.957 0.612-2,-2.716 0.201-1,-0.900-1.533 3,0.819-1.646-1,1.081-0.764-1,1.393 1.566 9,0.776-0.923-11,0.918-13.099 6,-0.441-0.200-5,0.001-1.209 0,0.000-0.840 0,0.000-1.501 0,0.000-1.842 0,0.000 5.042 1,0.000 0.230 0,0.000 0.518 1,0.000-4.547 1,0.000 2.790-3,0.000 1.674 0,0.000 0.642 4,0.000-0.083 1,0.000-2.455 0,0.000 0.721-2,0.000 1.226-1,0.000-1.727 0,0.000-1.314-1,0.000 1.026 0,0.000 1.408 0,-3.356-0.689 1,-3.303 5.152 3,0.899 5.177-1,5.184 3.944-1,0.877-0.176-1,-0.253 0.528-1,-0.028 1.559 1,-0.015-1.092-2,-0.006 1.974 1,-0.003 1.321 1,0.000-0.874-1,0.001-1.784 0,0.001-1.653 0,0.001 0.990 2,0.001 0.119 8,0.000 0.635-12,0.000-14.056 5,0.000-1.599-3,0.000 0.486-1,0.000 0.849 1,0.000 0.280 0,0.000-0.254 1,0.000-0.658 0,0.000-1.324 0,0.000-2.704-1,0.000-0.702 0,0.000 1.228 1,0.000 2.200-2,0.000-0.376 0,0.000 0.209 5,0.000 0.996-1,0.000 0.020-4,0.000-0.883 2,0.000 0.152 1,0.000-1.103 0,0.000 1.126-3,0.000 1.420 2,0.000-1.409 0,0.000 1.110 0,0.000 0.474 1,0.000 0.242 0,0.000-0.432 0,0.000-0.860 0,0.000-0.464-2,0.000-0.191 0,0.000-1.112 0,0.000 1.193 1,0.000 1.213 0,0.000-0.964 0,-1.071-0.374 1,-2.415 3.279 0,-0.912-0.474 0,-0.228-0.758-2,-0.956-1.140 0,1.024-0.480 2,0.257-2.713-4,1.600 0.919 2,1.293 1.487 0,0.164 0.952 2,-0.786 1.351-1,-2.802-1.467 1,-0.972 1.104 0,-0.065-0.153 0,0.750-0.374-2,1.402 0.144 1,0.254 0.625 0,-3.563 0.585 1,-1.399 5.859 1,3.065 2.546-3,-0.497 1.854 0</inkml:trace>
</inkml:ink>
</file>

<file path=ppt/ink/ink6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25"/>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2280.692 4803.262 767,'0.000'6.009'0,"0.000"0.143"0,0.000 1.007-5,0.000 0.469 4,0.000-0.938 1,0.000-0.139-1,0.000 0.558 0,0.000 0.436 0,0.000 0.286-1,0.000 0.732 1,0.000-0.964 0,0.000-0.981 2,0.000 1.679 1,0.000-1.116-1,0.000-0.042 0,0.000-0.419-1,0.000-0.378-1,0.000-0.034 0,0.000 0.211 2,0.000-0.151-1,0.000 0.426 1,0.000 5.202 1,0.000-5.104-4,0.000-0.196 1,0.000-0.434-1,0.000 4.543-1,0.000-2.021 1,0.000-1.883 1,0.000 0.756 4,0.000 0.345 1,0.000 0.632-2,0.000-2.160-2,0.000-0.179 0,0.000 0.668-1,0.000 0.315 1,0.000-0.190 0,0.000-0.159 1,0.000-0.199-2,0.000-0.162 0,0.000-0.105 0,0.000 2.187-1,0.294-2.095 3,1.751-0.825 1,3.574 0.571 0,-2.168-0.827-1,-0.903 1.382-2,-1.000 0.854 1,-0.808-0.235-1,-0.521-0.926 0,1.000 3.214 1,2.965 0.607 1,-1.971-4.720-1,-0.191 0.037-1,1.133 5.376-2,-1.350-1.755 0,-0.823-0.572 1,-0.576 0.243 6,0.088 3.052-1,0.485-5.798-3,2.466 3.750-2,1.593-0.129 2,-0.819-1.861 0,-0.124 0.540-2,-0.736-0.899 1,-0.480-0.405 0,-0.520-0.556 1,-0.506-0.611 1,0.592 5.162 0,-1.224-0.689-1,0.473-1.756 2,1.220-0.926 0,1.219 0.728-3,-0.849-0.447 1,-1.245-1.546 1,-0.594-0.028 1</inkml:trace>
</inkml:ink>
</file>

<file path=ppt/ink/ink6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39"/>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2519.692 2830.262 767,'0.000'6.192'0,"0.000"0.139"0,0.000-0.175-5,0.000 3.031 4,0.000-2.566 1,0.000 0.967-2,0.000-0.377 0,0.000 0.628 0,0.000 0.588 0,0.000 1.608 0,0.000-0.147 0,0.000-0.430 1,0.000-1.494 1,0.000-0.607-1,0.000-0.611 2,0.000-0.577-1,0.000 0.442 1,0.000-0.357 1,0.000-0.228-1,0.000 5.713 0,-2.036-1.966-2,-0.617-1.944 1,-0.414 0.036 1,-0.139-0.199 0,0.041-0.325 0,0.146-0.373-4,0.197-0.370 1,0.211-0.335 0,0.201-0.285 1,-0.229 2.770-2,1.166-1.906 1,0.317 0.135 5,0.371-0.662 3,0.192 0.426-1,0.166 0.510-7,0.137 0.245 0,0.110 0.049 2,0.086-0.089-1,-0.148 0.426 0,-0.291-0.578 1,-0.372-0.671 0,-0.399-0.685 0,-2.100 4.823 1,0.134 0.746 0,0.152 0.895 2,1.047-5.238-4,-0.471 0.573-1,-0.194 0.184 1,0.137-0.463 0,0.289-0.696 0,0.362-0.788 1,-0.828 3.696 0,1.303-2.591 1,0.834-0.994 1,0.479 0.740 1,0.277 1.558 0,0.076 1.024-4,-1.407 1.224-1,-1.077-4.517 1,-0.659 0.054 2,-0.401-0.224 1,-0.206-0.385-3,-0.067-0.460-1,-2.781 4.324-1,1.437 0.041 2,2.381-3.864 4,-0.299 0.804 1,-0.263 1.049-6,0.296-0.062 1,0.433-0.341-1,0.478-0.479 1,-0.481 4.489 1,1.200-0.986 2,0.751-0.931 0,-0.025 0.080-1,-2.373 0.594-2,-2.491-0.373 1,1.776-4.591 0,-2.203 3.149 0,0.095 1.746 0,1.225 0.430 0,1.958-1.812 0,1.404-1.684 0,0.817-0.647-1,0.371 0.743 2,0.132-0.136 2,0.004-0.615-1,0.011 2.242-4,-0.146-0.928 8,-0.045-0.892-8,-0.055-12.854 4,0.017 0.206-2,0.000-2.347-3,0.000 1.242 2,0.000-0.525 0,0.000 0.120 0,0.000 0.355 0,0.000 0.368-1,3.585-5.422 0,-1.509 6.083 3,-0.016-0.014 1,-0.150 0.203-1,-0.228 0.332-3,0.862-4.952 0,-0.992-1.337 2,-1.024 3.931-1,-0.204-0.401 1,-0.158 1.338-1,-0.083 0.160 1,-0.061 0.227 0,-0.042 0.257 1,-0.026 0.261 0,-0.015 0.247-2,0.869-3.004 0,2.482 0.999 0,1.258 0.583 5,-1.000-0.772 0,-1.330-3.695-5,-1.143 1.171 2,-0.576 0.761-4,-0.018 1.226 2,1.893 2.223 1,1.639 1.163 3,-0.312 0.077-2,0.242-0.906 0,1.061-0.710-1,-0.786 0.507-1,-0.578-1.563 0,-1.041-0.827 1,-1.156 0.462 0,-0.808 0.340-1,-0.530 1.322 0,-0.312-1.466 3,0.065 1.338-1,0.028-1.564 0,0.039 0.231 0,0.030 0.108-3,0.017-2.877 0,0.018 0.011 2,0.009 0.286 0,0.001 4.229 0,0.000-0.489-1,0.000-0.129 0,0.000 0.116 2,0.000 0.757-1,0.000 0.149 1,0.001-7.638-5,-0.002 5.397 5,0.000-0.085 0,0.000 1.772-1,0.000 0.134 0,0.000 0.146-1,0.000-1.324-1,0.000 0.336 0,0.000 0.370 4,0.000 0.364-1,0.000 0.333-1,0.000-5.562-1,0.000 5.220 0,0.000-0.556 1,0.000-0.434 2,-0.213-0.113 0,-0.349 0.115-3,-0.425 0.268-1,-0.456 0.359 0,-0.468-2.434-1,-0.070-0.713 4,0.086-0.067 1,0.182 0.362-1,0.169-0.905-2,0.280 0.337 1,0.272 0.780-2,0.247 1.005 1,0.213 1.076 4,0.176 1.042 0,0.139-0.358-5,0.104-0.123 0,0.075 0.037 4,0.066-3.878 6,0.074-0.966-11,-0.036 5.099 2,-0.001-0.219 1,-0.005-0.222 1,-0.005-0.603-3,-0.009-0.174 1,-0.007-0.933-1,-0.010-0.023 1,-0.009 0.864 3,-0.006 0.787 0,-0.005 0.886-2,-0.002-3.700 0,-0.007 2.713 0,-0.004-0.591 1,0.000-0.479 2,0.002 14.529-6,0.003 0.804 5,0.000-0.957 0,0.000 2.878 0,0.000 1.253-3,0.000-4.060 0,0.000 4.640-1,0.000 1.708-1,0.000-5.001 2,0.000 0.604 3,-0.356 0.890-2,-0.540-0.417-2,-0.603-0.681 0,-0.587-0.780 1,-0.095-0.807 1,0.085-0.445 1,-1.072 3.887 1,1.166-1.748 1,0.698 1.183-2,0.889-3.164-1,0.140 0.425 0,0.105 1.195 0,0.103-0.023 0,0.070-0.205-2,0.045 0.863 0,0.023 1.071 2,0.005-0.010 1,-0.002-0.167-2,-0.007-0.423 1,-0.020-2.193-1,-0.007-0.425 1,0.019 4.930 0,0.281-0.321 1,0.542-4.090 1,3.194-1.992 0,2.032-5.690 0,1.116-3.468-1,-2.835-1.329-1,-0.191-4.158-1,-0.236-1.288-1,-1.481 5.336 2,0.195-0.224 0,0.403-0.990-1,0.402-1.170 0,0.084-0.639-1,-0.139-0.238 1,-0.285 0.051-1,-0.024-0.153 0,-0.140 0.656 0,-0.080 0.779 1,-0.034 0.813 2,-0.002 0.784 0,0.883 0.531 0,0.319 0.461 0,-0.049 0.325-1,2.137-3.221 4,-0.754-1.938-2,-3.247 3.691-1,0.161-5.034 0,-1.601 4.817-2,0.388-1.119 0,0.687 0.511 1,1.529-4.455-2,-1.658 5.396 3,0.018-0.774-1,-0.175-0.073 1,-0.203 0.051-2,-0.146-0.392 0,-0.237 0.242 0,-0.215 0.285 1,-0.166 0.101 0,-0.177 0.760 1,-0.030-3.731 0,-0.306 2.775-1,-0.200-0.103 1,0.045-2.152 1,0.036-0.541 2,0.040 2.763-5,-1.544 14.682 3,-2.968 3.352-3,1.210-3.927-1,-0.593 0.938 0,0.719-0.071 0,0.164 1.130 0,0.283 0.870 0,-0.357 1.981 0,-0.115-0.183 5,-0.227-0.583-5,0.604-2.309-1,0.209-0.702 1,0.288-0.704 1,0.327-0.667 2,0.336-0.407 0,0.325-0.205 1,0.300-0.054 0,0.267 0.054 0,0.252-0.109-2,0.172 0.398 0,0.142 0.486 0,0.110 1.517 0,0.113 0.052 0,0.077-0.164-1,0.052 0.017 1,0.028-0.104-1,0.011-0.081 2,-0.001-0.060-1,-0.014-0.461 0,-0.012 0.000-1,-0.016-0.405 1,-0.014-0.187-1,-0.013-0.220 2,-0.004 1.331 2,-0.016-0.661-2,-0.012-0.705-1,-0.010-0.669 0,-0.005 2.343 0,-0.009-0.754 1,-0.006-0.131 0,2.739-15.398-2,2.368 2.147 3,3.449-1.832 0,-3.557 2.744-2,0.153-1.059 0,-0.351-0.892-4,-0.541-0.842 2,-0.118-2.170-1,-0.898-0.331 2,-1.202 2.286 1,-0.467 0.234 0,-0.408 0.286 0,-0.104 0.129 1,0.061 0.467 0,0.198 0.477 0,2.589-6.940 0,-1.173 5.648-1,0.363 0.205 1,0.300 0.397 0,-0.242-0.507-1,-0.284-0.381-2,-0.392-0.061 0,-0.277-0.846 5,-0.512 0.029-2,-0.643 1.745-2,-0.254-0.273-1,-0.219-0.379 3,-0.161-0.840 0,-0.174 0.342-2,-0.129 0.556 0,-0.092 0.658 0,-0.061 0.681 1,-0.033-0.377 0,-0.018-0.285 0,-0.005-0.091 1,0.003 0.215 2,0.009 0.404-1,-0.057-4.792-4,0.051 2.073 1,0.041 2.071 6,0.059 13.742 1,0.000 0.805-6,-0.001 2.092-4,0.000-3.633 2,0.000 3.834 0,0.000 1.982 0,0.000-5.160 0,0.000-0.086 3,0.000 4.626 0,0.000-4.944-2,0.000 1.512 1,0.000-0.031-1,0.000-0.270 1,0.000-0.409-1,0.000 0.839 1,0.000-0.161 0,0.000-0.804 0,0.000-0.023 1,0.000-0.879 1,0.000 5.277-1,0.000 0.904-1,0.000-4.437 0,0.000-0.785 0,0.000 0.082 0,0.000-0.041 0,0.000 1.117-2,0.000 0.009-1,0.000-1.765 4,0.000-0.143-1,0.000-0.146 1,0.000 0.152-1,0.000 5.410 1,0.000-0.613-1,0.000-1.018 1,0.000-1.538-1,0.000 1.403 0,0.000 0.103 2,0.094-3.913 0,0.539 3.259-3,1.420-3.275-1,4.090-9.876 5,-1.489-1.958-1,-0.717-0.834-2,1.667-3.861-3,-2.292 4.037 2,0.254-0.590-1,0.192-0.446-1,-0.625 1.021 2,-0.326 0.336-1,-0.406 0.454 0,1.127-4.131 0,-0.158 0.118 7,-0.789 3.712-1,0.032-0.130-2,-0.192 0.086 0,0.849-3.282-3,-0.966 0.488-2,-0.715-1.144 4,-0.913 1.176 1,-0.526-1.452-2,-0.177 2.271 1,-0.017 1.015-1,-0.014-0.331 1,-0.007-0.146-4,-0.016-1.539 1,0.003 0.329 0,0.007 0.493 0,0.009 0.565 2,0.011 0.573 0,0.010 0.538 0,-0.011-4.902-1,0.026 1.132 0,-0.189 0.364 4,-0.375 3.437 0,-3.486 1.567 0,-2.051 5.928-1,-0.412 3.094-1,1.849 4.065-2,0.721-0.323 0,1.402-2.194 1,-0.167 0.881-1,-0.963 2.720 1,-0.202 0.562-1,-0.137 0.200-3,-0.085-0.046 1,-0.823 0.074 1,-0.521-1.467 1,1.581-2.741 0,0.248-0.044 0,0.348 0.194 3,0.198 0.627 0,0.496 0.007 3,0.485-0.072-6,0.404 0.283 1,0.430 0.082 0,0.387-0.301 0,0.283-0.104 1,0.228-0.142 0,0.185 1.363-1,0.190-0.569 1,0.115-0.634-2,0.059-0.617 1,0.208 4.442 1,-0.071-1.477 0,0.266-2.295 0,2.487-0.250 1,3.133-5.557-1,-0.800-5.273 1,-2.065-2.350-2,3.817 1.246 0,1.807-1.302-2,-4.075 2.929 1,0.066-0.188 0,2.232-2.903-1,-0.054-2.000 0,-2.739 4.287 2,2.423-2.908 3,-0.613-0.591-3,1.408 0.608 1,-1.576 0.121-1,-0.273 1.776 0,1.074 0.613 0,-0.012 0.416 0,-0.316 0.041-1,2.278-2.477 0,-0.425-1.308 1,-2.181-0.502 1,-2.415 0.478-1,-1.920 1.205 0,-1.214 1.149 0,1.352-1.010 1,1.533 1.469 1,1.402 0.020-1,0.751 1.321-2,-0.269 0.742 0,0.333-2.379 1,-3.376-4.969 2,-1.713 4.131-3,-0.261 0.231 1,-0.138-4.400-2,-0.347 3.379 0,-0.192 1.187 1,0.001-0.055 0,0.306 0.275 2,0.005-0.876 3,-0.008 0.725-1,-0.002-0.170-3,0.000 0.164 0,0.000-2.454 0,0.000 0.816 0,0.000-0.346-1,0.000 1.054-1,0.000-1.071 0,0.000 2.238 1,0.000-1.014 2,-0.060-0.287 1,-2.279 1.616 0,-4.085 5.635-2,-1.644 2.875 1,1.236 1.624-2,-1.317 1.081 0,-0.537 0.564-2,0.837-0.135 0,0.674 0.141 1,0.908 0.047-1,1.382-1.136 1,0.325-0.422 0,-4.757 3.724 4,0.513-1.237 5,1.377-1.261-6,1.409-0.721-2,1.770 0.144 1,-0.764 1.071 1,-5.004-0.626 4,1.036-2.022-4,3.270-1.735-3,12.042-1.762 4,-2.814-6.242 0,1.406 0.107-3,0.188 2.663 1,1.321-1.077-2,-1.279-0.851 1,-1.040 0.824 1,0.283 0.176-1,-0.050-0.500 1,2.903-3.127-1,-2.662 3.486 0,3.273-3.843 2,1.392 0.252-3,-4.005 4.549 3,0.120 0.643-3,-0.005 0.070 3,3.210-3.113-1,-2.606 0.170 2,0.093 0.304 0,0.358 3.151-1,0.052 0.032-1,-1.148-1.875 0,-0.346-1.513 0,-2.066-1.335 0,-1.846-0.149 0,-0.815-2.030 0,-0.317 1.230 0,-0.058-0.080-1,0.009 0.184-1,0.033 0.240 0,0.521 1.321 1,2.033 0.595 1,3.445 3.335 4,-2.426-3.454 0,-1.483-3.034-3,-0.805-0.338-3,-0.613 1.000 0,0.055 0.852 0,2.371-0.477 1,0.396 1.193 2,-0.216-0.391 0,0.533-1.876-1,0.092 1.095 0,0.238 1.260 0,-0.002 0.766-1,-0.979-0.851 1,-1.240-0.546 1,-0.856-0.584 1,-0.583-0.318-3,-0.333-0.134 1,-0.152-0.377 0,0.279-0.476 0,1.906 1.691 0,2.053 2.560 0,1.988 1.656 1,-0.084 3.034-1,-0.048 0.648-1,0.141-1.681 1,-5.418-6.653 2,-0.577 0.133 0,-0.150 0.372-4,4.119 0.607 1,2.692 3.004 2,-0.581-0.383 0,-0.274-1.092-3,-1.496-0.390 1,-0.672-0.065 0,1.157-0.398 1,0.062-1.062 1,-0.148-0.151-2,-0.433 0.955 0,-0.278 0.932 0,-0.183 0.719 1,1.393-1.065-1,-0.621 0.924 2,-0.323 0.366 0,0.404-1.000-1,-2.730-0.778 2,-2.293-0.057-1,6.357 1.807 1,2.924 3.348-1,-2.834-1.604-3,-0.415-2.485 0,-0.559-0.987 2,-0.205-0.206-1,-0.290 0.739 1,0.835 0.636-1,0.921 3.021 2,0.271 2.375 1,-0.091-0.289-2,0.508-0.195 1,-0.686-0.023-1,1.061 0.005-1,-0.192 0.005 1,-0.683 0.001 0,-0.322 0.000 0,0.796 0.000 0,0.806 0.000 1,-1.479 0.000-1,0.816 0.000 0,0.569 0.000-1,-0.245 0.000 1,-1.430 0.000 0,0.383 0.000 0,1.908 0.000 0,-2.260 0.000 1,0.844 0.000-1,0.791 0.000-2,3.458 0.000 0,-0.351 0.000 2,-1.346 0.000-1,-1.866 0.000 1,-1.554 0.000 1,1.313 0.000 0,0.852 0.000 0,0.407 0.000 0,-0.718 0.000-2,1.268 0.000 0,-0.859 0.000 2,-0.105 0.000 0,-0.516 0.000-2,2.938 0.000 0,-0.060 0.000 0,-1.389 0.000 1,-1.598 0.000 0,-1.396 0.000-1,1.499 0.000 0,-0.204 0.000 3,0.152 0.000 1,-0.779 0.000-3,-0.493 0.000-1,0.149 0.000 0,0.551 0.000 1,1.746 0.000 0,-0.476 0.000 0,-0.878 0.000-1,-1.286 0.000 1,0.756 0.000 0,0.708 0.000 1,1.434 0.000 0,1.522 0.000-3,-2.323 0.000 2,-0.283 0.000-1,0.501 0.000 2,-0.990 0.000 0,-0.944 0.000-1,0.169 0.000 0,0.155 0.000 0,-0.096 0.000 1,0.959 0.000 0,0.113 0.000-3,-1.036 0.000 1,-1.000 0.000 1,0.052 0.000 0,1.045 0.102 1,-1.012 0.582 0,-0.165 2.502 1,-5.222 3.613-2,-5.759-2.025 0,-1.027-4.150 1,-0.071-0.535 0,-1.209-0.210-3,-2.848 0.041 1,-1.947 0.048 2,5.329 0.021-3,-0.063 0.003 0,0.080 0.002 1,-0.710 0.002-2,-0.375 0.002 2,-0.444 0.001 2,-1.147 0.001-1,-0.057 0.000-1,0.609 0.000 1,0.499 0.000-1,0.567 0.000 2,1.414 0.000 0,0.357 0.000-1,-4.918 0.000 1,0.924 0.000 0,3.972 0.000 0,0.095 0.000-1,-4.247 0.000-1,1.504 0.000 2,2.340 0.000 0,-0.667 0.000-2,-0.683 0.000 1,-0.096 0.000-1,-0.064 0.000 0,0.083 0.000 0,0.167 0.000 1,0.208 0.000-1,-3.917 0.000 0,1.113 0.000 0,3.839 0.000 1,-0.115 0.000 3,-3.721 0.000 0,-0.425-0.589-2,1.164-3.039-1,1.306-0.831 1,0.714 0.832-1,0.753 1.263-1,0.687 1.115 1,-0.804 0.753 1,-2.555 0.414 0,0.274 0.179-1,1.299 0.043-1,1.753-0.038 0,-1.309-0.018 0,0.238-0.029 3,0.083-0.025 0,0.987-0.035-3,-0.298-0.001 0,-1.875 0.007 8,2.096 0.000-10,12.889 0.000 6,-0.372 0.000-1,0.673 0.000-4,-0.387 1.781-1,-4.983 4.285 3,-1.708 0.588 1,-0.049 2.023-2,0.047 0.003 0,0.049-1.488 0,0.027 0.542-1,0.011-0.751 3,-0.001-0.096 0,-0.003-0.185 0,-0.001-0.581-2,0.000 0.060 1,0.000 0.426 1,-0.516 0.186-1,-4.980-3.833 1,-3.096-2.662 0,2.167-0.371-2,-1.646-0.021 0,-0.402 0.016 0,1.248 0.028 0,-0.961 0.018 0,0.256 0.028 1,-0.775 0.008 1,0.346 0.000 0,2.328-0.001-1,-0.865-0.001-1,13.185-0.001 4,0.179 0.000-1,0.411 0.000-3,-0.665 0.000 0,0.494 0.000 0,0.144 0.000 0,-0.038 0.000 0,-0.099 0.000 0,0.842 0.000 1,-1.080 0.000 1,0.582 0.000-1,-0.843 0.000 1,0.755 0.000 0,-13.093 0.000 1,-2.016 0.000-1,-0.889 0.000-3,2.565 0.000 1,-1.995 0.000 0,-0.799 0.000 0,1.552 0.000 1,-0.770-0.384 0,2.198-0.734-1,0.581-2.968 1,5.468-2.458 2,6.669 3.052-1,-0.908-1.306 0,-0.542 0.705-2,1.697-1.947 0,0.922 0.141 0,0.476 1.306 1,-2.381 1.941-2,3.876-2.171 1,-3.342 0.150 1,0.418-0.812 1,1.656 2.502 3,2.198-0.509-5,-1.076-0.519-2,-1.885-0.014 2,-0.441 0.974-1,0.229 0.940 4,-0.048 0.831 0,0.058 0.623-2,-0.267 0.443 0,-0.650 0.246 0,2.341 0.155 0,-2.562-0.069 0,1.046-0.021 1,-0.839-0.042-1,1.439-0.026 0,-1.375-0.030 0,1.410-0.009 1,-0.232 0.004-1,-1.175 0.004 1,0.933 0.001-2,0.081 0.000 1,-0.485-0.200 0,-0.019-2.521 0,-1.573-0.975-1,0.650-0.094 1,0.253 0.916-1,0.122 1.054 0,0.039 0.861 0,-0.043 0.579 0,-0.254 0.327 0,2.534 0.212 3,-0.482 0.022 0,-0.229-0.071-1,0.832-2.836 0,-0.166-1.888-1,0.387 0.535-1,-0.014 1.382 0,-0.720 1.295 1,-0.664 0.733 0,1.026 0.363 0,0.157 0.253-1,-2.845 0.103 1,0.300 0.028 0,4.294 0.074 0,-1.320-0.019 0,-1.439-0.038 0,-1.237-0.041 0,0.852-0.023 0,1.226-0.018 2,0.438-0.012-2,-1.119-0.005-1,-1.375-0.001 0,1.553-0.001 1,0.609 0.003 1,-0.776 0.335 0,-2.787 2.904 0,-5.873 3.163 0,0.670-0.097 0,-0.019 2.047-1,-0.295 0.367-1,-3.489-0.634 0,0.233-2.965 0,-0.272 1.156 1,-1.597 1.800-1,-2.313 1.002 0,3.250-4.795 1,-0.310-0.265-1,-0.236-0.276 0,-0.171-0.260 0,-2.697 2.238 0,1.933 0.280 0,1.575 3.096 5,0.296-0.754-2,-0.771-2.731 0,-1.076-1.698-2,-1.691 1.316 0,0.579 1.898 0,2.492-2.098 0,-0.920-0.958-1,-0.885-0.433 0,-0.459-0.571-1,0.976-0.552 2,-4.062 2.496-1,2.391 0.132 1,-1.026 0.632 1,2.546-1.119 1,0.460 0.423-2,0.748 0.282-2,0.960-0.541 0,-2.864 4.412 2,0.685-0.796 1,0.320-2.108-1,-0.743-1.648 0,-0.862-0.027 2,-2.778 2.084-1,5.124-3.198-2,-4.310 3.587-1,0.509-0.953 1,0.791-1.752 1,1.948 0.159 2,1.032 0.184 0,-0.098-0.719-1,-2.890 2.966-1,3.803-2.502 1,-3.391 4.497-3,3.765-4.305 1,-0.020 0.032 0,-0.173-0.146 0,-4.434 3.230-1,3.396-3.874 2,0.089 0.008 0,0.185 0.186 1,0.232 0.286 1,0.246 0.329-3,-2.378 4.746-1,1.928-0.365 1,-0.260-1.635 2,0.208-0.140 3,-1.247 2.800-4,2.212-4.926 0,-0.401-0.442 0,-0.338-0.600 0,-2.933 2.434-2,0.843 0.733 2,1.655 1.318 2,-0.736 0.792-2,-2.752-2.836 2,0.967-2.400-2,1.328 0.252 0,0.555 1.249 0,-0.339 1.111 0,-0.875 1.006-1,2.655-3.137 1,0.017-0.078-1,-3.667 3.914-1,0.948-1.226 0,1.336-1.261 2,1.646 0.067 0,0.128 2.275 2,0.042-0.533 1,-0.430-0.897-3,0.039 0.989-1,1.639 2.214 2,1.119 0.050 5,0.791-3.178-9,0.873-13.135 6,-0.010-0.201-2,4.202-0.224-2,1.613 1.293-2,0.903-0.434 2,-0.218-0.026-1,0.410-0.707 0,0.482-0.822 2,-0.343-0.021 0,-0.526 0.282 0,0.376-0.445-1,-0.123-0.763 1,-1.629-0.136 0,-0.688 1.117 0,0.611 1.892 1,0.623 0.557 2,1.217-0.799-3,1.453-1.537-2,-3.638 2.745 1,3.022-2.976 0,-3.275 2.501 0,-10.457 1.931 6,-0.875 2.847-2,-0.491 0.594-3,1.079 1.103-1,0.293 1.023 0,0.546 0.729 0,-1.420 0.456 0,-1.480-0.628 2,1.970 1.270 0,-0.201 0.814-1,-2.053-1.960 1,-2.643 1.354-2,0.609 0.677-3,1.028 0.397 3,1.290 0.075 0,1.031-1.016 1,-1.026-0.771 0,0.883-0.882 2,1.227 0.162 1,4.231 3.058-3,-0.339-0.758 0,-4.875-4.374 2,2.667 4.088 0,2.262 1.603-3,1.447-0.178 0,0.822-0.510 0,-4.964-0.944 1,-1.293-0.676 2,3.074 0.647-3,1.166 0.920 0,0.567-0.157 1,-3.918 0.712 0,-0.573-2.773 1,-0.504 0.129-2,0.127 0.284 0,-0.637 1.171-1,-0.674 1.801 1,1.808-0.001 1,2.095-0.522 0,0.604-0.537 1,-1.246 0.491-1,-1.303-1.000 1,-1.579-0.150-1,-0.710 1.081 0,0.486-1.406 0,1.472-1.906-1,-0.107 3.266 1,3.398 0.272 2,1.374 0.304-1,-1.371-0.462-2,-3.951-1.760 6,12.394-4.111-4,0.182-0.978-1,0.431 0.000-1,-1.040-3.077-1,-3.675-4.326 3,2.745 3.521-2,2.878 2.191 1,0.979 1.296-1,-2.354 0.406 1,2.104 0.104-1,-1.092 0.012 0,0.749 0.005 0,-0.925-0.069 1,-13.029-0.073 4,-0.142 0.009-2,-0.178 0.000-3,0.760 3.205 0,2.810 4.288 1,1.897-0.668 0,0.901-0.224-1,0.224-0.230 0,-0.180 0.332 1,-0.063 0.529 2,-0.023-13.570 0,-4.053 0.795-1,-5.094 5.095-2,1.427 0.302-1,0.198 0.108-1</inkml:trace>
</inkml:ink>
</file>

<file path=ppt/ink/ink6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41"/>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3155.692 2671.262 767,'0.000'6.299'0,"0.000"-0.203"0,-0.236 2.206-5,-1.401-2.257 5,-1.699 0.780-2,0.325-0.290 0,-2.010 4.389 0,-0.392-0.631 3,0.502-0.403-3,2.975-3.622 0,0.247 0.558 1,0.261 0.237 1,-0.056 0.490 0,-0.232 0.396 0,-0.359 0.404-1,-0.496 1.335-2,0.077-0.387 2,0.232-0.638 1,0.315-0.751 0,-0.253 1.894 0,0.250-1.716 1,-0.231-0.383 1,-0.282-0.518 0,0.034-1.015 0,-0.363 0.210-3,-0.390 0.381-1,-0.352 0.733 1,0.156 0.002 1,0.320-0.137-1,0.021 1.245 1,0.614-0.096 0,0.586-0.104 1,0.518-0.099 1,0.460-1.000-1,0.306-0.677 0,0.091 4.442-1,0.491-2.564 0,-0.958-2.485 0,-4.267-1.581 3,-1.522-3.425 0</inkml:trace>
</inkml:ink>
</file>

<file path=ppt/ink/ink6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44"/>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2948.692 2496.262 767,'0.000'-6.052'0,"0.000"-0.054"0,0.000 12.154-4,0.000 0.360 4,-0.921 1.513-1,-2.141-1.243-1,-0.994 1.668 1,0.568 0.045-1,-1.032-1.121 1,-0.487 0.040 1,0.438 0.573 1,1.229 0.099-2,1.008 0.821 1,1.261-1.593 1,0.764 0.792-1,0.615-0.318 0,-0.099-0.360 1,-0.117-1.146 0,-0.039 0.396-1,-0.028-0.113 2,-0.043-13.221 2,0.017-0.970-5,0.000-0.616-3,0.000 0.208 3,3.024 2.394 0,1.191-1.069 2,-0.520-0.342-1,-0.999-0.038-1,-0.982-0.330 0,-0.857-0.131 0,-0.557 0.150 2,-0.381-0.918-1,-0.195 1.320 1,0.961 0.967-1,5.468 4.061 2,0.558 2.111-1,-4.420 5.570 0,-2.279 0.459-1,-0.012 1.315-1,-3.390-1.469 1,-2.292-2.677 0,-0.586-1.028-5,0.266-0.932 9,-1.236 2.924-6,3.915 2.043 7,3.235-12.332-4,0.078-1.741-1,0.010 0.270-2,0.000-0.099 1,0.000 0.406 0,0.000-0.804 0,0.000 0.086 1,0.000 1.792-1</inkml:trace>
</inkml:ink>
</file>

<file path=ppt/ink/ink6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51"/>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5238.692 3817.262 767,'-6.334'0.000'0,"0.200"0.000"0,-0.415 0.000-5,0.018 0.000 5,-1.118 0.000-1,-0.850 0.000-2,-0.305 0.000 2,-0.108 0.000 0,-2.547 0.000 1,4.622 0.000 0,-0.363 0.000-1,0.277 0.000 1,0.536 0.000-1,-4.391 0.000-1,2.543 0.000 2,2.106 0.000 1,-1.186 0.000 0,-0.448 0.000 3,0.047 0.000-3,-0.968 0.000-4,-0.222 0.000 1,0.260 0.000-1,0.539 0.000 4,0.894 0.000 1,0.463 0.000-3,0.401 0.000-1,-4.573 0.000 3,1.291 0.000 2,0.148 0.000-2,-0.013 0.000-1,-0.282 0.000 1,0.356-0.313-1,3.073-0.583-1,1.186-3.251 2,5.762-1.978 0,4.843 2.299 1,4.016 3.102 0,-0.202 0.538-4,-0.217 0.168-1,1.542 0.063 1,1.140 0.016 3,-1.795-0.014 1,0.514-0.009-5,0.396-0.011 2,-4.345-0.017 2,-0.219-0.003-1,5.434 0.000-1,-1.073-0.006 0,-1.471-0.003 0,-1.603 0.000 0,-0.915 0.000 1,-0.340 0.001 2,0.519 0.000 1,0.670 0.000-3,0.664 0.000-1,0.516 0.000 0,-0.872 0.000 1,-0.981 0.000 1,1.365 0.000 1,-0.479 0.000-1,0.002 0.000 0,-0.831 0.000-1,-0.386 0.325 0,1.716 3.854 0,-2.543-0.238-1,-0.310-0.573 1,1.759-0.191 0,-0.678-1.331 0,-0.358 1.187 0,-0.152 1.602 0,0.565 1.457 0,-1.334-1.099 0,0.468-0.461 0,0.816-1.081 0,-0.082-1.367 0,0.553-0.838 0,1.498 0.625 0,0.818 2.102-1,-1.354 1.727 1,-2.546 0.825-1,-0.900-0.531 1,0.706-1.556 1,0.489-0.423 1,0.469 0.384-2,1.904 0.465-2,1.486-1.301 1,1.738-1.467 2,-0.977-1.128-1,-1.877-0.675-1,-1.728-0.329 0,1.100 3.287 2,3.222 1.234 2,-0.167-0.713-5,-1.894-1.281 0,-2.021-1.146 1,1.764 0.077 0,-2.745 1.071 3,1.532 1.834 2,-0.109-0.893-5,-0.432-1.171 1,1.150-0.690 0,1.451-0.700-1,-0.382-0.552 0,-0.879-0.290 1,-1.018-0.128 0,-0.043-0.049 0,-0.537 0.026 1,-0.560 0.044 0,1.006 0.026 0,-0.601 0.045-1,-0.352 0.021-1,0.252-0.005 2,-0.129-0.006 0,0.287 0.000 0,0.369 0.000-1,-0.673 0.000-1,-0.194 0.000 1,0.284 0.000 0,0.787-1.539 0,-1.757-2.826-1,1.707-1.178 1,-0.895 2.958 0,-0.065 1.209 0,0.706 0.652 0,0.957 0.438 0,0.315 0.267 0,-0.708 0.102-1,-0.240 0.025 1,0.190-0.007 0,0.918-0.025 0,0.390-0.029-1,-0.766-0.025 1,-0.934-0.015 0,0.759-0.367 0,-4.317-4.699 1,-3.692-1.188 1,-1.581 0.370-1,-3.419 0.089-2,0.374 2.290 1,-2.900 1.051-1,-1.032 0.797 1,1.579-0.231-1,-1.010-0.523-1,-0.062-0.130 1,0.533 0.125 1,0.860 0.273 0,0.993 0.343-2,-3.079-0.735 0,3.151 1.191 0,-2.902-0.992 1,1.416-0.497 7,-1.566-0.551-1,-0.309-0.156-8,-0.777-0.381 0,-0.581-0.338 0,-2.916-1.125-1,0.440 0.355 0,0.855 0.597 2,-0.538 0.609 1,0.505 0.774 0,0.864 0.726 5,1.021 0.638 0,1.040 0.533 0,0.970 0.424-6,0.629-0.617 0,-0.306-0.399 0,-0.188-0.167 2,-0.097 0.000 4,-1.923-0.608 2,0.163-0.245-9,0.287-0.259 0,0.336-0.244 1,2.369 0.780 2,0.344 0.198 0,0.316 0.262 0,-1.407 0.079 0,-0.863 0.392 3,0.708 0.450 0,0.128 0.265-3,0.319 0.229 0,0.429 0.190-1,-1.231 0.138 0,0.250 0.163 1,1.177 0.095 0,-0.274 0.053 1,-0.403 0.033 1,-1.247 0.033-1,0.200 0.005-2,0.403-0.006 0,1.755-0.364 0,-3.769-2.040 1,1.785-1.076 3,-2.282 0.024-1,3.927 1.810-3,-0.566 0.211 0,-0.417 0.223 0,-0.292 0.217-1,-0.333 0.182 1,0.179 0.188 0,0.308 0.159 0,0.712 0.133 1,0.484 0.094-1,0.493 0.072 2,-6.942 0.084 2,5.168 0.039-1,-0.411 0.013-1,-0.229 0.003-1,-0.058-0.003-1,0.056-0.007-1,0.827-0.012 2,0.327-0.009 0,0.359-0.008 1,-1.025-0.005-1,0.176-0.009 0,1.467-0.008 1,0.245-0.004-1,0.227-0.003 1,-4.756-0.002 0,-1.259-0.005-1,5.084 0.001 0,-4.960-0.002 0,4.298 0.002 0,-1.194 0.000-1,-0.278 0.000 2,0.328 0.000-2,0.692 0.000 0,0.875 0.000-1,0.927 0.000 1,-3.754 0.000 0,3.377 0.000 1,-0.877 0.000 2,-0.223 0.000 3,1.240 0.000-2,-1.498 0.000-4,-1.453 0.000 0,1.345 0.000 2,-0.720 0.000-1,1.118 0.000-1,1.405 0.000 0,-1.462 0.000 1,1.677 0.000 1,-0.836 0.000 0,-3.804 0.000 0,-0.063 0.000-2,1.361 0.000 0,0.882 0.000-1,1.409 0.000 2,-0.405 0.000-1,-0.689 0.000 3,2.139 0.000-1,-0.110 0.000-1,0.033 0.000-1,0.117 0.000 0,-5.654 0.000 0,2.003 0.000-1,2.062 0.000 1,-0.751 0.000 4,0.021 0.000 0,1.955 0.000-2,-2.042 0.000 0,-0.638 0.000-1,1.171 0.000-1,1.316 0.000-1,0.149 0.000 3,12.998 0.000 3,-0.371 0.000 0,2.661 0.000-6,1.386 0.000-1,1.561 0.000 1,0.234 0.000-1,-1.712 0.000 1,-2.129 0.000 1,-1.960 0.000 1,0.593 0.000 2,3.592 0.000 1,-3.840 0.000-1,0.091 0.000-1,-0.249 0.000-3,4.253 0.000-1,-1.451 0.000 1,1.111 0.000 2,-1.766 0.000 2,-1.687 0.000-1,1.821 0.000-1,-2.522 0.000 1,0.427 0.000 0,2.959 0.000 0,0.304 0.000-3,-0.737 0.000 2,-0.339 0.000-1,-0.372 0.000 1,-1.885 0.000 1,0.132 0.000-1,0.197 0.000 0,2.643 0.000 2,-1.195 0.000 0,0.302 0.000-4,0.842 0.000 0,1.950 0.000 0,0.043 0.000 2,-2.550 0.000 0,-2.325 0.000-1,0.702 0.000 0,1.960 0.000 3,-1.490 0.000 1,-0.063 0.171-3,0.169 1.043-1,0.956 1.322 0,1.096 1.133-1,0.331-0.129 1,-1.379-1.132 0,-0.921-0.940 2,3.496 0.172 1,0.574 0.474-2,-5.841-0.799-1,0.031 0.166 0,0.012 0.146 0,-0.001 0.121 0,3.644 0.865-1,-0.173-0.618 0,0.984-0.595 6,1.054-0.511 0,-0.348-0.438-5,-0.643-0.281 0,0.413-0.175 1,-0.885 0.770 1,-0.968 2.232 0,0.708 0.989 1,0.800-0.237-4,-1.057-1.291 1,-1.129-1.086 2,0.270-0.742 0,1.138-0.474 0,-3.675-0.157-1,0.484-0.035 1,0.404-0.021-3,0.325-0.010 0,0.375-0.006 0,-0.292 0.004 1,-0.446 0.007 1,-0.513 0.009-1,-0.418 0.010 0,5.246-0.015 4,0.688 1.429-1,-5.151 0.341 0,0.795 0.493-3,0.004 0.048 0,-0.198-0.159 0,-0.765-0.372 0,-0.318-0.281 1,-0.311-0.286 0,3.993 1.267 1,0.250 1.536 1,-0.745 0.281-2,-1.813-0.995 0,-1.511-1.174 0,0.470-0.970-1,0.456-0.663 3,0.240-0.338 0,0.314-0.180-1,0.168-0.073-2,-0.307 0.009-1,-0.256 0.039 1,-0.174 0.042 0,-0.790 0.031 5,-12.495 0.040 1,-1.116-0.008-3,-1.019 0.000-5,1.265 0.000 1,-2.697 0.000 0,2.255 0.000 1,-1.835 0.000 2,-0.760 0.000-3,-0.333 0.000 0,0.104 0.000-1,0.402 0.000 0,-2.254 0.000-1,0.739 0.000 1,1.332 0.000 4,1.271 0.000 1,1.250 0.000 1,1.129 0.000 0,-3.980 0.000-1,-0.192 0.000 0,-1.499 0.000 1,5.037 0.000-5,-0.161 0.000 0,-1.162 0.000 2,2.130 0.000 1,-0.332 0.000-1,-1.298 0.000-1,-0.251 0.000 0,-0.730 0.000 0,0.148 0.000 0,0.283 0.000 1,-3.325 0.000 0,-0.328 0.000-1,0.922 0.000 1,0.539 0.000 2,0.666 0.000-2,0.692 0.000-3,0.653 0.000 2,0.939 0.000 1,0.557 0.000-1,0.480 0.000 1,0.015 0.000 0,0.377 0.000 4,-4.979 0.000 1,0.880 0.000-4,1.648 0.000 5,2.392 0.000-10,12.845-0.276 9,-1.280-5.488-4,2.978 2.086-5,1.207 1.107 2,0.199 0.868 0,1.164 0.774 0,0.983 0.467 2,-5.280 0.353 1,-0.321 0.071 0,4.995 0.092-4,-1.438 0.077 3,-0.445 0.005 1,1.034-0.029 0,1.598-0.040-1,-5.418-0.047-1,0.340-0.007 0,0.000-0.005 0,-0.484-0.004 0,4.493-0.003-1,-2.605-0.004 3,-1.900-0.001 1,0.061 0.001 0,1.016 0.001 1,1.693 0.001-1,-2.897 0.001-4,0.602 0.000 1,0.713 0.000 0,0.286 0.000 0,-1.063 0.000 0,-0.089 0.000 2,-0.141 0.000-2,0.346 0.000 0,-0.390 0.000 0,-0.430 0.000 2,5.412 0.000 0,-1.297 0.000 0,-1.792 0.321-1,-0.534 1.955 1,-0.069 1.882 0,-2.877-0.416-1,-9.381 1.048 4,-2.518-5.063-1,0.644 0.250-4,-0.375 0.020 0,-1.700 0.005 0,-1.936 0.003-1,3.040-0.002 1,-0.158 0.000-1,-0.293 0.000 1,-0.044 0.000 0,0.123 0.000 0,0.227 0.000 0,0.281 0.000 1,0.610 0.000 0,0.389 0.000 0,-4.947 0.000 1,4.944 0.000 0,-0.908 0.000 0,-0.828 0.000 0,-2.996 0.000 0,-0.241 0.000-2,-0.585-0.668-3,-0.741-1.012 1,1.665-0.078 4,-0.137-0.108-1,-0.079 0.048-1,0.307 0.148 0,0.544 0.206 0,0.667 0.230 0,-0.941 0.102 0,0.658 0.296 2,-0.876 0.253 2,-0.299 0.205 0,0.076-0.556-1,0.295-0.965-1,2.210 0.068-3,0.250-0.078 0,0.058-0.005 2,0.407 0.167 0,0.415 0.223 1,-0.257 0.173 0,0.121 0.280-1,0.991 0.316 1,0.314 0.186-1,-5.015-0.117 1,3.860-0.207 0,-1.164-0.968-1,2.038 0.286-1,-0.120-0.083 1,-0.035 0.019-1,-0.797-0.126 0,0.364 0.190 1,0.473 0.226-1,-4.855-0.654 1,5.042 1.251 1,-0.363 0.234-1,-0.567 0.188 1,-4.780-1.014-1,5.929-0.058 0,-0.399-0.438 0,0.130-0.101 0,0.167 0.058 0,-0.448 0.048 0,-0.116 0.252 0,-0.875 0.178 1,-0.168 0.328-1,-0.128 0.294 1,-0.093 0.248-1,1.326 0.224 0,0.164 0.114-1,0.180 0.089 1,-0.350 0.070 0,-4.592 0.105 0,2.675 0.070 0,2.051-0.008 1,-1.363-0.013-1,-0.760-0.063 3,-0.134-0.038-1,-0.190-0.017-4,2.359-0.001 2,-1.806 0.000 0,-0.846 0.001 0,0.720 0.001 0,1.362 0.001 0,0.646 0.001-1,-0.904 0.000 0,-0.751 0.000 2,0.481 0.000 0,0.346 0.000-2,-0.725 0.000 0,0.865 0.000 2,-1.219 0.000 0,-0.158 0.000-1,1.025 0.000 0,1.095 0.000-1,0.002 0.000 0,-0.203 0.000 1,0.524 0.000 2,-2.333 0.000-1,0.946 0.000-1,-1.862 0.000-1,1.708 0.000 1,0.701 0.000 0,0.884 0.000-1,-1.600 0.000 0,-1.358 0.000 3,2.271 0.000-1,-0.866-0.211-1,0.596-0.831-1,4.559-4.698 2,2.947-0.327 0,-0.510-1.025 0,0.010 0.951-1</inkml:trace>
</inkml:ink>
</file>

<file path=ppt/ink/ink6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57"/>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3902.692 4501.262 767,'6.181'0.000'0,"0.151"0.000"0,-0.153 0.000-5,1.834 0.000 5,-1.523 0.000-1,0.774 0.000 0,1.631 0.000-1,-1.839 0.000 2,0.336 0.000 0,0.143 0.000-2,0.610 0.000 0,0.089 0.000-1,0.050 0.000 1,0.019 0.000 2,1.453 0.000 0,-0.790 0.000-1,-0.969 0.000 0,-1.004 0.000 1,-0.946 0.000-1,4.036 0.000 5,-1.729 0.000-1,0.819 0.000 1,-0.069 0.000-3,-1.999 0.000 0,-0.256 0.000-2,-0.750 0.000 0,-12.174 0.000 6,-2.011 0.000-4,-0.630 0.000-2,0.438 0.000-1,1.944 0.000 0,-0.863 0.000 0,-2.152 0.000 1,-0.766 0.000 0,-0.531 0.000-1,0.755 0.000-1,0.322 0.000 2,0.486 0.000 0,-0.563 0.000 0,0.814 0.000 0,0.795 0.000 3,-3.256 0.000 1,1.591 0.000-1,-0.712 0.000 0,-3.538 0.000 0,5.782 0.000-1,0.302 0.000-3,0.423 0.000 0,0.458 0.000 1,0.439 0.000-1,0.136 0.000 1,-0.060 0.000 0,-0.172 0.000 0,-0.225 0.000 2,0.782 0.000 0,-5.069 0.000 1,1.604 0.000-1,1.926 0.000 1,-1.094 0.000-1,-1.827 0.000 1,0.545 0.000-2,1.195 0.000-1,0.774 0.000 0,-0.164 0.000 0,0.100 0.000 2,-2.885 0.000 1,1.432 0.000-3,1.842 0.000 0,1.463 0.000 1,-0.132 0.000 0,-1.452 0.000 2,14.206-5.186-2,-3.032-0.308 2,1.143 0.176-1,0.948 0.652-3,0.613 0.646 0,2.538 0.731 0,-1.532 2.054 1,0.916 0.238 3,-1.344 0.344 1,0.117 0.134-5,0.017 0.120 0,1.102 0.072 0,-0.366 0.118 0,-0.474 0.092 1,-0.513 0.068 2,0.787 0.040 0,-1.141 0.031 0,0.134 0.016-1,1.627 0.023 2,-0.181 0.004-1,-0.317-0.002-1,-0.829-0.010-2,-0.169-0.006 1,-0.114-0.007 1,-0.071-0.007 1,-0.038-0.007-2,0.009-0.006 1,-0.110-0.005-1,6.140 0.001 0,-6.134-0.013 2,5.642-0.003 3,-0.509-0.004-5,-1.178 0.000 1,-0.720 0.000 0,-0.529 0.001 1,-1.233 0.001 0,-1.035 0.000 0,2.267 0.001-1,0.156 0.000 1,0.108 0.000 0,-0.310 0.000-2,1.270 0.000 0,-1.338 0.000 0,-1.589 0.000 0,1.704 0.000 2,-2.762 0.000 0,0.122 0.000 0,2.429 0.000 0,-0.993 0.000 2,-14.191 0.000 0,-0.295 0.000-3,-0.677 0.000-2,-0.168 0.000 0,-0.129 0.000 1,0.210 0.000 0,-1.667 0.000 1,0.660 0.000-2,-0.216 0.000 0,0.047 0.000-1,-2.250 0.000 0,0.349 0.000 0,0.975 0.000 3,0.770 0.000 2,0.780 0.000-1,-1.153 0.000 1,-0.421 0.000-1,0.260 0.000 0,0.648 0.000 1,0.825 0.000-3,0.858 0.000-1,1.058 0.000 1,-5.012 0.000 2,1.400 0.000 2,-0.092 0.000-1,-2.139 0.000-4,0.140 0.000 2,5.824 0.000 0,-2.023 0.000-2,-0.506 0.000 0,-0.131 0.000 3,0.127 0.000 0,0.290 0.000-1,0.379 0.000 0,-0.282 0.000-3,0.190 0.000 1,0.771 0.000 0,0.457 0.000 1,0.483 0.000 4,-6.777 0.000 3,5.721 0.000-6,0.315 0.000 0,0.518 0.000 1,-4.282 0.000-2,-0.085 0.000-2,4.588 0.000 5,-0.105 0.000 0,-0.015 0.000-2,-0.722 0.000-2,0.492 0.000 0,-4.761 0.000 3,2.379 0.000 0,1.836 0.000 0,-1.538 0.000 0,1.708 0.000 5,13.282 0.000-3,0.047 0.000-2,1.179 0.000-3,0.576 0.000 0,-0.074 0.000 0,-1.058 0.000 1,1.977 0.000 1,0.383 0.000 0,-0.376 0.000-2,-0.815 0.000 2,-0.203 0.000 0,1.904 0.000 0,-0.881 0.000 1,-0.935 0.000-1,1.302 0.000 0,1.342 0.000 0,-1.155 0.000 0,-1.524 0.000-1,-1.567 0.000 0,1.317 0.000 2,1.556 0.000 0,-2.360 0.000 0,-0.280 0.000-1,2.079 0.000-1,-2.711 0.000 0,0.610 0.000 2,2.085 0.000 0,1.210 0.000-1,-0.738 0.000-1,-0.903 0.000-1,-0.717 0.000 1,-1.477 0.000-1,1.143 0.000 2,0.026 0.000 3,0.647 0.000 1,1.649 0.000-3,-0.252 0.000-1,-0.424 0.000-2,-1.055 0.000 1,-1.090 0.000 1,-0.424 0.000-1,0.223 0.000 2,0.615 0.000 1,0.346 0.000-3,0.265 0.000-1,-0.613 0.000 1,-0.152 0.000 0,1.263 0.000 2,-0.612 0.000 0,-0.950 0.000 0,2.285 0.000-1,-1.575 0.000 0,0.506 0.000 1,-0.843 0.000-1,1.596 0.000-1,1.338 0.000 1,-1.313 0.000 1,-0.478 0.000-1,0.752 0.000-1,-0.072 0.000 0,-1.070 0.000 0,-0.736 0.000 1,-0.403 0.000 0,-0.334 0.000 1,0.167 0.000 0,0.422 0.000 0,-0.622 0.000-1,0.469 0.000 1,-0.133 2.009-1,1.633 1.545 0,1.696 0.312-1,-4.019-1.951 0,4.821 0.880-1,-2.042-1.259 1,-1.652-0.886 2,-0.432-0.504 0,-0.293-0.214 0,-0.337-0.049 0,0.121 0.004-1,2.493 0.017 0,-0.467 0.045 0,0.372 0.022 0,0.296 0.016 0,-1.104 0.010-1,-1.179 0.005 0,-0.446 0.002 2,0.958 0.000-1,0.112-0.001 1,1.128-0.001 0,0.990-0.001-3,0.722-0.001 0,0.452 0.000 1,0.239 0.000 2,1.411 0.000-1,-4.987 0.000 0,0.283 0.000 0,-1.136 0.000 0,-0.069 0.000 1,-0.102 0.000-2,5.760 0.000 1,0.136 0.000-1,-5.584 0.000 2,0.920 0.000-1,0.226 0.000 0,-0.663 0.000-1,-0.021 0.000 1,-0.050 0.000 0,-0.064 0.000 1,-0.069 0.000-2,-0.146 0.000 0,-0.184 0.000 0,-0.194 0.000 0,5.042 0.000 1,-3.101 0.000 3,-0.747 0.000-2,-1.188 0.000 0,4.670 0.000-1,2.608 0.000 0,2.061 0.000-1,0.346 0.000-3,-0.409 0.000 0,-1.256 0.000-1,-1.518 0.000 2,-1.552 0.000 0,-1.442 0.000 2,-1.254 0.000 7,-1.034 0.000-1,-0.811 0.000-2,4.639 0.000 1,-1.347 0.000-1,-0.913 0.000-3,0.644 0.000 0,0.825 0.000 1,-0.155 0.000-1,-3.097 0.000-1,0.528 0.000 0,0.063 0.000 0,-0.238 0.000 1,-0.436 0.000 1,0.272 0.000-2,0.392 0.000-1,-0.261 0.000 0,-0.199 0.000 2,-0.332 0.000 0,-0.403 0.000 0,5.287 0.000 0,-5.459 0.000 1,2.302 0.000 0,0.567 0.000-2,0.440 0.000 1,0.602 0.000 0,-0.447 0.000-1,-0.655 0.000-1,-0.342 0.000 1,0.653 0.000 2,0.506 0.000 1,1.149 0.000 1,0.239 0.000-4,0.097 0.000-2,0.768 0.000-1,-0.137 0.000 4,-0.208 0.000-1,-0.235 0.000 1,-0.232 0.000 0,-0.211 0.000 1,-0.216 0.000-1,0.402 0.000 0,-0.245 0.000 1,-0.663 0.000-1,-0.901 0.000 0,-1.916 0.000 1,-0.582 0.000-1,-0.500 0.000-2,1.205 0.000 0,-0.280 0.000 5,-0.148 0.000 2,-0.052 0.000-3,2.780 0.000-3,-2.555 0.000 0,0.361 0.000 0,0.253 0.000 3,5.373 0.000-1,-1.466 0.000-4,-0.044 0.000-1,-0.378 0.000 5,0.682 0.000 1,0.399 0.000-5,-2.971 0.000 0,-0.427 0.000 2,-0.518 0.000 2,-0.551 0.000 1,-0.543 0.000-1,-0.508 0.000 0,0.509 0.000 0,-0.567 0.000 1,-0.500 0.000-1,4.792 0.000 1,1.008 1.299 0,-5.022 0.703-2,-0.045 0.274 1,-0.306-0.014-2,3.619 0.259-1,0.258-0.751-1,0.719-0.356 6,0.103-0.341-2,-0.278-0.301-5,-0.483-0.251 1,-2.844-0.233 3,-0.502-0.100 1,-0.477-0.080 0,1.714-0.064 0,0.119-0.055 0,-0.199-0.035 0,0.866-0.010 0,1.082-0.007-1,3.201-0.015-3,-0.100 0.006 2,-4.232 0.025 1,-0.516 0.006-1,-0.548 0.006-2,1.036 0.002 2,-0.201 0.007 2,-0.056 0.007 1,-1.563 0.007 0,-0.273 0.003-3,-0.301 0.002 1,1.138 0.002 0,0.097 0.002 0,0.204 0.002 1,-1.052 0.236 1,0.278 0.393-3,0.327 0.485 1,0.095 0.293-1,-0.074 0.142 0,-0.191 0.028 1,2.222 0.430-1,-0.709-0.228 0,-0.794-0.290 2,-1.802-0.449 0,-0.259-0.208 0,-0.489-0.208 0,-0.217-0.156 0,5.932 0.102 2,-0.230-0.378-2,-2.049-0.200-2,0.969-0.096 1,-0.076-0.042 1,-1.765 0.021 0,-1.783 0.041-2,-0.741 0.034 0,0.317 0.022 2,-0.098 0.017 1,2.165 0.012-1,-0.722 0.006-2,-1.714-0.002 1,0.086-0.003 1,0.375-0.003 0,2.427 0.000-1,-2.927 0.000 1,1.826 0.000-2,-1.833 0.000 0,2.498-1.005 1,-0.895-1.851 1,1.206-0.542-2,0.094 0.572 0,0.751 0.246-1,-0.995-1.168 1,0.516-1.407 2,-3.760 1.908 0,0.446-0.691 0,0.087-0.066-1,-0.139 0.317 0,-0.264 0.520-1,-0.313 0.596 0,2.860-0.521 0,-0.866 1.358 1,-0.315 0.954 1,-0.176 0.631 1,-0.321 0.311-2,0.362-2.272 0,-1.954-2.125 2,0.976 0.001 0,-0.937-0.198-3,-0.760-2.772 0,-1.468 1.469 1,3.308 2.419 1,-12.607 3.380 3,-1.268-0.067-5,0.791 0.004-1</inkml:trace>
</inkml:ink>
</file>

<file path=ppt/ink/ink6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7:08"/>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6034.692 4437.262 767,'0.000'6.365'0,"0.000"-0.206"0,0.000 0.798-5,0.000 0.368 5,0.000-0.149-1,0.000 2.330-1,0.000 1.148 1,0.000-1.048-1,0.000 1.462 1,0.000-4.434 0,0.000 4.958 1,0.000-0.332-1,0.000-4.860 1,0.000-0.197 0,0.000-0.194 1,0.000 3.998 7,0.000-2.695-13,0.000-13.381 9,0.000-0.539 0,0.000-0.324-6,0.000-0.393 0,-1.026-2.370 1,-2.561-0.608 0,1.350 3.884 0,0.116-0.116 0,0.237 0.080-1,0.297 0.197 0,0.311 0.256 1,-0.425-5.196 0,-0.655 1.111 0,-2.635-0.435 0,1.404 5.005 1,-0.261 0.069 0,-0.233-0.167 0,-0.102-0.161 1,-0.007-0.146-1,0.058-0.127-1,-0.292-1.375 1,0.799 0.897-1,-0.143-0.265 1,-0.677-1.581 0,-0.273-0.982 4,0.028-0.510-5,-0.649-2.123-2,0.602 0.669 1,0.721 1.063 1,0.748 1.245 0,0.713 1.277-1,0.642 1.209 1,-1.147-4.771 3,1.104 4.789 1,-0.076-0.322 0,0.056-0.073 0,-0.342-2.213-1,0.353-0.011-4,0.388 0.909 0,0.375 1.383 0,-0.258-2.236 11,1.268 15.659-5,0.257 0.760-4,-0.057-0.790-1,-0.010 1.860 1,0.001-1.592-1,0.000 0.883 1,0.002 0.534-2,0.000 2.023 1,0.002 0.257 1,0.000-0.534 0,0.000-0.001 0,0.000 0.785-1,0.000 0.734 2,0.000-5.134-1,0.000 0.401-1,0.000-0.221-1,0.000-0.389 1,0.000 4.749-1,1.400-2.646 4,2.693-2.574 2,1.504-0.375-2,0.271 0.784-2,-0.233 1.090-2,-1.228 0.113 1,-1.423-0.027-1,0.891 1.264 4,0.553-3.363-1,4.404 3.309 0,-3.993-4.269-3,0.104-0.026 2,0.272 0.503-1,-0.562 0.046 0,-0.702 0.048 0,1.761 5.013 2,-2.404 0.067 1,-1.212-2.071-1,0.525-1.279 0,3.938-4.381-1,-1.916-6.458 1,-4.036-2.605 1,-0.700-0.906 0,0.020 1.587-3,0.014-0.030 1,0.007-2.500-3,0.036 2.311 2,-0.854 0.208 1,-3.749-0.995 1,-0.960 1.116 0,-0.348-1.597-1,1.526 3.483-1,-0.376-0.364 0,0.111-0.090 1,0.415 0.092-1,-2.445-3.394 0,0.933 2.232-3,-0.729 1.702 6,-1.301-0.230 1,-0.315-0.581-2,0.691 0.889-2,0.741 1.227 1,0.371 1.094 0,0.306 0.873 0,-0.188 0.554 1,0.119 0.324 1,-1.956 0.201-2,0.957-0.084-1,-0.663-0.108 1,0.969-3.465 1,-0.969-1.364 0,1.396-0.196-2,2.143 0.149 0,1.296-1.911 0,2.308-0.091 1,1.308-1.718 1,2.215 2.648 1,3.350 3.047-2,1.875 2.676 0,-0.984 0.542 0,-0.268 1.659 0,-0.378 2.071-1,-1.669 1.370 0,-1.746-0.302 0,0.041 0.821 1,-0.169 0.373 0,-0.299 0.050-1,0.697-0.406-1,0.695-0.062 4,0.548-0.079-7,0.120-0.085 7,-0.179-0.086 0,-0.377-0.082-2,0.096 0.691-3,-0.084 0.448 1,0.018 0.546 3,1.182 0.400 0,1.344-0.649-2,1.113 0.287 0,-0.435-0.199 0,-0.212 0.622 1,-0.058 1.062 2,-1.442-1.155-1,-0.338 0.116-2,-0.361-0.011 0,-0.354-0.095 0,-0.329-0.146 0,-0.201 0.280 0,-0.675-0.525 0,-0.686-0.581 0,-0.644-0.574 0,1.661 3.117 4,1.116-2.815 5,1.698-0.590-5,0.841 1.943-4,-1.551-0.723 0,0.077-1.119 1,1.447-0.841 1,-0.909-2.323-1,1.424-1.417 0,-0.813-2.404 1,-4.475-5.127 0,-3.357-0.588 1,-4.559-1.276-3,1.165 0.403 0,0.558 0.414 0,-1.742-2.560-1,2.322 3.742 2,0.334-0.092-1,-1.641-2.061 1,0.345-0.134-1,-0.116-0.379 2,-0.066 0.187-1,-0.029 0.511-2,-0.005 0.662 0,0.893 1.521 1,0.384 0.303 1,-1.806-5.688 0,1.834 0.428 4,0.557 0.784-3,-1.815-1.145-1,0.083 0.277 0,1.729 4.653 0,-0.348-0.547-2,-0.439-0.668 0,0.080 0.906 2,-0.163 0.549 0,-0.109 0.762 0,-3.438-2.619 0,2.599 2.787 1,-0.289-1.080 0,0.091-0.648 1,-0.438-0.839-1,0.123 0.615-3,0.127 0.947 1,0.119 1.076 0,0.263 0.227 0,-2.338-4.468 2,0.678 0.472 4,-0.035 0.686-5,-0.018 0.792-2,-0.244 0.363 1,1.963 2.256 1,-0.284-0.542 0,0.142-0.165 0,0.403 0.089 1,-2.174-4.401 0,2.134 0.131-4,2.065 0.815 3,1.123 0.832 3,0.592-0.357 5,0.349 1.865-12,0.784 13.131 8,2.657-0.614-4,1.516 1.167-3,-2.359-0.657 0,-0.950 1.156 2,-0.835 0.737 0,-0.592 0.190-1,0.356 0.677 2,2.750 0.754 2,0.199-1.125-2,-0.550-0.646-1,-1.128-1.326 1,-0.349 0.688-1,1.248 1.018 3,1.752 1.640-1,-0.678-1.748-3,-1.298-1.992 1,-0.779 0.573 2,-1.535-0.961-1,-0.540 1.680 3,-0.118 0.619-1,0.826-1.054-3,3.749-1.891 1,0.087-0.069 0,1.100-0.275 1,1.048-1.217-3,0.457-0.007 2,-0.042 0.591-1,-0.684-0.338 0,-0.961-1.260 1,1.186-0.782 1,0.957-1.752 0,-1.503-0.758 0,0.491-0.009-1,0.281 0.092 0,0.096 0.070 0,-0.494 0.030 0,0.928 0.007 0,0.105 0.001 1,-0.564-0.001-2,1.912 0.000 0,-1.282-0.002 1,2.760-0.001 1,-0.325 0.000-2,-1.394 0.000 0,-2.045 0.342 0,-0.439 4.324 1,-1.170 1.700 3,0.510-2.707-2,0.354-1.281-2,-3.859 3.804 2,-2.153 0.256 0,0.270 0.198-1,0.012-0.230-1,-0.007 2.010 1,0.000 0.479 1,0.000-2.135-2,0.000 0.285-1,0.000-0.081 1,0.000 1.966 1,-0.238 2.562 0,-0.386-4.881 1,-0.462 0.411-2,-0.486 0.336-1,-0.455 1.301-1,-0.535 1.489 1,-0.521 1.348 0,-0.726 3.298 3,0.120 1.031-1,0.053 3.109-6,0.578 1.374 1,0.740-3.441 4,-0.104 1.138 1,-0.232 1.262-2,-0.013 0.080 0,0.139-0.739 0,0.234-1.261-1,-0.361 3.771 0,-0.202 0.329 0,-0.312-0.190 13,-0.061-0.725-6,-0.178-0.345-4,-0.141-0.771-5,-0.105-1.000 0,0.448-3.755 15,-0.191-0.807-10,-0.228-0.741-4,-0.935 1.653 0,-0.269-0.274 3,-0.211-0.085 6,0.518-0.695 1,0.358 0.652-7,0.478 0.834 0,-0.045 3.549 0,0.810-1.098 0,0.743-1.708 0,0.636-4.328 0,0.004-0.949 0,-0.129-0.800 3,-0.213-0.654 2,-0.547 1.167-1,-0.319-0.369-1,-0.293-0.642-1,-0.257-0.779 2,-0.097 0.601 2,0.865-1.794-6,0.243-0.088 0,-0.211 1.376 0,0.496-1.329 5,0.469-1.544 3,-0.352 1.256-12,1.323-14.247 10,0.741 0.021-4,-0.040-2.184-1,0.195-1.258-2,1.566-1.178 0,-0.077 2.911 1,0.160-1.870-1,-0.021-1.921-1,0.869-4.330 0,0.773-1.161-1,0.027 0.964 1,-0.220 1.249 0,-0.422 1.658 2,0.261 1.794 1,0.213 0.144 1,-0.081 0.225 3,0.581 0.817 1,0.238 0.457-2,0.712-1.343-7,-0.501 1.002 3,-0.687 1.023 3,-0.739 0.949-2,-0.709 0.822 0,0.269 0.085 0,0.648-1.212-1,0.564-0.897 2,1.304-3.584 1,-0.276 0.064 0,-0.759 1.171-6,-0.664 0.742 1,-0.686 0.808 1,-0.645 0.784 5,-0.105 0.765-3,0.199 0.936 0,0.392 0.861 0,2.139-1.873 3,2.420 0.651 1,-3.101 2.764-2,-0.908 0.559-1,-0.445-0.083 0,-0.467 0.069-2,0.895-5.611 0,-1.466 0.191 1,-1.281 1.017 1,-1.092 3.549-1,-3.305 1.533 2,-2.198 6.019 0,1.337 4.793 0,3.213 0.564-1,-1.063 1.982-2,-1.855 1.721-2,1.256-3.930 1,-0.136 0.795 0,-1.192 1.960 2,-0.894 0.733-1,-0.944 0.519-1,-0.952 0.471-1,-0.494-0.130 2,1.513-1.614 0,0.616 0.095-1,0.786 0.178 3,0.021 1.294 1,0.031 0.831-2,0.377-0.824 0,-0.535 0.771 0,-0.671 0.800-1,-0.167-0.523 1,-0.658 0.230-2,-0.656 0.103 0,-3.112 4.845-2,0.022-0.366 2,0.443-1.137 1,-2.606 2.660 2,-0.976 1.167 2,2.973-4.027-6,0.354-0.245 5,0.516-0.388-1,-3.843 3.107-7,-1.679 0.450 3,2.582-3.711 4,-0.240-0.269 2,-0.065-0.340 0,-1.008 0.683-7,0.235-0.496-1,0.332-0.507 2,0.148 0.081 3,-0.255 0.657 1,0.204 0.316 0,6.670-7.217 0,-8.860 8.769 0,-0.391 0.001 1,-2.101 1.770-4,-0.064-0.101 3,-0.632 0.075 1,1.027-1.690-7,1.220-1.919 4,3.135-2.411 1,1.175-0.370 1,1.582-1.258 0,1.087-1.128 1,0.995-1.259 5,-0.425 0.028-1,1.250-1.250-7,1.075-0.960 5,0.879-0.702-2,0.795-0.560 0,0.304-0.122-1,-3.662 3.289 1,2.171-2.744-1,-0.201-5.083 4,5.592-8.838-2,3.190-1.086-4,0.646 1.832-1,1.182-1.785-1,-0.119 0.250 0,-0.135-0.286 1,-0.821 2.489 1,0.076 0.650 0,0.134 0.812 0,0.824-0.210 0,0.235 0.706 1,0.209 0.539 4,0.508-0.188-2,0.580-0.595-2,0.307-0.501 0,0.101-0.410 0,0.636-0.930 0,-0.077 0.037-2,-0.145 0.205 0,-0.243-0.548-1,0.093-1.487 1,0.233-0.811 4,-0.092 0.398-2,-0.143 0.931-1,0.270-0.423 0,-0.227-0.265 0,-0.232-0.576 2,-0.958 1.486 0,0.132-0.019-1,0.227 0.054-1,0.281 0.101 0,0.813-0.644 1,-0.109 0.662-1,-0.250 0.773 0,-0.325 0.795 1,-1.164 0.654 0,-0.142-0.558 2,-0.090-0.550 0,1.120-2.803 5,-0.069-0.512-6,-0.075-0.282-4,0.295-0.901-1,-0.104 0.070 2,-0.107 0.188 1,-0.549 0.719 0,-0.774 0.987 1,-0.849 1.069 1,0.663-2.318-1,-0.046-0.888 7,0.312-0.124-7,0.499 0.350 0,-0.863 2.487 0,-0.336 0.697-3,-0.467 0.712 2,0.581-0.817 2,0.354 0.543 0,-1.256 2.733 1,-0.205 0.273-1,-0.279 0.216 0,0.674-0.704-1,0.645 0.209 1,0.865 0.186 0,0.084 0.197-1,-0.116-0.147-1,-0.358-0.229 1,-0.500-0.271-1,0.314-2.157 0,0.214-0.896 1,0.339-0.339-1,0.019 0.869 3,-0.047 1.259-1,-0.083 1.399-3,-0.503 0.403 0,0.085-0.160 3,0.131-0.066 3,-0.188-0.001-1,-0.390 0.043-3,-0.497 0.069-1,-0.170-1.176-1,-0.723-0.157 1,-0.752 0.874 2,-0.244-2.848 0,-7.515 10.957 3,2.982 4.644-2,0.179-0.062-1,-2.312 2.078 0,-0.255 1.659-3,2.883-4.524 1,0.005 0.206-1,-0.041 0.165 0,-0.064 0.125-5,-0.073 0.090 12,-0.827 1.552-6,-0.913 1.775 0,-0.652 1.256 2,-0.779 2.174 0,0.416 0.123-4,0.716-0.331 5,0.844-0.585-12,0.461-3.410 8,-0.443-0.535 2,-0.376-0.514 0,-0.438 0.375 7,0.222-0.033-3,0.409 0.126-4,-0.310 1.956-2,0.908-0.676 0,0.872-0.888 2,0.773-0.937 0,-0.802 1.243 1,-0.271-0.197 1,-0.579 0.926 1,-2.012 4.169-2,-0.831 1.173-5,0.653-1.272 0,0.470-0.361 0,0.632-1.591 3,0.154-0.875 0,0.065-0.930 0,0.001-0.907 4,-0.041-0.833-1,-0.067-0.731-3,-0.335 0.292 0,0.067 0.151 0,0.107 0.387 1,0.127 0.509 0,0.196-0.938 1,-0.563 0.457-1,-0.417 0.189 1,-1.145 1.523 0,0.408-0.562 1,0.687-0.787 0,0.822-0.881-3,0.854-0.882-1,0.014-0.534 0,-0.304 0.050 4,-0.206-0.089 0,-0.126-0.183 1,-0.095 0.331 2,0.382 0.077-6,0.506 0.143-1,0.559 0.179 0,-0.826 1.582 0,-0.022 1.090 3,-0.773 1.616 1,-0.523 0.084 0,0.574-2.187-4,-0.455-0.164 0,-0.570 0.979 0,0.416 0.063 2,0.654 0.099 0,1.184-1.537 1,0.581-0.314-2,0.557-0.370 1,0.359-1.177-1,-0.030-0.724 1,-2.807 4.037 2,-1.524-1.291 5,-0.743-1.029-7,-2.432 2.111-1,4.428-3.383 0,0.847-0.386 1,-1.173 3.050 5,12.707-10.518-2,-3.055-2.939 0,4.066-5.500-7,-2.846 2.812 1,0.743-1.305 1,-1.512 1.564 0,0.167-0.949-3,0.138-1.042 5,2.342-4.668-3,0.326-0.299 1,0.223 0.345 1,0.140 0.703-1,-1.785 3.077 1,0.001-0.346 0,-0.296-0.272 0,1.013-1.671-1,0.243 0.472 9,0.381 0.714-5,1.033-1.027-5,-0.971 0.900 1,0.537-1.710 3,-1.613 3.114 2,-1.947 3.175 1,-0.070 0.448-2,-0.016 0.350 0,0.393-0.437-3,0.008-0.215 1,0.006-0.372 0,0.906-2.323 1,-0.790-0.235-2,-0.220-0.035 0,0.145 0.089 0,-0.168 1.550 2,0.417 1.020 1,-0.122 0.548-2,-0.459 0.206 0,1.554-3.241 1,-1.376-0.524 2,-0.239-0.274-3,1.393-0.135 0,-1.682 5.551-1,4.008-1.279 0,0.487 2.349 3,0.028-0.163-1,-0.177-2.760-2,-1.860 0.839 1,-0.956 0.541-1,-0.514 0.011 1,-0.775 0.154 0,-0.160-0.593 0,0.032 1.217 0,0.576-0.014-1,0.385-0.089 3,0.234-0.129 0,0.122-0.144-4,0.041-0.142 1,-0.119 0.650-1,0.545-0.143 0,0.323-0.164 0,-0.262-0.009 2,-0.430-0.047 4,-0.611-0.013-2,-0.704 0.011-4,3.555-3.635-1,-0.158 1.686 5,0.146 2.086 3,-0.027 2.229-4,-1.650 3.335-2,-1.274 5.489 3,-3.592 1.696 0,-1.591 0.338-3,-0.229-1.716 0,0.036-0.113 1,-0.138 0.848 0,-0.990 0.148-1,-1.267-0.660 0,-1.057 1.470 0,0.780 3.145 0,1.063-3.128 1,-0.120-0.072-1,-0.175-0.490 1,-0.195-0.712-2,-0.192-0.794 0,-0.769 2.083 2,-0.798 0.231 0,0.662-1.865 3,0.150-0.335 0,0.296-0.399-3,0.378-0.419-4,0.376-0.196 4,-0.069 0.300 0,-0.177 0.158 0,-0.925 1.883 2,-0.244 0.174 0,-0.183 0.082-4,-0.131 0.017 0,-0.295-0.253 0,-0.041-1.091 1,-0.003-1.259 0,0.021-1.262 1,0.693 0.465 1,-0.132 0.889 1,-0.182 0.576 5,-0.531 0.937-6,-0.076-0.031-3,-0.019-0.251-1,0.022-0.379 1,0.653-0.891 0,0.391-0.234 2,0.459-0.182 0,-0.014 0.268-1,-0.007-0.135 3,-0.154-0.111 0,-2.995 4.126 0,-0.570-0.568-2,-0.299-0.778-1,-1.861 1.743 1,4.275-3.811 0,0.639 0.385 0,0.719 0.350-1,0.406-0.652 1,-0.021-0.671-1,-3.108 3.248 0,-0.364-0.333 5,-0.989 2.378-4,3.825-4.639-1,0.546 0.034 0,0.521-0.837 0,-2.471 4.924 1,-0.268-0.477 2,2.491-4.480-2,-0.171 0.212 1,-0.166 0.057-1,-1.145 1.496 1,-0.329-0.146-3,-0.273-0.239 0,0.501-0.771 0,0.443-0.374 3,0.565-0.366-1,0.047 0.692 1,-3.554 4.472 1,2.586-4.763-1,-1.662 1.713-1,-0.161-0.213 0,0.081-0.420-2,0.220-0.507 1,0.753-1.002 0,0.220-0.371 1,0.194-0.309-1,0.164-0.246 1,-3.068 3.217 2,3.202-2.785-1,10.010-1.919 6,-0.632-6.436-4,-4.103-4.496-3,0.429-0.743-1,1.617 2.168-11,0.574 0.046 13,0.771-0.800 0,0.580-0.735 1,2.927-2.981-4,1.627-0.216-1,-1.356 1.994 1,-0.464 0.443 6,-0.806 0.519-11,-0.920-0.080 7,-0.575 0.007-1,-0.476 0.266 4,-0.379 0.426-1,0.941-1.307 2,0.172 0.333-6,-0.460 1.199 0,0.045 0.420 3,0.031 0.396 0,-1.302 1.554 1,-0.359 0.149-2,3.487-6.124 0,-3.011 4.645 1,-0.379 0.832 0,0.206 0.016 0,0.217 0.043-2,0.214 0.041 0,0.198 0.037 1,0.178 0.033 0,0.555-0.400-1,-0.024 0.201 1,-0.104 0.241 0,-0.146 0.250 0,-0.665-0.119 0,-0.113-0.391 0,-0.093-0.184 0,-0.074-0.030 1,-0.057 0.078 0,-0.042 0.148 0,-0.029 0.190-2,-0.020 0.209-1,-0.224 0.210 0,2.600-4.438 3,-1.622 0.826 0,-0.026 0.230 1,2.547-1.114-1,-2.321 4.595-1,0.953-0.503-1,-0.120 0.169 1,-0.469 0.250-1,-0.665 0.287 0,0.025-0.655 0,1.750-4.105 2,-2.765 4.374 0,0.479-0.075 0,1.671-1.417 1,0.350 0.048-4,0.149 0.132 0,-0.265-0.255 1,-0.813-0.151 1,-1.398 1.769 0,3.564-3.460 1,0.959 0.927 3,0.045 0.353-3,-1.516-0.342-2,0.104-2.205 1,-3.349 4.610 0,3.182-3.007-1,1.690 0.526 1,-4.208 3.163 1,1.968-3.225 4,-2.833 1.899-7,-8.741 9.261 4,1.022 0.921 1,1.126 0.851-12,2.137 1.567 18,0.746 1.899-11,-3.327 1.288-1,-2.210-0.799 1,-1.629 2.433 1,-1.060 1.939-2,-0.603 1.497-2,-0.250 1.111 0,-2.694 4.869-3,-0.094-0.229 2,0.076-0.893 1,0.921-1.786 4,0.420-0.677-1,0.459-0.558 3,0.455-0.441 0,0.723-3.073 0,-0.162-0.467-1,0.322-0.438 0,-0.889 1.679 0,0.084 0.086 6,0.364-0.484 2,0.541-0.854-11,-2.243 0.749 4,-0.542-0.190 0,0.045 0.038-5,0.112-0.498 7,0.147-0.821 2,0.163-0.983-9,1.952-2.117 2,0.437-0.310-1,0.474-0.146 4,-0.132 0.414 1,0.558-0.412 1,0.525-0.465-2,1.223-1.032 0,0.756-0.372 0,0.792-0.331 1,-2.386 1.386 0,-0.491-1.309 0,1.367-1.618 6,0.132-0.110-7,0.206 0.119-1,0.245 0.267-2,-0.487 1.667 0,0.982 0.422 1,0.729-0.979 0,-0.100-0.667 1,-0.149-0.526 1,-2.626 1.425 4,1.545-4.091-3,4.220-8.557 0,2.010-0.676 0,0.793-2.692-2,3.181-2.604-3,-0.421 5.577 2,-0.055 1.188-1,0.460 0.131 1,0.355 0.081-1,0.228-0.860 2,0.443-0.794 0,-0.396 0.654 0,0.167 0.216 0,0.117 0.435 1,0.077 0.066-1,0.045-0.199-2,0.020-0.379-1,0.897-1.283 4,0.018-0.198-1,-0.010-0.064-1,-0.026 0.029 0,-0.035 0.091 0,0.058-0.420 0,-0.803 0.332 0,-0.934 0.375 0,-1.190 1.627 0,2.801-3.444 4,0.035 2.369 5,0.502 1.004-6,0.315-1.314-1,-3.358 1.287-2,0.234-1.273 2,-0.417 0.439-1,0.199-0.336-1,0.210-0.170-1,0.419-0.401 0,0.084 0.217-1,0.026 0.331 2,-0.017 0.394 1,0.080-0.008 0,-0.495 0.550 0,-0.593 0.535 1,1.770-3.934-1,-2.077 3.346 2,0.093-0.395 1,-0.220-0.056-2,-0.395 0.159 0,0.412-0.240 0,0.233-0.385-3,-0.075-0.063 1,-0.272 0.152 1,-0.083 0.308 1,0.131 0.197-1,0.228 0.191-2,0.560 0.159 1,0.308 0.814 1,0.279 0.896 1,0.071-0.445-1,3.209-3.941 2,-3.896 3.648 1,-0.240-0.605-2,-0.342-0.657-3,0.202-2.217 0,-0.659-0.199-1,-0.631 0.114 2,-0.556 1.897 1,0.093 0.200-1,0.234 0.193 1,0.795-1.754 1,-0.153 0.417 0,-0.314 0.442-1,2.504-3.844 1,-2.199 4.922 0,0.239-1.254 1,-0.231-0.380-1,-0.288 0.507-3,0.144-0.411 0,0.236-0.438 0,0.869-1.396 3,0.619-0.183-2,1.187-2.174-1,-0.330 0.309 0,-0.880 1.965 2,0.256-0.438 0,-0.250 0.347 1,-0.291 0.221 0,-0.416 0.375-2,0.078-1.824 0,-0.745 0.165 1,-0.696 0.100 1,0.135 0.675-1,0.552 1.486 0,0.084 0.931 0,-0.208 0.514 4,0.044 0.808-3,0.571-0.024 3,0.123-0.151-4,-0.173-0.222 0,-0.697 0.829-1,-0.322-0.008 1,1.499-7.395-1,-2.384 5.521 1,0.292-0.807 0,0.744-1.122 0,0.432-0.063-1,0.432-0.181 0,0.330 0.030 0,0.240 0.158 0,-0.776 1.970 0,-0.243 0.332 0,-0.323 0.334 0,-0.260 0.804 0,0.081 0.230 0,0.186 0.190 3,0.959-2.087 2,-0.289 0.012-3,-0.663 1.049-1,-0.424 0.479 1,0.825-4.660 0,-1.118 2.315-1,1.003 0.891 0,2.122-2.045 1,-2.143 4.397-1,0.068-0.306 0,0.005-0.274-1,-0.037-0.233 0,-0.061-0.190 0,0.695-0.216-1,0.663 0.838 1,-0.342 0.772 0,-0.257-0.063 2,1.559-3.862 2,-0.979-0.276 2,0.776 1.327-6,1.048-1.913 1,-1.624 3.289 0,-0.762 0.856 0,-0.199-0.357-1,0.593-1.390 0,0.108-0.008 0,0.178 0.164 1,0.587-0.189 0,0.563-0.034-1,-0.289 0.379 1,-0.501 0.238-1,-0.689 0.269 2,-0.302 0.266-1,-0.036 0.242 1,0.130 0.206-1,-0.126 0.115 0,-0.459 0.331 1,1.406-4.438-1,-1.234 3.490 1,1.472 1.220 1,0.113 0.102-1,-0.594-0.921 0,1.771-2.180-2,-0.986 1.079 1,-1.355 0.675-1,-9.868 4.392 3,-0.753 2.247-1,-0.831 0.994-1,1.832 2.978 0,-0.396 0.125 0,1.286 0.420-2,1.353 0.721 1,0.184 0.453 2,-0.530 0.325-2,-0.846 3.623 0,1.878-3.182 1,-0.469 0.712 1,-0.269-0.140-1,-0.194-0.531-2,-0.133-0.765-1,-1.258 0.887 1,-0.233 0.103 1,0.236-0.104 2,0.525-0.230 0,0.678-0.296 0,0.729-0.319-2,0.712-0.312 0,-1.268 2.519-1,-0.730 0.510 3,-0.503-0.422 3,-0.898 3.531-3,1.559-0.145-5,0.895-1.567 4,0.028-0.169 3,-0.091-0.413-6,0.427-1.774 1,-0.154-0.404 0,-0.184-0.386 1,-1.434 1.400 2,-0.553-0.262 0,-0.489 0.599 0,0.588-0.201 0,1.953-2.555 0,0.487-0.187-1,0.491-0.157 1,-0.203 0.707-1,-0.229 0.095 1,-1.347 2.383 0,-0.731 1.207-1,0.013 0.500 0,0.460 0.029-2,0.599-0.944 1,0.018 0.087-1,-0.087 0.125 2,0.977-2.136 1,0.260-0.229-2,0.319-0.265 0,0.347-0.278 1,0.351-0.275-1,0.337-0.259 1,0.021 2.200 3,0.487-0.181-1,0.475-2.255-1,0.168 0.245 0,0.138 0.374-1,0.107 0.197 1,0.082 0.062-2,0.060-0.038 0,0.061 2.052 0,0.031 0.345 0,0.013-0.033 1,-1.027 0.680 1,-0.624 0.148 0,-0.317-0.215-3,-0.238 1.385 1,0.084-0.017 2,0.199-0.455-3,0.346-0.997 1,0.242-0.131 4,0.238-0.031-4,0.269-1.194-2,0.163-0.467 3,0.142-0.542 0,0.118-0.565 0,0.159 2.170 1,0.229-0.856 1,0.203-1.338-1,0.795 2.474 2,3.001-5.046 0,0.289-9.568-2,0.010-0.680 0,-1.255-1.505-2,-0.929 1.439 0,0.084 0.100 0,0.429-0.448 0,0.438-0.256 0,1.061-2.172-1,-0.257-0.188 1,-0.810 1.542 1,-0.104 0.130 0,-0.063 0.150 0,-0.029 0.155 1,-0.006 0.147-1,1.194-1.957-1,0.818-1.018-1,0.543-0.393 1,-0.095 0.764 1,0.201 0.251 1,0.121 0.381-1,0.572-1.136-3,-0.666 0.074 0,-0.845-0.017 4,0.112-0.833 1,0.049 0.325-2,-1.104 2.270 1,-0.436 0.691-1,-0.506 0.721 1,-0.521 0.697 0,-0.058-0.528 1,0.806-0.034-1,0.544-0.017 0,0.300 0.253 0,0.123 0.403 0,0.003 0.464 0,2.480-4.380-4,-3.045 4.382 2,-0.032-0.212 2,-0.188-0.138 2,-0.293-0.079-2,0.410-2.687-4,-0.286-0.553 1,-0.221-0.079 2,-0.162 0.230 1,-0.114 0.411 0,-0.073 0.497-3,-0.233 1.454 0,0.243 0.333 0,0.317 0.279 0,0.290-0.538 0,-0.164-0.323 5,-0.305-0.462 0,0.321-1.421 0,-0.021 0.354-3,0.071 0.610-1,0.120 0.711 0,0.141 0.709 0,0.139 0.645 0,0.126 0.548 1,2.851-2.972-2,-1.844 1.498 1,-1.190-0.458 3,-1.274-1.077 4,-0.365 0.994-3,1.027 1.420-3,1.616 1.354 2,1.589 3.456 0,-4.214 7.417-1,-5.680-0.236 0,-1.450-3.321-1,-1.560 3.557-12,-0.563 2.941 20,3.771-4.103-10,0.117 0.230 1,0.138 0.129 0,0.141 0.054 0,-0.064 0.395 0,-0.191 0.583-1,-0.258 0.662 1,-0.184 0.761 1,-0.123 0.769 0,-0.074 0.717 0,-0.038 0.631 0,1.015-2.034-1,0.277-0.120-1,0.333-0.218 1,-0.088 0.611 0,-0.064 0.066-1,-0.189 0.142 4,-0.267-0.091 1,-0.304-0.246 3,-0.313-0.339-4,0.065-0.596-10,0.192-0.490 7,0.320-0.499 2,0.392-0.478-1,0.537 0.076 1,0.372 0.271 0,0.354 0.145 1,-0.246 2.329 0,-0.034 0.120 0,-0.199-0.001-3,-0.285-0.077-2,0.112-0.890 2,-0.372 0.306 0,-0.410 0.048 0,-0.863 1.720 1,0.211-0.519 3,0.434-0.671-3,0.846-1.874-2,-0.105 0.148 1,-0.212 0.005 2,-0.251 0.795 1,0.141 0.289 0,0.249 0.334-3,-0.177 2.624-1,0.544-0.089 0,0.625-1.477 2,0.388-0.614-1,0.332-0.664 2,0.301-1.197 0,0.180-0.194 0,-0.088-0.951 0,-1.444 5.537 0,-1.937-0.459 1,1.110-5.655-2,-0.894 1.074 0,0.010-0.012-1,0.249-0.013 1,0.389-0.013 0,0.453-0.012-1,0.508-0.257 0,0.418-0.106 0,0.378-0.119 1,-0.207 5.831 0,1.006-5.213 3,0.149 1.083-2,0.143-0.027-1,0.099-0.230-1,0.063-0.347 0,0.036-0.398 0,0.015-0.403 0,0.119 5.001 0,-0.054-0.956 0,-0.056 1.140 4,-0.063-0.437 1,-0.041-1.020-3,0.071-1.042-1,0.544-2.418-1,2.438-1.217 2,3.660-5.351 1,-0.986-4.467-1,-1.445-2.625-2,0.807-1.386 0,1.259-0.773 0,0.666 0.135 0,1.313-0.880 0,-3.447 4.102 0,0.317-0.542-1,0.287-0.553 1,0.247-0.521-1,1.172-2.211 0,-0.725 0.751 0,0.324-0.474 0,1.808-2.791 1,-0.209 0.048 3,-0.438 0.343-1,-0.553 0.506-4,0.363-2.583 0,-0.169-1.053 3,-2.400 4.217-1,-0.518 0.344 9,-0.576 0.486-5,-0.030-0.214-6,-0.333 1.306 0,-0.195 1.413 1,-0.089 1.401 3,-0.056 0.277 5,0.164 0.080-4,0.226 0.094 3,-0.107 0.044-2,-0.209-0.173-3,-0.315-0.240-1,-0.374-0.274-1,0.055-0.824 0,-0.081 0.148 1,0.029 0.293 1,0.101 0.368-1,0.157-0.669 1,0.185-0.245 1,0.189 0.051-1,0.181 0.242 2,-0.103 0.086-1,-0.283-0.022-2,-0.383-0.092 0,-0.422-0.132-1,-0.288-0.601 1,-0.472 0.386 2,-0.405 0.505-1,-0.332 0.540 0,-0.071-3.333 1,-0.463-1.136 2,-0.189 4.319-2,-0.164-4.169 7,-0.001 4.199-12,-0.108 13.131 8,0.349 0.879-4,0.004 2.695-3,-0.001 1.921-1,-0.004-6.156 3,0.001 4.911-3,-0.002 1.477 5,-0.002-2.800 1,0.000 1.334 1,0.000-0.486-6,0.000-0.353 0,0.000-0.683 1,0.000-0.844-1,0.000 1.094 0,0.000 0.888 6,0.000 0.407 0,0.000 0.064-3,-0.754-0.996 1,-0.502 0.567-2,-0.298 0.402-2,-0.604 3.191-1,0.020-0.001 8,0.171-0.268-5,0.110 1.371-3,0.351 0.034 2,0.347 0.027 3,0.313 0.020 0,0.265-0.654 0,0.211-1.003 0,0.173-3.075-1,0.090-0.999 0,0.066-0.946 1,-1.202 2.827 2,-0.632 0.440 0,-0.231-0.294-3,0.294-3.349 0,-0.331-0.435 0,-0.386-0.435-1,-0.876 1.242-1,0.095-0.669 1,0.305-0.634 2,0.617-1.123 0,-0.128 0.204 1,-0.224 0.070-1,-0.451 0.849 1,0.173-0.367-1,0.304-0.491-1,0.372-0.542-2,-1.143 4.449 0,1.396-1.554 3,0.896-0.335 1,0.256-1.954-1,-1.667-1.284 1,-4.371-5.600 0,0.107-3.420-1,1.574-1.799-1,-1.258-3.247 0,2.703 2.803-1,-0.305-0.942-1,-0.277-0.875 0,-0.987-1.435 0,-0.816-0.684 0,-0.848-0.503 0,-0.378-0.034 0,0.591 1.136 1,0.926 1.452 0,1.059 1.531 0,0.896 1.269 0,-0.938-0.903 0</inkml:trace>
</inkml:ink>
</file>

<file path=ppt/ink/ink6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7:11"/>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6193.692 4882.262 767,'0.000'6.504'0,"0.000"-0.167"0,-7.485 0.130-6,-1.077 1.050 4,1.771-0.973 0,-0.979 0.685-1,-0.839 0.299 1,1.783-1.235-1,0.366 0.399 1,0.564 0.471 1,0.012 0.594 0,0.377-0.431 0,0.269-0.701 1,-2.250 2.002 0,-0.433-0.013 5,-0.021-0.310-3,0.569-0.935-2,1.042-1.396 0,1.181-1.496-1,-1.769 0.360-2,2.445-8.997 9</inkml:trace>
</inkml:ink>
</file>

<file path=ppt/ink/ink6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7:2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5795.692 2926.262 767,'6.177'0.000'0,"-0.144"0.000"0,0.721 0.000-5,-0.583 0.000 5,0.827 0.000-1,-0.489 0.000 1,-0.370 2.769-1,-3.520 5.273 2,-1.876-1.746-1,-0.357-0.079-1,1.216 1.683-1,1.670-1.773 2,1.099-1.033-1,0.660-1.230 1,1.314-1.968 1,0.874-1.386 0,-3.640 6.747 1,0.395-0.965-2,2.683-4.106-1,-1.444 2.366 2,-4.688 2.051 0,-0.641 1.071-1,0.002-1.419-2,0.050 2.029 1,1.512-0.335 1,2.788-3.635 1,3.539-2.728 0,-1.714-1.638-1,1.394 3.647-1,-5.076 2.920 2,-1.031 0.786-1,-0.742-0.591-2,-0.462 0.722 0,-0.380-1.401 3,0.021 0.135-1,3.322-0.321 0,0.884-1.152 1,0.881 0.522-1,0.089-0.150 0,-0.201-0.322-1,-0.288 0.021 0,-1.157 0.879-1,-1.431 0.656 4,-1.008 0.182-1,-0.592 0.118 0,2.437 0.682-2,4.748-1.522 3,-1.108-1.577-2,-0.688 0.463-1,-1.261 0.979-1,-1.669 0.376 2,-0.717 1.418 1,0.621-0.219-1,1.267-1.099 0,0.021 0.396 0,-1.003 0.136 0,-1.102-0.566 0,-0.648 1.713 0,-1.021-0.853 0,-0.335 0.756 0,3.429-0.961 1,2.037 1.154 0,2.660-0.656-2,-1.161 0.698-1,-2.219-0.715 1,-1.785-0.826 1,-1.045 1.580 0,-1.588-0.597-1,-0.506 0.005 3,1.347-1.196 0,4.265-2.708 0,0.872-0.683-2,-3.730 3.820 1,-1.646 0.121-2,-0.440 0.730 0,-0.264-0.208 0,0.316-0.411 0,4.791 0.502 1,-0.853-2.771 1,-1.060 1.770-1,-0.482 1.951-1,-0.008-1.296 1,1.656-0.747-1,0.224-1.724 1,-2.824 1.507 2,-0.839 1.603 0,-0.578-0.278-3,-0.313-1.224 0,-0.185 0.685 0,-0.061-0.353 1,0.099 0.915 0,0.556-0.135 2,2.146-0.104-2,1.969-0.452-1,-0.024-0.264 0,-1.816 0.105 1,0.897 0.023 1,1.165-1.133 0,-0.861 0.977-1,-1.286-0.509 0,-0.782 1.054-1,-1.521-0.358 0,-0.511 1.744 2,-0.008 3.060 1,0.080-5.362-4,0.450 4.588-1,2.272-3.031 2,0.652-0.815 2,1.188 0.887 0,0.193-2.087-1,2.419-1.142 0,-0.841 1.465 2,-4.270 1.005 0,-0.988 0.912-3,-0.618-0.271-1,-0.351-0.779 1,1.859 1.433 1,2.272-3.855 1,1.420 2.548 1,-2.546 1.257-2,-2.198-2.138 0,0.359 2.291-1,1.276-1.958 1,1.156-1.487 0,1.650 0.765-1,-2.473 0.970 1,-1.321 1.274 1,2.818-0.305-1,-0.085-1.669-1,-0.938-0.772 1,-0.664 0.930 0,-1.861 0.214 0,-0.949 2.032 1,0.015 0.208 0,0.081-1.604-1,0.056-0.045 0,3.552-1.850-1,2.529-2.836 3,-0.826 2.190-2,-3.541 3.099 0,-1.034 1.635-1,1.135-1.925 0,1.174-0.586 0,0.651-0.713 0,-0.574-0.205 0,-0.980 0.129 2,0.385 2.386 0,0.591-1.887-1,0.763-1.339 0,1.195 0.721 0,-2.351 1.487 0,-1.936-0.125 1,-0.653-0.774 0,-0.222 0.819-1,0.061-0.534-1,0.073 0.823 2,1.546-1.217-1,4.924-4.083 1,-0.368 1.203 0,-3.966 4.158-1,3.379-2.699-1,0.301-0.469 1,-3.065 3.843 0,-1.643-1.098 0,-0.912-0.492-2,3.757-0.867 1,3.819-4.781 4,-1.009-0.382-3,-0.766 1.581-1,-0.232 2.215 0,1.332 1.459 1,-1.562 0.358 0,-1.860-0.315-1,1.437-0.150 0,0.667-3.142 2,-1.342 2.420 1,1.654 0.910-2,-0.723-2.994 0,0.976-0.840-1,0.303-1.711 1,-0.122-0.594 0,0.203 0.338 0,-0.101-0.001 1,-0.299-0.004 0,0.311 0.000-1,0.890 0.000 0,-1.078 0.000-1,0.459 0.000 1,0.395 0.000 0,-0.305 0.932-1,-2.227 2.957 2,-3.721 3.102 0,3.118-2.507-1,2.160-4.683 0,-1.525 4.311 0,-3.941 2.151 1,3.838-1.928-1,2.432-3.225-1,-3.624 4.361 1,-3.014 1.782 0,-0.613-0.018 0,-0.001-0.671-1,0.193 2.470 0,1.229-1.561 1,3.476-2.971 0,2.116-4.494 0,-3.604 5.047 1,-3.385 1.460 0,0.026 1.050-1,0.081-0.796 0,0.019 0.118 0,0.007-0.602-1,-0.007 0.313 0,0.000 0.248 1,0.000-0.479 0,0.000-0.084 1,0.000 0.931-2,-1.854-1.203 1,-5.006-4.457 2,-0.816 0.485-1,1.990 1.799-2,0.278 0.988 0,-0.574-0.699 0,-0.049-2.954 1,-0.232-0.823 0,4.043 5.832 1,-4.321-0.808 1,-0.771-2.360-2,1.295-1.885-2,-0.546-1.495 1,0.478 0.331 0,-1.126 0.041 2,-0.999 0.000 1,0.286-0.001-4,1.869-0.001 1,-0.143-0.001 1,0.085 0.000 0,1.346 3.711 1,4.769 2.383 1,0.000 0.855-1,0.000 1.453-2,0.000-0.343 0,0.000-0.650 2,0.000-15.713 3,0.000-0.472-6,0.000 2.746 0</inkml:trace>
</inkml:ink>
</file>

<file path=ppt/ink/ink6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7:3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6352.692 4182.262 767,'0.000'6.195'0,"0.000"-0.160"0,0.000 0.463-5,0.000-0.188 5,0.000 1.461-1,0.000 0.119 0,0.000 0.968-1,0.000 3.785 0,0.000-3.643 2,0.000 0.004 0,0.000-0.464-3,0.000-0.736 1,0.000-0.863 0,0.000-0.884 0,0.000 5.575 2,0.000-4.907 1,0.000 0.063 3,0.000-0.097 0,0.000-0.188-4,0.000-0.228-2,0.000 5.132-1,0.000-1.920 0,0.000-1.414 7,0.000 0.023 0,0.000-0.415-3,0.000 1.052 0,0.000-0.277-1,0.000-1.371 0,0.000 1.199-2,0.000 0.655 2,0.000-2.296 2,0.000-0.287 0,0.000 2.140-3,0.000-0.384 0,0.000 0.560 2,0.000 0.151 0,0.000-0.357-3,0.000-0.879 1,0.000-1.008 2,0.000-0.431-1,0.000 1.005 0,0.000 1.333 2,0.000 0.006-2,0.000 0.272-1,0.000-2.104 1,0.000 1.034 0,-0.547 0.375 0,-1.023-2.282-1,-4.043-0.876 2,-0.315 0.606 1,4.332 1.223-2,0.815 0.797 0,0.495-0.847-2,0.288 1.244 0,0.189-0.296 2,-0.079-1.112 0,-0.084 0.184 2,-0.031-0.034-1,-0.002-0.486-1,0.002 1.311 0,0.003-0.423 0,-0.210 0.651-1,-2.509-1.326 1,-2.749 0.788-1,0.754-0.597 1,2.251-1.058-1,1.245 0.913 2,-3.343 1.533-1,0.282 0.529 0,0.605-0.120-1,0.062-0.899 0,-0.065-1.193 0,-0.104-1.032 1,0.430-0.198 0,0.969 0.610 1,0.587 2.944 1,1.230 0.022-1,0.546-0.303-1,0.146 0.640 0,0.013 0.399 0,-2.531-1.045-1,-2.428-2.473 1,-1.139-0.810 2,-0.318-0.267-3,0.792 1.419-1,1.474 1.804 2,1.732-0.378 1,1.258-1.015-1,0.738 1.724-1,0.198-1.595 1,-1.193-0.605 1,-3.313-0.870 0,-0.208 0.964 0,-1.404 2.532 0,0.719 0.206-4,1.155 0.595 1,0.623-1.785 2,0.209-2.782 0,-1.871-1.686 1,0.048 0.079 0,3.474 4.068 2,1.657 0.540-3,-0.896-0.504-1,-3.906-2.669 1,-1.432-0.451 1,2.410 0.675-1,-1.899-0.331 0,0.674 2.302-1,2.813-0.577 0,1.080 0.381 1,0.766-0.212-1,0.427-0.029 0,-0.958 0.213 1,-2.720 0.833 2,-0.689-1.107-1,-1.146-1.468-3,-1.589-0.754 1,0.529-0.728 2,0.904-0.173-2,0.818 0.086 1,-0.231 3.322-1,3.460-0.933 2,0.965 0.115 1,0.579 2.423-2,-0.414-1.562-1,-5.037-2.210 2,1.316 0.105 0,2.093 1.173-1,-0.795 1.855-1,-1.697-0.921 0,0.152-0.215 1,1.245-0.281 0,0.247-0.498 0,-0.445-0.166-1,-0.715 0.021 0,-1.413 0.932 1,-1.190 1.676 0,1.610-0.459-1,2.003-0.843 1,0.045-1.555 1,-2.629-0.443 1,0.380 1.967 0,0.155-1.139-2,-1.585-2.452-1,2.642 1.342 2,2.202 4.815 1,1.413-0.569-4,0.040 0.069-1,-2.106-1.923 2,-1.695-1.284 2,0.593-0.564 0,0.664 2.228 0,1.851-1.616-1,-1.324-0.388 0,-1.730-0.486 0,-1.496 0.346 0,-0.443 1.023-1,0.435 1.070 0,-1.409 0.062 0,0.476 0.624 1,1.697 0.756 0,2.220-0.612-1,1.441-1.454 2,-0.534-0.807 0,-1.653 0.521-1,-1.627-0.778 0,-0.866-1.778-1,0.850-0.768 2,0.817 1.145 0,0.272 0.955 0,-0.045 0.354 0,0.207-0.204-3,0.836 0.421 1,-0.963 3.131 0,-1.065 0.997 2,0.559-0.348-2,1.326-0.918 0,0.735-2.621 0,-3.178 0.186 3,-0.179-2.061 0,-0.112 0.841-1,0.353 1.416-3,-0.142-0.093 1,-0.835-0.699 1,0.699-0.961 0,0.871 0.466 0,3.282 1.699 1,-5.727 3.804 1,2.373-3.953-3,-0.188 0.265 0,0.157-0.094-1,0.359-0.308 0,0.454-0.417 0,0.479-0.451 0,-2.225 2.535-1,0.445-2.685 1,-0.741-1.154 8,-1.418 2.012 1,0.970 0.882-7,0.134 1.396-2,-0.416 0.584 1,0.139-0.584 1,0.458-1.050 0,0.857-1.382-1,0.309-0.550 0,-1.020 0.664 1,-1.134-0.704 2,-0.767-1.387-1,-0.457 0.264 0,0.552 1.312-2,2.166 2.250 1,0.633 0.642 1,-0.631 0.120-1,-0.841-1.904-2,0.400-1.846 2,1.643 1.549 1,1.142 0.687 2,-0.364-0.884-3,-1.420-0.351-2,-1.021-0.052 3,-3.135 0.396-2,0.980-1.191 0,1.096 1.230 1,2.109 0.926 1,2.398-0.068 0,-4.403-0.611-2,-1.313-2.207 6,-0.203-0.341-8,0.677 0.071 1,1.933 0.443 1,0.173 1.611 0,-2.560-0.147 3,-0.532-1.500 0,1.802-0.752-4,2.628-0.186 1,1.275 3.106 2,0.972 0.016 0,-2.704-0.204 0,-2.862 0.778-2,0.813-1.203 1,-0.146-1.562-1,0.232-0.801 1,-1.141 1.011 1,-0.734-0.193-2,-0.112-0.835 1,1.877-0.070-1,2.878 0.271 1,0.866 1.966 1,-1.260-2.412 2,-2.729 0.313-2,0.529 0.714-1,0.227 0.455-1,0.776-0.089 0,0.818-0.292-1,-0.309-0.524 1,-0.446-1.543 1,-0.139 2.204 3,0.842 0.040-1,0.307-1.116-2,-1.379 0.185-2,2.783 1.394 2,-0.117 2.059 2,-1.158-0.796-3,-0.870-1.151 1,-0.270-1.722-1,-0.173-1.602 0,-0.500-1.139 1,-1.636 0.504 1,-0.152 1.884-1,1.027 1.084 0,1.153 0.321-1,1.045-0.099 0,0.736-0.236 1,-2.499 0.681-1,-0.821-2.879 4,-0.990-1.687-1,2.386 0.103-3,-0.223 1.354 0,0.175 1.138 0,-0.015-0.074 1,-0.365-0.238 0,0.901 0.741 0,1.459 0.912 0,0.237-0.322 0,-3.170 0.308 1,-0.678-2.365 0,-0.268 0.770-2,1.239 0.960 2,-0.379-0.065-1,0.996-1.053-2,-1.247-0.576 1,1.109-0.354 1,0.590 1.871 0,-1.067 1.149 1,-0.133-0.064 0,0.170-0.476-3,0.250-0.524 0,0.128-0.557 0,-0.734-0.945 1,0.121-0.992 3,0.012-0.626 1,0.203-0.427-2,0.247-0.251-1,0.217-0.121 0,-0.481 3.982 0,1.138 2.359 2,1.041 0.282-1,0.727-0.575-3,-0.003-1.327 0,-3.230-0.883 2,-1.755 0.754 4,-1.232 0.467-5,0.986-1.214-1,1.947-1.699 0,0.169-0.635 1,1.401 1.227 3,0.628 1.468 1,0.586-0.378-3,-3.530 1.186 0,-0.929 0.327-1,-0.629-0.506 0,0.428-1.252-1,1.318-1.434 0,1.216-1.083 3,-1.259 1.491 1,0.839 2.668-1,1.737 1.428 0,0.769 0.140-1,-2.234-1.472 0,-0.460-1.785 1,0.490-0.480-2,0.447 1.603 0,0.168-0.301 2,-1.227-0.819-2,-0.717-1.444 1,-0.641-1.035 1,0.055-0.190-1,1.489 0.503-1,1.635 0.667 0,-0.625 1.993 1,-2.387 0.362 0,0.173-2.327 2,0.273-0.838-1,1.669 0.157-3,-0.079 1.384 1,-1.404 1.174 1,-0.526-0.560 1,0.517-0.995-1,0.796-0.913 0,0.931-0.708-1,0.253-0.431 1,-0.429 0.054 0,0.973 1.625 1,0.189 3.148 1,-1.208-0.300-1,-0.226-1.284-1,-1.171 0.261-2,-0.720 0.310 0,1.326 0.466 0,2.132 1.090 0,1.324-0.731 5,-0.834-0.958-2,-0.969-1.166 2,-1.284-0.967-2,-0.571-0.877-3,0.472-0.638 1,0.792-0.031 1,-0.180 1.727-1,-0.583 1.265 1,-0.479 0.042 1,-1.336 1.299-1,2.755 1.072-1,2.100-1.259 2,-1.365-0.690 1,-2.090-1.118-1,-0.959-1.170-2,0.597-0.858 0,0.977-0.481 0,0.651-0.214 1,0.257-0.053 0,-0.685 0.168 1,-1.297 0.888 0,1.197 1.078-1,0.408 2.609-1,-0.463 0.417 0,-0.769-2.927 1,-2.655 2.033 0,3.702-1.655 1,0.681-0.214-1,-0.115 0.199-1,0.031 0.223-1,0.130 0.227 1,-0.434 0.287-1,0.163-0.198 1,0.163-0.321 1,-4.804 1.254 0,-0.709-1.163 3,5.588-1.825-3,-4.931 0.029 1,1.730-0.703-1,-0.668-0.303 0,0.979-0.125 2,1.197-0.008-2,-1.422 0.026-1,1.016 0.086 2,-1.705 0.036 0,-0.386 0.034-1,1.502 0.022-1,0.488 0.010-1,-1.516 0.002 2,0.486 0.000 2,1.288-0.002-2,-1.018-0.001-3,-0.797-0.002 5,0.184-0.001 1,2.081 0.000-4,0.744 0.000 0,0.614 0.000 1,-0.276 0.000 1,-1.476 0.000-1,1.346 0.000 1,-1.491 0.000-1,-2.183 0.000 1,2.325 0.000-2,-1.799 0.000-1,-0.491 0.000 1,1.766 0.000 2,1.663 0.000-2,-0.783 0.000 0,0.050 0.000 2,0.597 0.000 2,-1.723 0.000-3,1.478 0.000-1,0.978 0.000 1,-1.803 0.000 1,-2.107 0.000-2,0.026 0.000 0,0.588 0.000 0,0.107 0.000 1,0.504 0.000 1,-0.236 0.000-1,-0.705 0.000-1,2.176 0.000 1,-2.032 0.000 0,-2.016 0.000 1,2.812 0.000-1,-1.344 0.000-2,4.132 0.000 2,-0.370 0.000 1,-0.351 0.000-1,-1.485 0.000-2,-0.237 0.000 1,-0.104 0.000-1,-0.014 0.000 1,2.184 0.000 3,0.292 0.000-1,-5.149 0.000-1,4.660 0.000 0,0.527 0.000 1,-4.607 0.000-1,-0.995 0.000 2,5.242 0.000-1,-0.507 0.000 0,-0.601 0.000-1,-0.617 0.000-3,0.740 0.000 1,0.153 0.000 2,0.296 0.000-1,0.376 0.000 0,-0.917 0.000 0,-0.310 0.000 2,-0.048 0.000-1,0.129 0.000 2,0.238 0.000 0,0.295 0.000-3,0.973 0.000-1,-5.170 0.000-1,1.093 0.000 0,0.469 0.000 8,-0.529 0.000-1,-0.651 0.000-4,0.020 0.000 1,-0.616 0.000-1,4.000 0.000-1,1.049 0.000 1,-0.614 0.000 1,-0.616 0.000-2,-0.290 0.000-1,-0.048 0.000 0,0.121 0.000 1,-0.923 0.000 0,0.459 0.000 0,0.523 0.000 2,-0.394 0.000 0,0.270 0.000 0,-3.448 0.000 0,1.211 0.000 1,-0.971 0.000-1,1.975 0.000-1,1.871 0.000 1,0.479 0.000-1,-1.890-1.579 1,0.404-1.934 0,0.603 0.237-2,-2.229-0.001 0,-0.199 0.980 0,0.062 0.875 1,3.934 0.694 0,-4.776-1.126 0,2.366-0.869-1,1.990-0.825 1,0.485 0.167 0,-0.151 1.114 2,0.095 0.927 0,-1.529 0.503-1,-0.939 0.487-2,0.611 0.321 0,1.117 0.107 0,-0.710 0.027 1,0.264-0.010 2,0.957-0.027-1,-1.497-0.015-3,0.962-0.039 1,-2.179-0.921 3,2.343-1.745 0,0.582-0.983-3,0.319 0.490 0,-1.891 0.347 0,-2.871 0.829 1,1.033 0.994 0,2.175 0.633-1,-0.213 0.373 0,0.275 0.198 0,-0.165-0.132 3,-0.255-0.061 1,1.019-0.032-3,-0.774-0.012-1,-0.557 0.001 1,1.188 0.002 1,-1.570 0.000-2,0.876 0.000 0,1.226 0.001 1,-1.342 0.000 0,-1.086-0.713 0,3.226-3.019 1,0.593-0.310 0,-0.210 0.658-1,-2.661 0.810-1,-1.801 1.221 1,-0.702 0.787 1,1.133 0.445-3,1.644 0.201 1,1.431 0.057 1,-2.869 0.027-1,2.192-0.096 3,0.118-0.030 0,0.390-0.021-2,-0.291-0.012-1,-0.349-0.006 1,0.021-0.001 1,-0.435 0.000-1,-0.308 0.001-1,-0.019 0.001-1,-0.303 0.000 2,-3.038 0.000 0,0.621 0.001 0,2.813 0.000 0,-0.496 0.000 0,-0.396 0.000 1,-1.098 0.000-1,-0.020 0.000-1,1.662 0.000 0,1.681 0.000 1,-0.081 0.000 0</inkml:trace>
</inkml:ink>
</file>

<file path=ppt/ink/ink6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7:3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5859.692 2958.262 767</inkml:trace>
</inkml:ink>
</file>

<file path=ppt/ink/ink6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7:3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5859.692 2958.262 767,'-6.253'0.000'0,"0.209"0.000"0,2.604-5.562-5,3.171-2.557 5,-1.411-0.267-2,-4.059-1.076-1,-1.744 1.698 2,2.274 3.094 0,-0.296-0.511 0,0.264-0.222 1,0.589-0.024 0,0.504 0.645 1,-3.996-2.893-3,0.156 1.719 3,-1.078-0.878 2,1.271-0.432-4,2.907 0.581 0,0.920-0.134 1,-3.520-1.054 3,-1.476 0.513-3,3.997 3.489-2,-0.591-0.438 1,0.190 0.115 0,0.332 0.192 1,-3.843-3.322-1,1.393 1.134 0,-0.026 1.837 1,0.835 0.237 2,1.707-1.891 1,1.785-2.159-4,1.509-0.114 1,1.044 1.219 0,0.657-0.957-1,-2.993 0.988 3,-5.938 4.531 1,2.391 1.818-2,-0.247-1.676-3,2.078-1.684 2,-0.490 0.196 1,-0.256-1.715-1,0.742-0.878 0,0.091 1.469 0,-1.959 0.839-1,2.170-0.876 1,-0.889-0.423 0,0.389 0.939 0,0.586-1.680 0,0.344-0.488 0,0.190 0.664 0,0.005 0.796-1,-2.302-0.829-1,-1.592 3.062 2,-0.103 0.160 2,1.720-1.025-1,0.713-1.393-2,1.560-0.720 1,0.396 0.208 0,-3.238-0.243 0,0.888 0.274 2,1.236-0.837-3,-2.219 1.583 1,1.514-2.190 1,3.104 0.697-2,1.081-0.343 1,-2.987 1.289-1,-2.540 1.943 3,-2.948-0.050-2,-0.431-0.888-3,2.025-0.414 2,2.298-0.398 0,2.221-0.174 2,-0.725-0.394 0,-3.276 1.945 2,1.141 2.309-2,0.493-0.633-2,0.635-1.800 0,0.022-1.816 1,-0.115-0.702-1,0.332-0.236 0,1.569 0.820 0,1.007-1.465 2,-2.515 1.993 1,-3.152 3.156 0,0.196 0.241-3,2.093-0.173 0,0.581-3.146 0,-2.459 0.235 3,-1.632 0.643 0,1.832-0.219-4,1.454 1.036-2,-1.999 0.288 4,-0.835-0.691 1,0.573-1.587 0,0.361-0.708-1,0.813 0.035-1,1.785 2.115 0,-0.399 1.095 0,-2.663-0.778 3,-0.612-1.117-1,0.964 0.655-2,1.198 1.238 0,-1.325 0.684 1,1.311 0.618-1,1.067-1.375 2,0.395-1.310 0,-2.026-1.638 1,-2.354-0.414-3,1.450 2.288 0,-0.088 1.257-1,-1.687 0.253 2,1.859 0.131 1,1.817-0.326-1,1.296-0.402 0,-1.252-0.278-1,-0.944 0.411 3,2.664-1.156 1,-0.167-0.521-3,-2.466 0.145-1,-0.718 3.026 0,0.067 1.358 2,-1.265 0.205 0,1.375-0.782-2,0.952-2.467 0,2.979-2.772 1,-2.979 2.988 2,0.442 2.083-1,0.268 0.347-2,-0.783-3.528 0,2.369 0.193 1,-2.888-0.636 0,0.190 0.739-1,1.015-0.369 0,-0.313-0.302 0,-0.794 2.257 2,-0.419 0.803 0,0.649 0.708-1,0.424 0.504-2,-0.842 0.333 1,0.096 0.155 2,0.628 0.043 1,-1.931 0.030-2,1.174-0.068 0,1.451-0.045 0,-1.434-0.013 1</inkml:trace>
</inkml:ink>
</file>

<file path=ppt/ink/ink6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7:4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8404.692 2433.262 767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607888" y="1143000"/>
            <a:ext cx="36422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9" Type="http://schemas.openxmlformats.org/officeDocument/2006/relationships/customXml" Target="../ink/ink52.xml"/><Relationship Id="rId98" Type="http://schemas.openxmlformats.org/officeDocument/2006/relationships/image" Target="../media/image47.png"/><Relationship Id="rId97" Type="http://schemas.openxmlformats.org/officeDocument/2006/relationships/customXml" Target="../ink/ink51.xml"/><Relationship Id="rId96" Type="http://schemas.openxmlformats.org/officeDocument/2006/relationships/image" Target="../media/image46.png"/><Relationship Id="rId95" Type="http://schemas.openxmlformats.org/officeDocument/2006/relationships/customXml" Target="../ink/ink50.xml"/><Relationship Id="rId94" Type="http://schemas.openxmlformats.org/officeDocument/2006/relationships/image" Target="../media/image45.png"/><Relationship Id="rId93" Type="http://schemas.openxmlformats.org/officeDocument/2006/relationships/customXml" Target="../ink/ink49.xml"/><Relationship Id="rId92" Type="http://schemas.openxmlformats.org/officeDocument/2006/relationships/image" Target="../media/image44.png"/><Relationship Id="rId91" Type="http://schemas.openxmlformats.org/officeDocument/2006/relationships/customXml" Target="../ink/ink48.xml"/><Relationship Id="rId90" Type="http://schemas.openxmlformats.org/officeDocument/2006/relationships/image" Target="../media/image43.png"/><Relationship Id="rId9" Type="http://schemas.openxmlformats.org/officeDocument/2006/relationships/customXml" Target="../ink/ink5.xml"/><Relationship Id="rId89" Type="http://schemas.openxmlformats.org/officeDocument/2006/relationships/customXml" Target="../ink/ink47.xml"/><Relationship Id="rId88" Type="http://schemas.openxmlformats.org/officeDocument/2006/relationships/image" Target="../media/image42.png"/><Relationship Id="rId87" Type="http://schemas.openxmlformats.org/officeDocument/2006/relationships/customXml" Target="../ink/ink46.xml"/><Relationship Id="rId86" Type="http://schemas.openxmlformats.org/officeDocument/2006/relationships/image" Target="../media/image41.png"/><Relationship Id="rId85" Type="http://schemas.openxmlformats.org/officeDocument/2006/relationships/customXml" Target="../ink/ink45.xml"/><Relationship Id="rId84" Type="http://schemas.openxmlformats.org/officeDocument/2006/relationships/image" Target="../media/image40.png"/><Relationship Id="rId83" Type="http://schemas.openxmlformats.org/officeDocument/2006/relationships/customXml" Target="../ink/ink44.xml"/><Relationship Id="rId82" Type="http://schemas.openxmlformats.org/officeDocument/2006/relationships/image" Target="../media/image39.png"/><Relationship Id="rId81" Type="http://schemas.openxmlformats.org/officeDocument/2006/relationships/customXml" Target="../ink/ink43.xml"/><Relationship Id="rId80" Type="http://schemas.openxmlformats.org/officeDocument/2006/relationships/image" Target="../media/image38.png"/><Relationship Id="rId8" Type="http://schemas.openxmlformats.org/officeDocument/2006/relationships/image" Target="../media/image4.png"/><Relationship Id="rId79" Type="http://schemas.openxmlformats.org/officeDocument/2006/relationships/customXml" Target="../ink/ink42.xml"/><Relationship Id="rId78" Type="http://schemas.openxmlformats.org/officeDocument/2006/relationships/image" Target="../media/image37.png"/><Relationship Id="rId77" Type="http://schemas.openxmlformats.org/officeDocument/2006/relationships/customXml" Target="../ink/ink41.xml"/><Relationship Id="rId762" Type="http://schemas.openxmlformats.org/officeDocument/2006/relationships/notesSlide" Target="../notesSlides/notesSlide1.xml"/><Relationship Id="rId761" Type="http://schemas.openxmlformats.org/officeDocument/2006/relationships/slideLayout" Target="../slideLayouts/slideLayout1.xml"/><Relationship Id="rId760" Type="http://schemas.openxmlformats.org/officeDocument/2006/relationships/customXml" Target="../ink/ink427.xml"/><Relationship Id="rId76" Type="http://schemas.openxmlformats.org/officeDocument/2006/relationships/image" Target="../media/image36.png"/><Relationship Id="rId759" Type="http://schemas.openxmlformats.org/officeDocument/2006/relationships/customXml" Target="../ink/ink426.xml"/><Relationship Id="rId758" Type="http://schemas.openxmlformats.org/officeDocument/2006/relationships/customXml" Target="../ink/ink425.xml"/><Relationship Id="rId757" Type="http://schemas.openxmlformats.org/officeDocument/2006/relationships/customXml" Target="../ink/ink424.xml"/><Relationship Id="rId756" Type="http://schemas.openxmlformats.org/officeDocument/2006/relationships/customXml" Target="../ink/ink423.xml"/><Relationship Id="rId755" Type="http://schemas.openxmlformats.org/officeDocument/2006/relationships/customXml" Target="../ink/ink422.xml"/><Relationship Id="rId754" Type="http://schemas.openxmlformats.org/officeDocument/2006/relationships/customXml" Target="../ink/ink421.xml"/><Relationship Id="rId753" Type="http://schemas.openxmlformats.org/officeDocument/2006/relationships/customXml" Target="../ink/ink420.xml"/><Relationship Id="rId752" Type="http://schemas.openxmlformats.org/officeDocument/2006/relationships/customXml" Target="../ink/ink419.xml"/><Relationship Id="rId751" Type="http://schemas.openxmlformats.org/officeDocument/2006/relationships/customXml" Target="../ink/ink418.xml"/><Relationship Id="rId750" Type="http://schemas.openxmlformats.org/officeDocument/2006/relationships/image" Target="../media/image333.png"/><Relationship Id="rId75" Type="http://schemas.openxmlformats.org/officeDocument/2006/relationships/customXml" Target="../ink/ink40.xml"/><Relationship Id="rId749" Type="http://schemas.openxmlformats.org/officeDocument/2006/relationships/customXml" Target="../ink/ink417.xml"/><Relationship Id="rId748" Type="http://schemas.openxmlformats.org/officeDocument/2006/relationships/image" Target="../media/image332.png"/><Relationship Id="rId747" Type="http://schemas.openxmlformats.org/officeDocument/2006/relationships/customXml" Target="../ink/ink416.xml"/><Relationship Id="rId746" Type="http://schemas.openxmlformats.org/officeDocument/2006/relationships/image" Target="../media/image331.png"/><Relationship Id="rId745" Type="http://schemas.openxmlformats.org/officeDocument/2006/relationships/customXml" Target="../ink/ink415.xml"/><Relationship Id="rId744" Type="http://schemas.openxmlformats.org/officeDocument/2006/relationships/customXml" Target="../ink/ink414.xml"/><Relationship Id="rId743" Type="http://schemas.openxmlformats.org/officeDocument/2006/relationships/image" Target="../media/image330.png"/><Relationship Id="rId742" Type="http://schemas.openxmlformats.org/officeDocument/2006/relationships/customXml" Target="../ink/ink413.xml"/><Relationship Id="rId741" Type="http://schemas.openxmlformats.org/officeDocument/2006/relationships/image" Target="../media/image329.png"/><Relationship Id="rId740" Type="http://schemas.openxmlformats.org/officeDocument/2006/relationships/customXml" Target="../ink/ink412.xml"/><Relationship Id="rId74" Type="http://schemas.openxmlformats.org/officeDocument/2006/relationships/image" Target="../media/image35.png"/><Relationship Id="rId739" Type="http://schemas.openxmlformats.org/officeDocument/2006/relationships/image" Target="../media/image328.png"/><Relationship Id="rId738" Type="http://schemas.openxmlformats.org/officeDocument/2006/relationships/customXml" Target="../ink/ink411.xml"/><Relationship Id="rId737" Type="http://schemas.openxmlformats.org/officeDocument/2006/relationships/customXml" Target="../ink/ink410.xml"/><Relationship Id="rId736" Type="http://schemas.openxmlformats.org/officeDocument/2006/relationships/image" Target="../media/image327.png"/><Relationship Id="rId735" Type="http://schemas.openxmlformats.org/officeDocument/2006/relationships/customXml" Target="../ink/ink409.xml"/><Relationship Id="rId734" Type="http://schemas.openxmlformats.org/officeDocument/2006/relationships/image" Target="../media/image326.png"/><Relationship Id="rId733" Type="http://schemas.openxmlformats.org/officeDocument/2006/relationships/customXml" Target="../ink/ink408.xml"/><Relationship Id="rId732" Type="http://schemas.openxmlformats.org/officeDocument/2006/relationships/image" Target="../media/image325.png"/><Relationship Id="rId731" Type="http://schemas.openxmlformats.org/officeDocument/2006/relationships/customXml" Target="../ink/ink407.xml"/><Relationship Id="rId730" Type="http://schemas.openxmlformats.org/officeDocument/2006/relationships/image" Target="../media/image324.png"/><Relationship Id="rId73" Type="http://schemas.openxmlformats.org/officeDocument/2006/relationships/customXml" Target="../ink/ink39.xml"/><Relationship Id="rId729" Type="http://schemas.openxmlformats.org/officeDocument/2006/relationships/customXml" Target="../ink/ink406.xml"/><Relationship Id="rId728" Type="http://schemas.openxmlformats.org/officeDocument/2006/relationships/customXml" Target="../ink/ink405.xml"/><Relationship Id="rId727" Type="http://schemas.openxmlformats.org/officeDocument/2006/relationships/image" Target="../media/image323.png"/><Relationship Id="rId726" Type="http://schemas.openxmlformats.org/officeDocument/2006/relationships/customXml" Target="../ink/ink404.xml"/><Relationship Id="rId725" Type="http://schemas.openxmlformats.org/officeDocument/2006/relationships/image" Target="../media/image322.png"/><Relationship Id="rId724" Type="http://schemas.openxmlformats.org/officeDocument/2006/relationships/customXml" Target="../ink/ink403.xml"/><Relationship Id="rId723" Type="http://schemas.openxmlformats.org/officeDocument/2006/relationships/image" Target="../media/image321.png"/><Relationship Id="rId722" Type="http://schemas.openxmlformats.org/officeDocument/2006/relationships/customXml" Target="../ink/ink402.xml"/><Relationship Id="rId721" Type="http://schemas.openxmlformats.org/officeDocument/2006/relationships/image" Target="../media/image320.png"/><Relationship Id="rId720" Type="http://schemas.openxmlformats.org/officeDocument/2006/relationships/customXml" Target="../ink/ink401.xml"/><Relationship Id="rId72" Type="http://schemas.openxmlformats.org/officeDocument/2006/relationships/image" Target="../media/image34.png"/><Relationship Id="rId719" Type="http://schemas.openxmlformats.org/officeDocument/2006/relationships/image" Target="../media/image319.png"/><Relationship Id="rId718" Type="http://schemas.openxmlformats.org/officeDocument/2006/relationships/customXml" Target="../ink/ink400.xml"/><Relationship Id="rId717" Type="http://schemas.openxmlformats.org/officeDocument/2006/relationships/image" Target="../media/image318.png"/><Relationship Id="rId716" Type="http://schemas.openxmlformats.org/officeDocument/2006/relationships/customXml" Target="../ink/ink399.xml"/><Relationship Id="rId715" Type="http://schemas.openxmlformats.org/officeDocument/2006/relationships/image" Target="../media/image317.png"/><Relationship Id="rId714" Type="http://schemas.openxmlformats.org/officeDocument/2006/relationships/customXml" Target="../ink/ink398.xml"/><Relationship Id="rId713" Type="http://schemas.openxmlformats.org/officeDocument/2006/relationships/image" Target="../media/image316.png"/><Relationship Id="rId712" Type="http://schemas.openxmlformats.org/officeDocument/2006/relationships/customXml" Target="../ink/ink397.xml"/><Relationship Id="rId711" Type="http://schemas.openxmlformats.org/officeDocument/2006/relationships/image" Target="../media/image315.png"/><Relationship Id="rId710" Type="http://schemas.openxmlformats.org/officeDocument/2006/relationships/customXml" Target="../ink/ink396.xml"/><Relationship Id="rId71" Type="http://schemas.openxmlformats.org/officeDocument/2006/relationships/customXml" Target="../ink/ink38.xml"/><Relationship Id="rId709" Type="http://schemas.openxmlformats.org/officeDocument/2006/relationships/image" Target="../media/image314.png"/><Relationship Id="rId708" Type="http://schemas.openxmlformats.org/officeDocument/2006/relationships/customXml" Target="../ink/ink395.xml"/><Relationship Id="rId707" Type="http://schemas.openxmlformats.org/officeDocument/2006/relationships/image" Target="../media/image313.png"/><Relationship Id="rId706" Type="http://schemas.openxmlformats.org/officeDocument/2006/relationships/customXml" Target="../ink/ink394.xml"/><Relationship Id="rId705" Type="http://schemas.openxmlformats.org/officeDocument/2006/relationships/image" Target="../media/image312.png"/><Relationship Id="rId704" Type="http://schemas.openxmlformats.org/officeDocument/2006/relationships/customXml" Target="../ink/ink393.xml"/><Relationship Id="rId703" Type="http://schemas.openxmlformats.org/officeDocument/2006/relationships/image" Target="../media/image311.png"/><Relationship Id="rId702" Type="http://schemas.openxmlformats.org/officeDocument/2006/relationships/customXml" Target="../ink/ink392.xml"/><Relationship Id="rId701" Type="http://schemas.openxmlformats.org/officeDocument/2006/relationships/customXml" Target="../ink/ink391.xml"/><Relationship Id="rId700" Type="http://schemas.openxmlformats.org/officeDocument/2006/relationships/image" Target="../media/image310.png"/><Relationship Id="rId70" Type="http://schemas.openxmlformats.org/officeDocument/2006/relationships/customXml" Target="../ink/ink37.xml"/><Relationship Id="rId7" Type="http://schemas.openxmlformats.org/officeDocument/2006/relationships/customXml" Target="../ink/ink4.xml"/><Relationship Id="rId699" Type="http://schemas.openxmlformats.org/officeDocument/2006/relationships/customXml" Target="../ink/ink390.xml"/><Relationship Id="rId698" Type="http://schemas.openxmlformats.org/officeDocument/2006/relationships/image" Target="../media/image309.png"/><Relationship Id="rId697" Type="http://schemas.openxmlformats.org/officeDocument/2006/relationships/customXml" Target="../ink/ink389.xml"/><Relationship Id="rId696" Type="http://schemas.openxmlformats.org/officeDocument/2006/relationships/image" Target="../media/image308.png"/><Relationship Id="rId695" Type="http://schemas.openxmlformats.org/officeDocument/2006/relationships/customXml" Target="../ink/ink388.xml"/><Relationship Id="rId694" Type="http://schemas.openxmlformats.org/officeDocument/2006/relationships/image" Target="../media/image307.png"/><Relationship Id="rId693" Type="http://schemas.openxmlformats.org/officeDocument/2006/relationships/customXml" Target="../ink/ink387.xml"/><Relationship Id="rId692" Type="http://schemas.openxmlformats.org/officeDocument/2006/relationships/image" Target="../media/image306.png"/><Relationship Id="rId691" Type="http://schemas.openxmlformats.org/officeDocument/2006/relationships/customXml" Target="../ink/ink386.xml"/><Relationship Id="rId690" Type="http://schemas.openxmlformats.org/officeDocument/2006/relationships/image" Target="../media/image305.png"/><Relationship Id="rId69" Type="http://schemas.openxmlformats.org/officeDocument/2006/relationships/customXml" Target="../ink/ink36.xml"/><Relationship Id="rId689" Type="http://schemas.openxmlformats.org/officeDocument/2006/relationships/customXml" Target="../ink/ink385.xml"/><Relationship Id="rId688" Type="http://schemas.openxmlformats.org/officeDocument/2006/relationships/image" Target="../media/image304.png"/><Relationship Id="rId687" Type="http://schemas.openxmlformats.org/officeDocument/2006/relationships/customXml" Target="../ink/ink384.xml"/><Relationship Id="rId686" Type="http://schemas.openxmlformats.org/officeDocument/2006/relationships/image" Target="../media/image303.png"/><Relationship Id="rId685" Type="http://schemas.openxmlformats.org/officeDocument/2006/relationships/customXml" Target="../ink/ink383.xml"/><Relationship Id="rId684" Type="http://schemas.openxmlformats.org/officeDocument/2006/relationships/image" Target="../media/image302.png"/><Relationship Id="rId683" Type="http://schemas.openxmlformats.org/officeDocument/2006/relationships/customXml" Target="../ink/ink382.xml"/><Relationship Id="rId682" Type="http://schemas.openxmlformats.org/officeDocument/2006/relationships/image" Target="../media/image301.png"/><Relationship Id="rId681" Type="http://schemas.openxmlformats.org/officeDocument/2006/relationships/customXml" Target="../ink/ink381.xml"/><Relationship Id="rId680" Type="http://schemas.openxmlformats.org/officeDocument/2006/relationships/image" Target="../media/image300.png"/><Relationship Id="rId68" Type="http://schemas.openxmlformats.org/officeDocument/2006/relationships/customXml" Target="../ink/ink35.xml"/><Relationship Id="rId679" Type="http://schemas.openxmlformats.org/officeDocument/2006/relationships/customXml" Target="../ink/ink380.xml"/><Relationship Id="rId678" Type="http://schemas.openxmlformats.org/officeDocument/2006/relationships/image" Target="../media/image299.png"/><Relationship Id="rId677" Type="http://schemas.openxmlformats.org/officeDocument/2006/relationships/customXml" Target="../ink/ink379.xml"/><Relationship Id="rId676" Type="http://schemas.openxmlformats.org/officeDocument/2006/relationships/image" Target="../media/image298.png"/><Relationship Id="rId675" Type="http://schemas.openxmlformats.org/officeDocument/2006/relationships/customXml" Target="../ink/ink378.xml"/><Relationship Id="rId674" Type="http://schemas.openxmlformats.org/officeDocument/2006/relationships/image" Target="../media/image297.png"/><Relationship Id="rId673" Type="http://schemas.openxmlformats.org/officeDocument/2006/relationships/customXml" Target="../ink/ink377.xml"/><Relationship Id="rId672" Type="http://schemas.openxmlformats.org/officeDocument/2006/relationships/image" Target="../media/image296.png"/><Relationship Id="rId671" Type="http://schemas.openxmlformats.org/officeDocument/2006/relationships/customXml" Target="../ink/ink376.xml"/><Relationship Id="rId670" Type="http://schemas.openxmlformats.org/officeDocument/2006/relationships/image" Target="../media/image295.png"/><Relationship Id="rId67" Type="http://schemas.openxmlformats.org/officeDocument/2006/relationships/image" Target="../media/image33.png"/><Relationship Id="rId669" Type="http://schemas.openxmlformats.org/officeDocument/2006/relationships/customXml" Target="../ink/ink375.xml"/><Relationship Id="rId668" Type="http://schemas.openxmlformats.org/officeDocument/2006/relationships/image" Target="../media/image294.png"/><Relationship Id="rId667" Type="http://schemas.openxmlformats.org/officeDocument/2006/relationships/customXml" Target="../ink/ink374.xml"/><Relationship Id="rId666" Type="http://schemas.openxmlformats.org/officeDocument/2006/relationships/image" Target="../media/image293.png"/><Relationship Id="rId665" Type="http://schemas.openxmlformats.org/officeDocument/2006/relationships/customXml" Target="../ink/ink373.xml"/><Relationship Id="rId664" Type="http://schemas.openxmlformats.org/officeDocument/2006/relationships/image" Target="../media/image292.png"/><Relationship Id="rId663" Type="http://schemas.openxmlformats.org/officeDocument/2006/relationships/customXml" Target="../ink/ink372.xml"/><Relationship Id="rId662" Type="http://schemas.openxmlformats.org/officeDocument/2006/relationships/image" Target="../media/image291.png"/><Relationship Id="rId661" Type="http://schemas.openxmlformats.org/officeDocument/2006/relationships/customXml" Target="../ink/ink371.xml"/><Relationship Id="rId660" Type="http://schemas.openxmlformats.org/officeDocument/2006/relationships/image" Target="../media/image290.png"/><Relationship Id="rId66" Type="http://schemas.openxmlformats.org/officeDocument/2006/relationships/customXml" Target="../ink/ink34.xml"/><Relationship Id="rId659" Type="http://schemas.openxmlformats.org/officeDocument/2006/relationships/customXml" Target="../ink/ink370.xml"/><Relationship Id="rId658" Type="http://schemas.openxmlformats.org/officeDocument/2006/relationships/image" Target="../media/image289.png"/><Relationship Id="rId657" Type="http://schemas.openxmlformats.org/officeDocument/2006/relationships/customXml" Target="../ink/ink369.xml"/><Relationship Id="rId656" Type="http://schemas.openxmlformats.org/officeDocument/2006/relationships/image" Target="../media/image288.png"/><Relationship Id="rId655" Type="http://schemas.openxmlformats.org/officeDocument/2006/relationships/customXml" Target="../ink/ink368.xml"/><Relationship Id="rId654" Type="http://schemas.openxmlformats.org/officeDocument/2006/relationships/image" Target="../media/image287.png"/><Relationship Id="rId653" Type="http://schemas.openxmlformats.org/officeDocument/2006/relationships/customXml" Target="../ink/ink367.xml"/><Relationship Id="rId652" Type="http://schemas.openxmlformats.org/officeDocument/2006/relationships/customXml" Target="../ink/ink366.xml"/><Relationship Id="rId651" Type="http://schemas.openxmlformats.org/officeDocument/2006/relationships/image" Target="../media/image286.png"/><Relationship Id="rId650" Type="http://schemas.openxmlformats.org/officeDocument/2006/relationships/customXml" Target="../ink/ink365.xml"/><Relationship Id="rId65" Type="http://schemas.openxmlformats.org/officeDocument/2006/relationships/image" Target="../media/image32.png"/><Relationship Id="rId649" Type="http://schemas.openxmlformats.org/officeDocument/2006/relationships/image" Target="../media/image285.png"/><Relationship Id="rId648" Type="http://schemas.openxmlformats.org/officeDocument/2006/relationships/customXml" Target="../ink/ink364.xml"/><Relationship Id="rId647" Type="http://schemas.openxmlformats.org/officeDocument/2006/relationships/customXml" Target="../ink/ink363.xml"/><Relationship Id="rId646" Type="http://schemas.openxmlformats.org/officeDocument/2006/relationships/image" Target="../media/image284.png"/><Relationship Id="rId645" Type="http://schemas.openxmlformats.org/officeDocument/2006/relationships/customXml" Target="../ink/ink362.xml"/><Relationship Id="rId644" Type="http://schemas.openxmlformats.org/officeDocument/2006/relationships/image" Target="../media/image283.png"/><Relationship Id="rId643" Type="http://schemas.openxmlformats.org/officeDocument/2006/relationships/customXml" Target="../ink/ink361.xml"/><Relationship Id="rId642" Type="http://schemas.openxmlformats.org/officeDocument/2006/relationships/image" Target="../media/image282.png"/><Relationship Id="rId641" Type="http://schemas.openxmlformats.org/officeDocument/2006/relationships/customXml" Target="../ink/ink360.xml"/><Relationship Id="rId640" Type="http://schemas.openxmlformats.org/officeDocument/2006/relationships/image" Target="../media/image281.png"/><Relationship Id="rId64" Type="http://schemas.openxmlformats.org/officeDocument/2006/relationships/customXml" Target="../ink/ink33.xml"/><Relationship Id="rId639" Type="http://schemas.openxmlformats.org/officeDocument/2006/relationships/customXml" Target="../ink/ink359.xml"/><Relationship Id="rId638" Type="http://schemas.openxmlformats.org/officeDocument/2006/relationships/customXml" Target="../ink/ink358.xml"/><Relationship Id="rId637" Type="http://schemas.openxmlformats.org/officeDocument/2006/relationships/image" Target="../media/image280.png"/><Relationship Id="rId636" Type="http://schemas.openxmlformats.org/officeDocument/2006/relationships/customXml" Target="../ink/ink357.xml"/><Relationship Id="rId635" Type="http://schemas.openxmlformats.org/officeDocument/2006/relationships/image" Target="../media/image279.png"/><Relationship Id="rId634" Type="http://schemas.openxmlformats.org/officeDocument/2006/relationships/customXml" Target="../ink/ink356.xml"/><Relationship Id="rId633" Type="http://schemas.openxmlformats.org/officeDocument/2006/relationships/image" Target="../media/image278.png"/><Relationship Id="rId632" Type="http://schemas.openxmlformats.org/officeDocument/2006/relationships/customXml" Target="../ink/ink355.xml"/><Relationship Id="rId631" Type="http://schemas.openxmlformats.org/officeDocument/2006/relationships/image" Target="../media/image277.png"/><Relationship Id="rId630" Type="http://schemas.openxmlformats.org/officeDocument/2006/relationships/customXml" Target="../ink/ink354.xml"/><Relationship Id="rId63" Type="http://schemas.openxmlformats.org/officeDocument/2006/relationships/image" Target="../media/image31.png"/><Relationship Id="rId629" Type="http://schemas.openxmlformats.org/officeDocument/2006/relationships/customXml" Target="../ink/ink353.xml"/><Relationship Id="rId628" Type="http://schemas.openxmlformats.org/officeDocument/2006/relationships/image" Target="../media/image276.png"/><Relationship Id="rId627" Type="http://schemas.openxmlformats.org/officeDocument/2006/relationships/customXml" Target="../ink/ink352.xml"/><Relationship Id="rId626" Type="http://schemas.openxmlformats.org/officeDocument/2006/relationships/image" Target="../media/image275.png"/><Relationship Id="rId625" Type="http://schemas.openxmlformats.org/officeDocument/2006/relationships/customXml" Target="../ink/ink351.xml"/><Relationship Id="rId624" Type="http://schemas.openxmlformats.org/officeDocument/2006/relationships/image" Target="../media/image274.png"/><Relationship Id="rId623" Type="http://schemas.openxmlformats.org/officeDocument/2006/relationships/customXml" Target="../ink/ink350.xml"/><Relationship Id="rId622" Type="http://schemas.openxmlformats.org/officeDocument/2006/relationships/image" Target="../media/image273.png"/><Relationship Id="rId621" Type="http://schemas.openxmlformats.org/officeDocument/2006/relationships/customXml" Target="../ink/ink349.xml"/><Relationship Id="rId620" Type="http://schemas.openxmlformats.org/officeDocument/2006/relationships/image" Target="../media/image272.png"/><Relationship Id="rId62" Type="http://schemas.openxmlformats.org/officeDocument/2006/relationships/customXml" Target="../ink/ink32.xml"/><Relationship Id="rId619" Type="http://schemas.openxmlformats.org/officeDocument/2006/relationships/customXml" Target="../ink/ink348.xml"/><Relationship Id="rId618" Type="http://schemas.openxmlformats.org/officeDocument/2006/relationships/image" Target="../media/image271.png"/><Relationship Id="rId617" Type="http://schemas.openxmlformats.org/officeDocument/2006/relationships/customXml" Target="../ink/ink347.xml"/><Relationship Id="rId616" Type="http://schemas.openxmlformats.org/officeDocument/2006/relationships/image" Target="../media/image270.png"/><Relationship Id="rId615" Type="http://schemas.openxmlformats.org/officeDocument/2006/relationships/customXml" Target="../ink/ink346.xml"/><Relationship Id="rId614" Type="http://schemas.openxmlformats.org/officeDocument/2006/relationships/image" Target="../media/image269.png"/><Relationship Id="rId613" Type="http://schemas.openxmlformats.org/officeDocument/2006/relationships/customXml" Target="../ink/ink345.xml"/><Relationship Id="rId612" Type="http://schemas.openxmlformats.org/officeDocument/2006/relationships/image" Target="../media/image268.png"/><Relationship Id="rId611" Type="http://schemas.openxmlformats.org/officeDocument/2006/relationships/customXml" Target="../ink/ink344.xml"/><Relationship Id="rId610" Type="http://schemas.openxmlformats.org/officeDocument/2006/relationships/image" Target="../media/image267.png"/><Relationship Id="rId61" Type="http://schemas.openxmlformats.org/officeDocument/2006/relationships/image" Target="../media/image30.png"/><Relationship Id="rId609" Type="http://schemas.openxmlformats.org/officeDocument/2006/relationships/customXml" Target="../ink/ink343.xml"/><Relationship Id="rId608" Type="http://schemas.openxmlformats.org/officeDocument/2006/relationships/image" Target="../media/image266.png"/><Relationship Id="rId607" Type="http://schemas.openxmlformats.org/officeDocument/2006/relationships/customXml" Target="../ink/ink342.xml"/><Relationship Id="rId606" Type="http://schemas.openxmlformats.org/officeDocument/2006/relationships/customXml" Target="../ink/ink341.xml"/><Relationship Id="rId605" Type="http://schemas.openxmlformats.org/officeDocument/2006/relationships/customXml" Target="../ink/ink340.xml"/><Relationship Id="rId604" Type="http://schemas.openxmlformats.org/officeDocument/2006/relationships/customXml" Target="../ink/ink339.xml"/><Relationship Id="rId603" Type="http://schemas.openxmlformats.org/officeDocument/2006/relationships/image" Target="../media/image265.png"/><Relationship Id="rId602" Type="http://schemas.openxmlformats.org/officeDocument/2006/relationships/customXml" Target="../ink/ink338.xml"/><Relationship Id="rId601" Type="http://schemas.openxmlformats.org/officeDocument/2006/relationships/image" Target="../media/image264.png"/><Relationship Id="rId600" Type="http://schemas.openxmlformats.org/officeDocument/2006/relationships/customXml" Target="../ink/ink337.xml"/><Relationship Id="rId60" Type="http://schemas.openxmlformats.org/officeDocument/2006/relationships/customXml" Target="../ink/ink31.xml"/><Relationship Id="rId6" Type="http://schemas.openxmlformats.org/officeDocument/2006/relationships/image" Target="../media/image3.png"/><Relationship Id="rId599" Type="http://schemas.openxmlformats.org/officeDocument/2006/relationships/customXml" Target="../ink/ink336.xml"/><Relationship Id="rId598" Type="http://schemas.openxmlformats.org/officeDocument/2006/relationships/customXml" Target="../ink/ink335.xml"/><Relationship Id="rId597" Type="http://schemas.openxmlformats.org/officeDocument/2006/relationships/image" Target="../media/image263.png"/><Relationship Id="rId596" Type="http://schemas.openxmlformats.org/officeDocument/2006/relationships/customXml" Target="../ink/ink334.xml"/><Relationship Id="rId595" Type="http://schemas.openxmlformats.org/officeDocument/2006/relationships/customXml" Target="../ink/ink333.xml"/><Relationship Id="rId594" Type="http://schemas.openxmlformats.org/officeDocument/2006/relationships/customXml" Target="../ink/ink332.xml"/><Relationship Id="rId593" Type="http://schemas.openxmlformats.org/officeDocument/2006/relationships/customXml" Target="../ink/ink331.xml"/><Relationship Id="rId592" Type="http://schemas.openxmlformats.org/officeDocument/2006/relationships/customXml" Target="../ink/ink330.xml"/><Relationship Id="rId591" Type="http://schemas.openxmlformats.org/officeDocument/2006/relationships/customXml" Target="../ink/ink329.xml"/><Relationship Id="rId590" Type="http://schemas.openxmlformats.org/officeDocument/2006/relationships/image" Target="../media/image262.png"/><Relationship Id="rId59" Type="http://schemas.openxmlformats.org/officeDocument/2006/relationships/customXml" Target="../ink/ink30.xml"/><Relationship Id="rId589" Type="http://schemas.openxmlformats.org/officeDocument/2006/relationships/customXml" Target="../ink/ink328.xml"/><Relationship Id="rId588" Type="http://schemas.openxmlformats.org/officeDocument/2006/relationships/customXml" Target="../ink/ink327.xml"/><Relationship Id="rId587" Type="http://schemas.openxmlformats.org/officeDocument/2006/relationships/customXml" Target="../ink/ink326.xml"/><Relationship Id="rId586" Type="http://schemas.openxmlformats.org/officeDocument/2006/relationships/image" Target="../media/image261.png"/><Relationship Id="rId585" Type="http://schemas.openxmlformats.org/officeDocument/2006/relationships/customXml" Target="../ink/ink325.xml"/><Relationship Id="rId584" Type="http://schemas.openxmlformats.org/officeDocument/2006/relationships/image" Target="../media/image260.png"/><Relationship Id="rId583" Type="http://schemas.openxmlformats.org/officeDocument/2006/relationships/customXml" Target="../ink/ink324.xml"/><Relationship Id="rId582" Type="http://schemas.openxmlformats.org/officeDocument/2006/relationships/image" Target="../media/image259.png"/><Relationship Id="rId581" Type="http://schemas.openxmlformats.org/officeDocument/2006/relationships/customXml" Target="../ink/ink323.xml"/><Relationship Id="rId580" Type="http://schemas.openxmlformats.org/officeDocument/2006/relationships/customXml" Target="../ink/ink322.xml"/><Relationship Id="rId58" Type="http://schemas.openxmlformats.org/officeDocument/2006/relationships/image" Target="../media/image29.png"/><Relationship Id="rId579" Type="http://schemas.openxmlformats.org/officeDocument/2006/relationships/customXml" Target="../ink/ink321.xml"/><Relationship Id="rId578" Type="http://schemas.openxmlformats.org/officeDocument/2006/relationships/customXml" Target="../ink/ink320.xml"/><Relationship Id="rId577" Type="http://schemas.openxmlformats.org/officeDocument/2006/relationships/customXml" Target="../ink/ink319.xml"/><Relationship Id="rId576" Type="http://schemas.openxmlformats.org/officeDocument/2006/relationships/customXml" Target="../ink/ink318.xml"/><Relationship Id="rId575" Type="http://schemas.openxmlformats.org/officeDocument/2006/relationships/customXml" Target="../ink/ink317.xml"/><Relationship Id="rId574" Type="http://schemas.openxmlformats.org/officeDocument/2006/relationships/customXml" Target="../ink/ink316.xml"/><Relationship Id="rId573" Type="http://schemas.openxmlformats.org/officeDocument/2006/relationships/customXml" Target="../ink/ink315.xml"/><Relationship Id="rId572" Type="http://schemas.openxmlformats.org/officeDocument/2006/relationships/image" Target="../media/image258.png"/><Relationship Id="rId571" Type="http://schemas.openxmlformats.org/officeDocument/2006/relationships/customXml" Target="../ink/ink314.xml"/><Relationship Id="rId570" Type="http://schemas.openxmlformats.org/officeDocument/2006/relationships/image" Target="../media/image257.png"/><Relationship Id="rId57" Type="http://schemas.openxmlformats.org/officeDocument/2006/relationships/customXml" Target="../ink/ink29.xml"/><Relationship Id="rId569" Type="http://schemas.openxmlformats.org/officeDocument/2006/relationships/customXml" Target="../ink/ink313.xml"/><Relationship Id="rId568" Type="http://schemas.openxmlformats.org/officeDocument/2006/relationships/image" Target="../media/image256.png"/><Relationship Id="rId567" Type="http://schemas.openxmlformats.org/officeDocument/2006/relationships/customXml" Target="../ink/ink312.xml"/><Relationship Id="rId566" Type="http://schemas.openxmlformats.org/officeDocument/2006/relationships/image" Target="../media/image255.png"/><Relationship Id="rId565" Type="http://schemas.openxmlformats.org/officeDocument/2006/relationships/customXml" Target="../ink/ink311.xml"/><Relationship Id="rId564" Type="http://schemas.openxmlformats.org/officeDocument/2006/relationships/image" Target="../media/image254.png"/><Relationship Id="rId563" Type="http://schemas.openxmlformats.org/officeDocument/2006/relationships/customXml" Target="../ink/ink310.xml"/><Relationship Id="rId562" Type="http://schemas.openxmlformats.org/officeDocument/2006/relationships/customXml" Target="../ink/ink309.xml"/><Relationship Id="rId561" Type="http://schemas.openxmlformats.org/officeDocument/2006/relationships/image" Target="../media/image253.png"/><Relationship Id="rId560" Type="http://schemas.openxmlformats.org/officeDocument/2006/relationships/customXml" Target="../ink/ink308.xml"/><Relationship Id="rId56" Type="http://schemas.openxmlformats.org/officeDocument/2006/relationships/image" Target="../media/image28.png"/><Relationship Id="rId559" Type="http://schemas.openxmlformats.org/officeDocument/2006/relationships/image" Target="../media/image252.png"/><Relationship Id="rId558" Type="http://schemas.openxmlformats.org/officeDocument/2006/relationships/customXml" Target="../ink/ink307.xml"/><Relationship Id="rId557" Type="http://schemas.openxmlformats.org/officeDocument/2006/relationships/image" Target="../media/image251.png"/><Relationship Id="rId556" Type="http://schemas.openxmlformats.org/officeDocument/2006/relationships/customXml" Target="../ink/ink306.xml"/><Relationship Id="rId555" Type="http://schemas.openxmlformats.org/officeDocument/2006/relationships/customXml" Target="../ink/ink305.xml"/><Relationship Id="rId554" Type="http://schemas.openxmlformats.org/officeDocument/2006/relationships/customXml" Target="../ink/ink304.xml"/><Relationship Id="rId553" Type="http://schemas.openxmlformats.org/officeDocument/2006/relationships/customXml" Target="../ink/ink303.xml"/><Relationship Id="rId552" Type="http://schemas.openxmlformats.org/officeDocument/2006/relationships/customXml" Target="../ink/ink302.xml"/><Relationship Id="rId551" Type="http://schemas.openxmlformats.org/officeDocument/2006/relationships/image" Target="../media/image250.png"/><Relationship Id="rId550" Type="http://schemas.openxmlformats.org/officeDocument/2006/relationships/customXml" Target="../ink/ink301.xml"/><Relationship Id="rId55" Type="http://schemas.openxmlformats.org/officeDocument/2006/relationships/customXml" Target="../ink/ink28.xml"/><Relationship Id="rId549" Type="http://schemas.openxmlformats.org/officeDocument/2006/relationships/customXml" Target="../ink/ink300.xml"/><Relationship Id="rId548" Type="http://schemas.openxmlformats.org/officeDocument/2006/relationships/customXml" Target="../ink/ink299.xml"/><Relationship Id="rId547" Type="http://schemas.openxmlformats.org/officeDocument/2006/relationships/customXml" Target="../ink/ink298.xml"/><Relationship Id="rId546" Type="http://schemas.openxmlformats.org/officeDocument/2006/relationships/image" Target="../media/image249.png"/><Relationship Id="rId545" Type="http://schemas.openxmlformats.org/officeDocument/2006/relationships/customXml" Target="../ink/ink297.xml"/><Relationship Id="rId544" Type="http://schemas.openxmlformats.org/officeDocument/2006/relationships/customXml" Target="../ink/ink296.xml"/><Relationship Id="rId543" Type="http://schemas.openxmlformats.org/officeDocument/2006/relationships/customXml" Target="../ink/ink295.xml"/><Relationship Id="rId542" Type="http://schemas.openxmlformats.org/officeDocument/2006/relationships/customXml" Target="../ink/ink294.xml"/><Relationship Id="rId541" Type="http://schemas.openxmlformats.org/officeDocument/2006/relationships/image" Target="../media/image248.png"/><Relationship Id="rId540" Type="http://schemas.openxmlformats.org/officeDocument/2006/relationships/customXml" Target="../ink/ink293.xml"/><Relationship Id="rId54" Type="http://schemas.openxmlformats.org/officeDocument/2006/relationships/image" Target="../media/image27.png"/><Relationship Id="rId539" Type="http://schemas.openxmlformats.org/officeDocument/2006/relationships/image" Target="../media/image247.png"/><Relationship Id="rId538" Type="http://schemas.openxmlformats.org/officeDocument/2006/relationships/customXml" Target="../ink/ink292.xml"/><Relationship Id="rId537" Type="http://schemas.openxmlformats.org/officeDocument/2006/relationships/image" Target="../media/image246.png"/><Relationship Id="rId536" Type="http://schemas.openxmlformats.org/officeDocument/2006/relationships/customXml" Target="../ink/ink291.xml"/><Relationship Id="rId535" Type="http://schemas.openxmlformats.org/officeDocument/2006/relationships/image" Target="../media/image245.png"/><Relationship Id="rId534" Type="http://schemas.openxmlformats.org/officeDocument/2006/relationships/customXml" Target="../ink/ink290.xml"/><Relationship Id="rId533" Type="http://schemas.openxmlformats.org/officeDocument/2006/relationships/image" Target="../media/image244.png"/><Relationship Id="rId532" Type="http://schemas.openxmlformats.org/officeDocument/2006/relationships/customXml" Target="../ink/ink289.xml"/><Relationship Id="rId531" Type="http://schemas.openxmlformats.org/officeDocument/2006/relationships/image" Target="../media/image243.png"/><Relationship Id="rId530" Type="http://schemas.openxmlformats.org/officeDocument/2006/relationships/customXml" Target="../ink/ink288.xml"/><Relationship Id="rId53" Type="http://schemas.openxmlformats.org/officeDocument/2006/relationships/customXml" Target="../ink/ink27.xml"/><Relationship Id="rId529" Type="http://schemas.openxmlformats.org/officeDocument/2006/relationships/image" Target="../media/image242.png"/><Relationship Id="rId528" Type="http://schemas.openxmlformats.org/officeDocument/2006/relationships/customXml" Target="../ink/ink287.xml"/><Relationship Id="rId527" Type="http://schemas.openxmlformats.org/officeDocument/2006/relationships/customXml" Target="../ink/ink286.xml"/><Relationship Id="rId526" Type="http://schemas.openxmlformats.org/officeDocument/2006/relationships/customXml" Target="../ink/ink285.xml"/><Relationship Id="rId525" Type="http://schemas.openxmlformats.org/officeDocument/2006/relationships/image" Target="../media/image241.png"/><Relationship Id="rId524" Type="http://schemas.openxmlformats.org/officeDocument/2006/relationships/customXml" Target="../ink/ink284.xml"/><Relationship Id="rId523" Type="http://schemas.openxmlformats.org/officeDocument/2006/relationships/image" Target="../media/image240.png"/><Relationship Id="rId522" Type="http://schemas.openxmlformats.org/officeDocument/2006/relationships/customXml" Target="../ink/ink283.xml"/><Relationship Id="rId521" Type="http://schemas.openxmlformats.org/officeDocument/2006/relationships/customXml" Target="../ink/ink282.xml"/><Relationship Id="rId520" Type="http://schemas.openxmlformats.org/officeDocument/2006/relationships/customXml" Target="../ink/ink281.xml"/><Relationship Id="rId52" Type="http://schemas.openxmlformats.org/officeDocument/2006/relationships/image" Target="../media/image26.png"/><Relationship Id="rId519" Type="http://schemas.openxmlformats.org/officeDocument/2006/relationships/image" Target="../media/image239.png"/><Relationship Id="rId518" Type="http://schemas.openxmlformats.org/officeDocument/2006/relationships/customXml" Target="../ink/ink280.xml"/><Relationship Id="rId517" Type="http://schemas.openxmlformats.org/officeDocument/2006/relationships/image" Target="../media/image238.png"/><Relationship Id="rId516" Type="http://schemas.openxmlformats.org/officeDocument/2006/relationships/customXml" Target="../ink/ink279.xml"/><Relationship Id="rId515" Type="http://schemas.openxmlformats.org/officeDocument/2006/relationships/customXml" Target="../ink/ink278.xml"/><Relationship Id="rId514" Type="http://schemas.openxmlformats.org/officeDocument/2006/relationships/customXml" Target="../ink/ink277.xml"/><Relationship Id="rId513" Type="http://schemas.openxmlformats.org/officeDocument/2006/relationships/image" Target="../media/image237.png"/><Relationship Id="rId512" Type="http://schemas.openxmlformats.org/officeDocument/2006/relationships/customXml" Target="../ink/ink276.xml"/><Relationship Id="rId511" Type="http://schemas.openxmlformats.org/officeDocument/2006/relationships/customXml" Target="../ink/ink275.xml"/><Relationship Id="rId510" Type="http://schemas.openxmlformats.org/officeDocument/2006/relationships/customXml" Target="../ink/ink274.xml"/><Relationship Id="rId51" Type="http://schemas.openxmlformats.org/officeDocument/2006/relationships/customXml" Target="../ink/ink26.xml"/><Relationship Id="rId509" Type="http://schemas.openxmlformats.org/officeDocument/2006/relationships/customXml" Target="../ink/ink273.xml"/><Relationship Id="rId508" Type="http://schemas.openxmlformats.org/officeDocument/2006/relationships/customXml" Target="../ink/ink272.xml"/><Relationship Id="rId507" Type="http://schemas.openxmlformats.org/officeDocument/2006/relationships/customXml" Target="../ink/ink271.xml"/><Relationship Id="rId506" Type="http://schemas.openxmlformats.org/officeDocument/2006/relationships/customXml" Target="../ink/ink270.xml"/><Relationship Id="rId505" Type="http://schemas.openxmlformats.org/officeDocument/2006/relationships/image" Target="../media/image236.png"/><Relationship Id="rId504" Type="http://schemas.openxmlformats.org/officeDocument/2006/relationships/customXml" Target="../ink/ink269.xml"/><Relationship Id="rId503" Type="http://schemas.openxmlformats.org/officeDocument/2006/relationships/image" Target="../media/image235.png"/><Relationship Id="rId502" Type="http://schemas.openxmlformats.org/officeDocument/2006/relationships/customXml" Target="../ink/ink268.xml"/><Relationship Id="rId501" Type="http://schemas.openxmlformats.org/officeDocument/2006/relationships/customXml" Target="../ink/ink267.xml"/><Relationship Id="rId500" Type="http://schemas.openxmlformats.org/officeDocument/2006/relationships/image" Target="../media/image234.png"/><Relationship Id="rId50" Type="http://schemas.openxmlformats.org/officeDocument/2006/relationships/image" Target="../media/image25.png"/><Relationship Id="rId5" Type="http://schemas.openxmlformats.org/officeDocument/2006/relationships/customXml" Target="../ink/ink3.xml"/><Relationship Id="rId499" Type="http://schemas.openxmlformats.org/officeDocument/2006/relationships/customXml" Target="../ink/ink266.xml"/><Relationship Id="rId498" Type="http://schemas.openxmlformats.org/officeDocument/2006/relationships/customXml" Target="../ink/ink265.xml"/><Relationship Id="rId497" Type="http://schemas.openxmlformats.org/officeDocument/2006/relationships/customXml" Target="../ink/ink264.xml"/><Relationship Id="rId496" Type="http://schemas.openxmlformats.org/officeDocument/2006/relationships/image" Target="../media/image233.png"/><Relationship Id="rId495" Type="http://schemas.openxmlformats.org/officeDocument/2006/relationships/customXml" Target="../ink/ink263.xml"/><Relationship Id="rId494" Type="http://schemas.openxmlformats.org/officeDocument/2006/relationships/image" Target="../media/image232.png"/><Relationship Id="rId493" Type="http://schemas.openxmlformats.org/officeDocument/2006/relationships/customXml" Target="../ink/ink262.xml"/><Relationship Id="rId492" Type="http://schemas.openxmlformats.org/officeDocument/2006/relationships/image" Target="../media/image231.png"/><Relationship Id="rId491" Type="http://schemas.openxmlformats.org/officeDocument/2006/relationships/customXml" Target="../ink/ink261.xml"/><Relationship Id="rId490" Type="http://schemas.openxmlformats.org/officeDocument/2006/relationships/customXml" Target="../ink/ink260.xml"/><Relationship Id="rId49" Type="http://schemas.openxmlformats.org/officeDocument/2006/relationships/customXml" Target="../ink/ink25.xml"/><Relationship Id="rId489" Type="http://schemas.openxmlformats.org/officeDocument/2006/relationships/image" Target="../media/image230.png"/><Relationship Id="rId488" Type="http://schemas.openxmlformats.org/officeDocument/2006/relationships/customXml" Target="../ink/ink259.xml"/><Relationship Id="rId487" Type="http://schemas.openxmlformats.org/officeDocument/2006/relationships/customXml" Target="../ink/ink258.xml"/><Relationship Id="rId486" Type="http://schemas.openxmlformats.org/officeDocument/2006/relationships/image" Target="../media/image229.png"/><Relationship Id="rId485" Type="http://schemas.openxmlformats.org/officeDocument/2006/relationships/customXml" Target="../ink/ink257.xml"/><Relationship Id="rId484" Type="http://schemas.openxmlformats.org/officeDocument/2006/relationships/customXml" Target="../ink/ink256.xml"/><Relationship Id="rId483" Type="http://schemas.openxmlformats.org/officeDocument/2006/relationships/customXml" Target="../ink/ink255.xml"/><Relationship Id="rId482" Type="http://schemas.openxmlformats.org/officeDocument/2006/relationships/customXml" Target="../ink/ink254.xml"/><Relationship Id="rId481" Type="http://schemas.openxmlformats.org/officeDocument/2006/relationships/customXml" Target="../ink/ink253.xml"/><Relationship Id="rId480" Type="http://schemas.openxmlformats.org/officeDocument/2006/relationships/image" Target="../media/image228.png"/><Relationship Id="rId48" Type="http://schemas.openxmlformats.org/officeDocument/2006/relationships/image" Target="../media/image24.png"/><Relationship Id="rId479" Type="http://schemas.openxmlformats.org/officeDocument/2006/relationships/customXml" Target="../ink/ink252.xml"/><Relationship Id="rId478" Type="http://schemas.openxmlformats.org/officeDocument/2006/relationships/image" Target="../media/image227.png"/><Relationship Id="rId477" Type="http://schemas.openxmlformats.org/officeDocument/2006/relationships/customXml" Target="../ink/ink251.xml"/><Relationship Id="rId476" Type="http://schemas.openxmlformats.org/officeDocument/2006/relationships/image" Target="../media/image226.png"/><Relationship Id="rId475" Type="http://schemas.openxmlformats.org/officeDocument/2006/relationships/customXml" Target="../ink/ink250.xml"/><Relationship Id="rId474" Type="http://schemas.openxmlformats.org/officeDocument/2006/relationships/image" Target="../media/image225.png"/><Relationship Id="rId473" Type="http://schemas.openxmlformats.org/officeDocument/2006/relationships/customXml" Target="../ink/ink249.xml"/><Relationship Id="rId472" Type="http://schemas.openxmlformats.org/officeDocument/2006/relationships/image" Target="../media/image224.png"/><Relationship Id="rId471" Type="http://schemas.openxmlformats.org/officeDocument/2006/relationships/customXml" Target="../ink/ink248.xml"/><Relationship Id="rId470" Type="http://schemas.openxmlformats.org/officeDocument/2006/relationships/customXml" Target="../ink/ink247.xml"/><Relationship Id="rId47" Type="http://schemas.openxmlformats.org/officeDocument/2006/relationships/customXml" Target="../ink/ink24.xml"/><Relationship Id="rId469" Type="http://schemas.openxmlformats.org/officeDocument/2006/relationships/image" Target="../media/image223.png"/><Relationship Id="rId468" Type="http://schemas.openxmlformats.org/officeDocument/2006/relationships/customXml" Target="../ink/ink246.xml"/><Relationship Id="rId467" Type="http://schemas.openxmlformats.org/officeDocument/2006/relationships/image" Target="../media/image222.png"/><Relationship Id="rId466" Type="http://schemas.openxmlformats.org/officeDocument/2006/relationships/customXml" Target="../ink/ink245.xml"/><Relationship Id="rId465" Type="http://schemas.openxmlformats.org/officeDocument/2006/relationships/image" Target="../media/image221.png"/><Relationship Id="rId464" Type="http://schemas.openxmlformats.org/officeDocument/2006/relationships/customXml" Target="../ink/ink244.xml"/><Relationship Id="rId463" Type="http://schemas.openxmlformats.org/officeDocument/2006/relationships/image" Target="../media/image220.png"/><Relationship Id="rId462" Type="http://schemas.openxmlformats.org/officeDocument/2006/relationships/customXml" Target="../ink/ink243.xml"/><Relationship Id="rId461" Type="http://schemas.openxmlformats.org/officeDocument/2006/relationships/image" Target="../media/image219.png"/><Relationship Id="rId460" Type="http://schemas.openxmlformats.org/officeDocument/2006/relationships/customXml" Target="../ink/ink242.xml"/><Relationship Id="rId46" Type="http://schemas.openxmlformats.org/officeDocument/2006/relationships/image" Target="../media/image23.png"/><Relationship Id="rId459" Type="http://schemas.openxmlformats.org/officeDocument/2006/relationships/image" Target="../media/image218.png"/><Relationship Id="rId458" Type="http://schemas.openxmlformats.org/officeDocument/2006/relationships/customXml" Target="../ink/ink241.xml"/><Relationship Id="rId457" Type="http://schemas.openxmlformats.org/officeDocument/2006/relationships/image" Target="../media/image217.png"/><Relationship Id="rId456" Type="http://schemas.openxmlformats.org/officeDocument/2006/relationships/customXml" Target="../ink/ink240.xml"/><Relationship Id="rId455" Type="http://schemas.openxmlformats.org/officeDocument/2006/relationships/customXml" Target="../ink/ink239.xml"/><Relationship Id="rId454" Type="http://schemas.openxmlformats.org/officeDocument/2006/relationships/image" Target="../media/image216.png"/><Relationship Id="rId453" Type="http://schemas.openxmlformats.org/officeDocument/2006/relationships/customXml" Target="../ink/ink238.xml"/><Relationship Id="rId452" Type="http://schemas.openxmlformats.org/officeDocument/2006/relationships/customXml" Target="../ink/ink237.xml"/><Relationship Id="rId451" Type="http://schemas.openxmlformats.org/officeDocument/2006/relationships/image" Target="../media/image215.png"/><Relationship Id="rId450" Type="http://schemas.openxmlformats.org/officeDocument/2006/relationships/customXml" Target="../ink/ink236.xml"/><Relationship Id="rId45" Type="http://schemas.openxmlformats.org/officeDocument/2006/relationships/customXml" Target="../ink/ink23.xml"/><Relationship Id="rId449" Type="http://schemas.openxmlformats.org/officeDocument/2006/relationships/image" Target="../media/image214.png"/><Relationship Id="rId448" Type="http://schemas.openxmlformats.org/officeDocument/2006/relationships/customXml" Target="../ink/ink235.xml"/><Relationship Id="rId447" Type="http://schemas.openxmlformats.org/officeDocument/2006/relationships/image" Target="../media/image213.png"/><Relationship Id="rId446" Type="http://schemas.openxmlformats.org/officeDocument/2006/relationships/customXml" Target="../ink/ink234.xml"/><Relationship Id="rId445" Type="http://schemas.openxmlformats.org/officeDocument/2006/relationships/image" Target="../media/image212.png"/><Relationship Id="rId444" Type="http://schemas.openxmlformats.org/officeDocument/2006/relationships/customXml" Target="../ink/ink233.xml"/><Relationship Id="rId443" Type="http://schemas.openxmlformats.org/officeDocument/2006/relationships/image" Target="../media/image211.png"/><Relationship Id="rId442" Type="http://schemas.openxmlformats.org/officeDocument/2006/relationships/customXml" Target="../ink/ink232.xml"/><Relationship Id="rId441" Type="http://schemas.openxmlformats.org/officeDocument/2006/relationships/image" Target="../media/image210.png"/><Relationship Id="rId440" Type="http://schemas.openxmlformats.org/officeDocument/2006/relationships/customXml" Target="../ink/ink231.xml"/><Relationship Id="rId44" Type="http://schemas.openxmlformats.org/officeDocument/2006/relationships/image" Target="../media/image22.png"/><Relationship Id="rId439" Type="http://schemas.openxmlformats.org/officeDocument/2006/relationships/image" Target="../media/image209.png"/><Relationship Id="rId438" Type="http://schemas.openxmlformats.org/officeDocument/2006/relationships/customXml" Target="../ink/ink230.xml"/><Relationship Id="rId437" Type="http://schemas.openxmlformats.org/officeDocument/2006/relationships/image" Target="../media/image208.png"/><Relationship Id="rId436" Type="http://schemas.openxmlformats.org/officeDocument/2006/relationships/customXml" Target="../ink/ink229.xml"/><Relationship Id="rId435" Type="http://schemas.openxmlformats.org/officeDocument/2006/relationships/image" Target="../media/image207.png"/><Relationship Id="rId434" Type="http://schemas.openxmlformats.org/officeDocument/2006/relationships/customXml" Target="../ink/ink228.xml"/><Relationship Id="rId433" Type="http://schemas.openxmlformats.org/officeDocument/2006/relationships/image" Target="../media/image206.png"/><Relationship Id="rId432" Type="http://schemas.openxmlformats.org/officeDocument/2006/relationships/customXml" Target="../ink/ink227.xml"/><Relationship Id="rId431" Type="http://schemas.openxmlformats.org/officeDocument/2006/relationships/customXml" Target="../ink/ink226.xml"/><Relationship Id="rId430" Type="http://schemas.openxmlformats.org/officeDocument/2006/relationships/image" Target="../media/image205.png"/><Relationship Id="rId43" Type="http://schemas.openxmlformats.org/officeDocument/2006/relationships/customXml" Target="../ink/ink22.xml"/><Relationship Id="rId429" Type="http://schemas.openxmlformats.org/officeDocument/2006/relationships/customXml" Target="../ink/ink225.xml"/><Relationship Id="rId428" Type="http://schemas.openxmlformats.org/officeDocument/2006/relationships/image" Target="../media/image204.png"/><Relationship Id="rId427" Type="http://schemas.openxmlformats.org/officeDocument/2006/relationships/customXml" Target="../ink/ink224.xml"/><Relationship Id="rId426" Type="http://schemas.openxmlformats.org/officeDocument/2006/relationships/image" Target="../media/image203.png"/><Relationship Id="rId425" Type="http://schemas.openxmlformats.org/officeDocument/2006/relationships/customXml" Target="../ink/ink223.xml"/><Relationship Id="rId424" Type="http://schemas.openxmlformats.org/officeDocument/2006/relationships/image" Target="../media/image202.png"/><Relationship Id="rId423" Type="http://schemas.openxmlformats.org/officeDocument/2006/relationships/customXml" Target="../ink/ink222.xml"/><Relationship Id="rId422" Type="http://schemas.openxmlformats.org/officeDocument/2006/relationships/image" Target="../media/image201.png"/><Relationship Id="rId421" Type="http://schemas.openxmlformats.org/officeDocument/2006/relationships/customXml" Target="../ink/ink221.xml"/><Relationship Id="rId420" Type="http://schemas.openxmlformats.org/officeDocument/2006/relationships/image" Target="../media/image200.png"/><Relationship Id="rId42" Type="http://schemas.openxmlformats.org/officeDocument/2006/relationships/image" Target="../media/image21.png"/><Relationship Id="rId419" Type="http://schemas.openxmlformats.org/officeDocument/2006/relationships/customXml" Target="../ink/ink220.xml"/><Relationship Id="rId418" Type="http://schemas.openxmlformats.org/officeDocument/2006/relationships/image" Target="../media/image199.png"/><Relationship Id="rId417" Type="http://schemas.openxmlformats.org/officeDocument/2006/relationships/customXml" Target="../ink/ink219.xml"/><Relationship Id="rId416" Type="http://schemas.openxmlformats.org/officeDocument/2006/relationships/image" Target="../media/image198.png"/><Relationship Id="rId415" Type="http://schemas.openxmlformats.org/officeDocument/2006/relationships/customXml" Target="../ink/ink218.xml"/><Relationship Id="rId414" Type="http://schemas.openxmlformats.org/officeDocument/2006/relationships/image" Target="../media/image197.png"/><Relationship Id="rId413" Type="http://schemas.openxmlformats.org/officeDocument/2006/relationships/customXml" Target="../ink/ink217.xml"/><Relationship Id="rId412" Type="http://schemas.openxmlformats.org/officeDocument/2006/relationships/image" Target="../media/image196.png"/><Relationship Id="rId411" Type="http://schemas.openxmlformats.org/officeDocument/2006/relationships/customXml" Target="../ink/ink216.xml"/><Relationship Id="rId410" Type="http://schemas.openxmlformats.org/officeDocument/2006/relationships/image" Target="../media/image195.png"/><Relationship Id="rId41" Type="http://schemas.openxmlformats.org/officeDocument/2006/relationships/customXml" Target="../ink/ink21.xml"/><Relationship Id="rId409" Type="http://schemas.openxmlformats.org/officeDocument/2006/relationships/customXml" Target="../ink/ink215.xml"/><Relationship Id="rId408" Type="http://schemas.openxmlformats.org/officeDocument/2006/relationships/image" Target="../media/image194.png"/><Relationship Id="rId407" Type="http://schemas.openxmlformats.org/officeDocument/2006/relationships/customXml" Target="../ink/ink214.xml"/><Relationship Id="rId406" Type="http://schemas.openxmlformats.org/officeDocument/2006/relationships/image" Target="../media/image193.png"/><Relationship Id="rId405" Type="http://schemas.openxmlformats.org/officeDocument/2006/relationships/customXml" Target="../ink/ink213.xml"/><Relationship Id="rId404" Type="http://schemas.openxmlformats.org/officeDocument/2006/relationships/image" Target="../media/image192.png"/><Relationship Id="rId403" Type="http://schemas.openxmlformats.org/officeDocument/2006/relationships/customXml" Target="../ink/ink212.xml"/><Relationship Id="rId402" Type="http://schemas.openxmlformats.org/officeDocument/2006/relationships/image" Target="../media/image191.png"/><Relationship Id="rId401" Type="http://schemas.openxmlformats.org/officeDocument/2006/relationships/customXml" Target="../ink/ink211.xml"/><Relationship Id="rId400" Type="http://schemas.openxmlformats.org/officeDocument/2006/relationships/customXml" Target="../ink/ink210.xml"/><Relationship Id="rId40" Type="http://schemas.openxmlformats.org/officeDocument/2006/relationships/image" Target="../media/image20.png"/><Relationship Id="rId4" Type="http://schemas.openxmlformats.org/officeDocument/2006/relationships/image" Target="../media/image2.png"/><Relationship Id="rId399" Type="http://schemas.openxmlformats.org/officeDocument/2006/relationships/image" Target="../media/image190.png"/><Relationship Id="rId398" Type="http://schemas.openxmlformats.org/officeDocument/2006/relationships/customXml" Target="../ink/ink209.xml"/><Relationship Id="rId397" Type="http://schemas.openxmlformats.org/officeDocument/2006/relationships/image" Target="../media/image189.png"/><Relationship Id="rId396" Type="http://schemas.openxmlformats.org/officeDocument/2006/relationships/customXml" Target="../ink/ink208.xml"/><Relationship Id="rId395" Type="http://schemas.openxmlformats.org/officeDocument/2006/relationships/customXml" Target="../ink/ink207.xml"/><Relationship Id="rId394" Type="http://schemas.openxmlformats.org/officeDocument/2006/relationships/customXml" Target="../ink/ink206.xml"/><Relationship Id="rId393" Type="http://schemas.openxmlformats.org/officeDocument/2006/relationships/customXml" Target="../ink/ink205.xml"/><Relationship Id="rId392" Type="http://schemas.openxmlformats.org/officeDocument/2006/relationships/customXml" Target="../ink/ink204.xml"/><Relationship Id="rId391" Type="http://schemas.openxmlformats.org/officeDocument/2006/relationships/customXml" Target="../ink/ink203.xml"/><Relationship Id="rId390" Type="http://schemas.openxmlformats.org/officeDocument/2006/relationships/image" Target="../media/image188.png"/><Relationship Id="rId39" Type="http://schemas.openxmlformats.org/officeDocument/2006/relationships/customXml" Target="../ink/ink20.xml"/><Relationship Id="rId389" Type="http://schemas.openxmlformats.org/officeDocument/2006/relationships/customXml" Target="../ink/ink202.xml"/><Relationship Id="rId388" Type="http://schemas.openxmlformats.org/officeDocument/2006/relationships/image" Target="../media/image187.png"/><Relationship Id="rId387" Type="http://schemas.openxmlformats.org/officeDocument/2006/relationships/customXml" Target="../ink/ink201.xml"/><Relationship Id="rId386" Type="http://schemas.openxmlformats.org/officeDocument/2006/relationships/image" Target="../media/image186.png"/><Relationship Id="rId385" Type="http://schemas.openxmlformats.org/officeDocument/2006/relationships/customXml" Target="../ink/ink200.xml"/><Relationship Id="rId384" Type="http://schemas.openxmlformats.org/officeDocument/2006/relationships/image" Target="../media/image185.png"/><Relationship Id="rId383" Type="http://schemas.openxmlformats.org/officeDocument/2006/relationships/customXml" Target="../ink/ink199.xml"/><Relationship Id="rId382" Type="http://schemas.openxmlformats.org/officeDocument/2006/relationships/image" Target="../media/image184.png"/><Relationship Id="rId381" Type="http://schemas.openxmlformats.org/officeDocument/2006/relationships/customXml" Target="../ink/ink198.xml"/><Relationship Id="rId380" Type="http://schemas.openxmlformats.org/officeDocument/2006/relationships/image" Target="../media/image183.png"/><Relationship Id="rId38" Type="http://schemas.openxmlformats.org/officeDocument/2006/relationships/image" Target="../media/image19.png"/><Relationship Id="rId379" Type="http://schemas.openxmlformats.org/officeDocument/2006/relationships/customXml" Target="../ink/ink197.xml"/><Relationship Id="rId378" Type="http://schemas.openxmlformats.org/officeDocument/2006/relationships/image" Target="../media/image182.png"/><Relationship Id="rId377" Type="http://schemas.openxmlformats.org/officeDocument/2006/relationships/customXml" Target="../ink/ink196.xml"/><Relationship Id="rId376" Type="http://schemas.openxmlformats.org/officeDocument/2006/relationships/image" Target="../media/image181.png"/><Relationship Id="rId375" Type="http://schemas.openxmlformats.org/officeDocument/2006/relationships/customXml" Target="../ink/ink195.xml"/><Relationship Id="rId374" Type="http://schemas.openxmlformats.org/officeDocument/2006/relationships/image" Target="../media/image180.png"/><Relationship Id="rId373" Type="http://schemas.openxmlformats.org/officeDocument/2006/relationships/customXml" Target="../ink/ink194.xml"/><Relationship Id="rId372" Type="http://schemas.openxmlformats.org/officeDocument/2006/relationships/image" Target="../media/image179.png"/><Relationship Id="rId371" Type="http://schemas.openxmlformats.org/officeDocument/2006/relationships/customXml" Target="../ink/ink193.xml"/><Relationship Id="rId370" Type="http://schemas.openxmlformats.org/officeDocument/2006/relationships/image" Target="../media/image178.png"/><Relationship Id="rId37" Type="http://schemas.openxmlformats.org/officeDocument/2006/relationships/customXml" Target="../ink/ink19.xml"/><Relationship Id="rId369" Type="http://schemas.openxmlformats.org/officeDocument/2006/relationships/customXml" Target="../ink/ink192.xml"/><Relationship Id="rId368" Type="http://schemas.openxmlformats.org/officeDocument/2006/relationships/image" Target="../media/image177.png"/><Relationship Id="rId367" Type="http://schemas.openxmlformats.org/officeDocument/2006/relationships/customXml" Target="../ink/ink191.xml"/><Relationship Id="rId366" Type="http://schemas.openxmlformats.org/officeDocument/2006/relationships/image" Target="../media/image176.png"/><Relationship Id="rId365" Type="http://schemas.openxmlformats.org/officeDocument/2006/relationships/customXml" Target="../ink/ink190.xml"/><Relationship Id="rId364" Type="http://schemas.openxmlformats.org/officeDocument/2006/relationships/image" Target="../media/image175.png"/><Relationship Id="rId363" Type="http://schemas.openxmlformats.org/officeDocument/2006/relationships/customXml" Target="../ink/ink189.xml"/><Relationship Id="rId362" Type="http://schemas.openxmlformats.org/officeDocument/2006/relationships/image" Target="../media/image174.png"/><Relationship Id="rId361" Type="http://schemas.openxmlformats.org/officeDocument/2006/relationships/customXml" Target="../ink/ink188.xml"/><Relationship Id="rId360" Type="http://schemas.openxmlformats.org/officeDocument/2006/relationships/image" Target="../media/image173.png"/><Relationship Id="rId36" Type="http://schemas.openxmlformats.org/officeDocument/2006/relationships/image" Target="../media/image18.png"/><Relationship Id="rId359" Type="http://schemas.openxmlformats.org/officeDocument/2006/relationships/customXml" Target="../ink/ink187.xml"/><Relationship Id="rId358" Type="http://schemas.openxmlformats.org/officeDocument/2006/relationships/image" Target="../media/image172.png"/><Relationship Id="rId357" Type="http://schemas.openxmlformats.org/officeDocument/2006/relationships/customXml" Target="../ink/ink186.xml"/><Relationship Id="rId356" Type="http://schemas.openxmlformats.org/officeDocument/2006/relationships/image" Target="../media/image171.png"/><Relationship Id="rId355" Type="http://schemas.openxmlformats.org/officeDocument/2006/relationships/customXml" Target="../ink/ink185.xml"/><Relationship Id="rId354" Type="http://schemas.openxmlformats.org/officeDocument/2006/relationships/customXml" Target="../ink/ink184.xml"/><Relationship Id="rId353" Type="http://schemas.openxmlformats.org/officeDocument/2006/relationships/image" Target="../media/image170.png"/><Relationship Id="rId352" Type="http://schemas.openxmlformats.org/officeDocument/2006/relationships/customXml" Target="../ink/ink183.xml"/><Relationship Id="rId351" Type="http://schemas.openxmlformats.org/officeDocument/2006/relationships/image" Target="../media/image169.png"/><Relationship Id="rId350" Type="http://schemas.openxmlformats.org/officeDocument/2006/relationships/customXml" Target="../ink/ink182.xml"/><Relationship Id="rId35" Type="http://schemas.openxmlformats.org/officeDocument/2006/relationships/customXml" Target="../ink/ink18.xml"/><Relationship Id="rId349" Type="http://schemas.openxmlformats.org/officeDocument/2006/relationships/image" Target="../media/image168.png"/><Relationship Id="rId348" Type="http://schemas.openxmlformats.org/officeDocument/2006/relationships/customXml" Target="../ink/ink181.xml"/><Relationship Id="rId347" Type="http://schemas.openxmlformats.org/officeDocument/2006/relationships/image" Target="../media/image167.png"/><Relationship Id="rId346" Type="http://schemas.openxmlformats.org/officeDocument/2006/relationships/customXml" Target="../ink/ink180.xml"/><Relationship Id="rId345" Type="http://schemas.openxmlformats.org/officeDocument/2006/relationships/image" Target="../media/image166.png"/><Relationship Id="rId344" Type="http://schemas.openxmlformats.org/officeDocument/2006/relationships/customXml" Target="../ink/ink179.xml"/><Relationship Id="rId343" Type="http://schemas.openxmlformats.org/officeDocument/2006/relationships/image" Target="../media/image165.png"/><Relationship Id="rId342" Type="http://schemas.openxmlformats.org/officeDocument/2006/relationships/customXml" Target="../ink/ink178.xml"/><Relationship Id="rId341" Type="http://schemas.openxmlformats.org/officeDocument/2006/relationships/image" Target="../media/image164.png"/><Relationship Id="rId340" Type="http://schemas.openxmlformats.org/officeDocument/2006/relationships/customXml" Target="../ink/ink177.xml"/><Relationship Id="rId34" Type="http://schemas.openxmlformats.org/officeDocument/2006/relationships/image" Target="../media/image17.png"/><Relationship Id="rId339" Type="http://schemas.openxmlformats.org/officeDocument/2006/relationships/image" Target="../media/image163.png"/><Relationship Id="rId338" Type="http://schemas.openxmlformats.org/officeDocument/2006/relationships/customXml" Target="../ink/ink176.xml"/><Relationship Id="rId337" Type="http://schemas.openxmlformats.org/officeDocument/2006/relationships/image" Target="../media/image162.png"/><Relationship Id="rId336" Type="http://schemas.openxmlformats.org/officeDocument/2006/relationships/customXml" Target="../ink/ink175.xml"/><Relationship Id="rId335" Type="http://schemas.openxmlformats.org/officeDocument/2006/relationships/image" Target="../media/image161.png"/><Relationship Id="rId334" Type="http://schemas.openxmlformats.org/officeDocument/2006/relationships/customXml" Target="../ink/ink174.xml"/><Relationship Id="rId333" Type="http://schemas.openxmlformats.org/officeDocument/2006/relationships/image" Target="../media/image160.png"/><Relationship Id="rId332" Type="http://schemas.openxmlformats.org/officeDocument/2006/relationships/customXml" Target="../ink/ink173.xml"/><Relationship Id="rId331" Type="http://schemas.openxmlformats.org/officeDocument/2006/relationships/image" Target="../media/image159.png"/><Relationship Id="rId330" Type="http://schemas.openxmlformats.org/officeDocument/2006/relationships/customXml" Target="../ink/ink172.xml"/><Relationship Id="rId33" Type="http://schemas.openxmlformats.org/officeDocument/2006/relationships/customXml" Target="../ink/ink17.xml"/><Relationship Id="rId329" Type="http://schemas.openxmlformats.org/officeDocument/2006/relationships/image" Target="../media/image158.png"/><Relationship Id="rId328" Type="http://schemas.openxmlformats.org/officeDocument/2006/relationships/customXml" Target="../ink/ink171.xml"/><Relationship Id="rId327" Type="http://schemas.openxmlformats.org/officeDocument/2006/relationships/image" Target="../media/image157.png"/><Relationship Id="rId326" Type="http://schemas.openxmlformats.org/officeDocument/2006/relationships/customXml" Target="../ink/ink170.xml"/><Relationship Id="rId325" Type="http://schemas.openxmlformats.org/officeDocument/2006/relationships/image" Target="../media/image156.png"/><Relationship Id="rId324" Type="http://schemas.openxmlformats.org/officeDocument/2006/relationships/customXml" Target="../ink/ink169.xml"/><Relationship Id="rId323" Type="http://schemas.openxmlformats.org/officeDocument/2006/relationships/image" Target="../media/image155.png"/><Relationship Id="rId322" Type="http://schemas.openxmlformats.org/officeDocument/2006/relationships/customXml" Target="../ink/ink168.xml"/><Relationship Id="rId321" Type="http://schemas.openxmlformats.org/officeDocument/2006/relationships/image" Target="../media/image154.png"/><Relationship Id="rId320" Type="http://schemas.openxmlformats.org/officeDocument/2006/relationships/customXml" Target="../ink/ink167.xml"/><Relationship Id="rId32" Type="http://schemas.openxmlformats.org/officeDocument/2006/relationships/image" Target="../media/image16.png"/><Relationship Id="rId319" Type="http://schemas.openxmlformats.org/officeDocument/2006/relationships/image" Target="../media/image153.png"/><Relationship Id="rId318" Type="http://schemas.openxmlformats.org/officeDocument/2006/relationships/customXml" Target="../ink/ink166.xml"/><Relationship Id="rId317" Type="http://schemas.openxmlformats.org/officeDocument/2006/relationships/image" Target="../media/image152.png"/><Relationship Id="rId316" Type="http://schemas.openxmlformats.org/officeDocument/2006/relationships/customXml" Target="../ink/ink165.xml"/><Relationship Id="rId315" Type="http://schemas.openxmlformats.org/officeDocument/2006/relationships/image" Target="../media/image151.png"/><Relationship Id="rId314" Type="http://schemas.openxmlformats.org/officeDocument/2006/relationships/customXml" Target="../ink/ink164.xml"/><Relationship Id="rId313" Type="http://schemas.openxmlformats.org/officeDocument/2006/relationships/image" Target="../media/image150.png"/><Relationship Id="rId312" Type="http://schemas.openxmlformats.org/officeDocument/2006/relationships/customXml" Target="../ink/ink163.xml"/><Relationship Id="rId311" Type="http://schemas.openxmlformats.org/officeDocument/2006/relationships/image" Target="../media/image149.png"/><Relationship Id="rId310" Type="http://schemas.openxmlformats.org/officeDocument/2006/relationships/customXml" Target="../ink/ink162.xml"/><Relationship Id="rId31" Type="http://schemas.openxmlformats.org/officeDocument/2006/relationships/customXml" Target="../ink/ink16.xml"/><Relationship Id="rId309" Type="http://schemas.openxmlformats.org/officeDocument/2006/relationships/image" Target="../media/image148.png"/><Relationship Id="rId308" Type="http://schemas.openxmlformats.org/officeDocument/2006/relationships/customXml" Target="../ink/ink161.xml"/><Relationship Id="rId307" Type="http://schemas.openxmlformats.org/officeDocument/2006/relationships/image" Target="../media/image147.png"/><Relationship Id="rId306" Type="http://schemas.openxmlformats.org/officeDocument/2006/relationships/customXml" Target="../ink/ink160.xml"/><Relationship Id="rId305" Type="http://schemas.openxmlformats.org/officeDocument/2006/relationships/image" Target="../media/image146.png"/><Relationship Id="rId304" Type="http://schemas.openxmlformats.org/officeDocument/2006/relationships/customXml" Target="../ink/ink159.xml"/><Relationship Id="rId303" Type="http://schemas.openxmlformats.org/officeDocument/2006/relationships/image" Target="../media/image145.png"/><Relationship Id="rId302" Type="http://schemas.openxmlformats.org/officeDocument/2006/relationships/customXml" Target="../ink/ink158.xml"/><Relationship Id="rId301" Type="http://schemas.openxmlformats.org/officeDocument/2006/relationships/image" Target="../media/image144.png"/><Relationship Id="rId300" Type="http://schemas.openxmlformats.org/officeDocument/2006/relationships/customXml" Target="../ink/ink157.xml"/><Relationship Id="rId30" Type="http://schemas.openxmlformats.org/officeDocument/2006/relationships/image" Target="../media/image15.png"/><Relationship Id="rId3" Type="http://schemas.openxmlformats.org/officeDocument/2006/relationships/customXml" Target="../ink/ink2.xml"/><Relationship Id="rId299" Type="http://schemas.openxmlformats.org/officeDocument/2006/relationships/image" Target="../media/image143.png"/><Relationship Id="rId298" Type="http://schemas.openxmlformats.org/officeDocument/2006/relationships/customXml" Target="../ink/ink156.xml"/><Relationship Id="rId297" Type="http://schemas.openxmlformats.org/officeDocument/2006/relationships/image" Target="../media/image142.png"/><Relationship Id="rId296" Type="http://schemas.openxmlformats.org/officeDocument/2006/relationships/customXml" Target="../ink/ink155.xml"/><Relationship Id="rId295" Type="http://schemas.openxmlformats.org/officeDocument/2006/relationships/image" Target="../media/image141.png"/><Relationship Id="rId294" Type="http://schemas.openxmlformats.org/officeDocument/2006/relationships/customXml" Target="../ink/ink154.xml"/><Relationship Id="rId293" Type="http://schemas.openxmlformats.org/officeDocument/2006/relationships/image" Target="../media/image140.png"/><Relationship Id="rId292" Type="http://schemas.openxmlformats.org/officeDocument/2006/relationships/customXml" Target="../ink/ink153.xml"/><Relationship Id="rId291" Type="http://schemas.openxmlformats.org/officeDocument/2006/relationships/image" Target="../media/image139.png"/><Relationship Id="rId290" Type="http://schemas.openxmlformats.org/officeDocument/2006/relationships/customXml" Target="../ink/ink152.xml"/><Relationship Id="rId29" Type="http://schemas.openxmlformats.org/officeDocument/2006/relationships/customXml" Target="../ink/ink15.xml"/><Relationship Id="rId289" Type="http://schemas.openxmlformats.org/officeDocument/2006/relationships/image" Target="../media/image138.png"/><Relationship Id="rId288" Type="http://schemas.openxmlformats.org/officeDocument/2006/relationships/customXml" Target="../ink/ink151.xml"/><Relationship Id="rId287" Type="http://schemas.openxmlformats.org/officeDocument/2006/relationships/image" Target="../media/image137.png"/><Relationship Id="rId286" Type="http://schemas.openxmlformats.org/officeDocument/2006/relationships/customXml" Target="../ink/ink150.xml"/><Relationship Id="rId285" Type="http://schemas.openxmlformats.org/officeDocument/2006/relationships/image" Target="../media/image136.png"/><Relationship Id="rId284" Type="http://schemas.openxmlformats.org/officeDocument/2006/relationships/customXml" Target="../ink/ink149.xml"/><Relationship Id="rId283" Type="http://schemas.openxmlformats.org/officeDocument/2006/relationships/image" Target="../media/image135.png"/><Relationship Id="rId282" Type="http://schemas.openxmlformats.org/officeDocument/2006/relationships/customXml" Target="../ink/ink148.xml"/><Relationship Id="rId281" Type="http://schemas.openxmlformats.org/officeDocument/2006/relationships/image" Target="../media/image134.png"/><Relationship Id="rId280" Type="http://schemas.openxmlformats.org/officeDocument/2006/relationships/customXml" Target="../ink/ink147.xml"/><Relationship Id="rId28" Type="http://schemas.openxmlformats.org/officeDocument/2006/relationships/image" Target="../media/image14.png"/><Relationship Id="rId279" Type="http://schemas.openxmlformats.org/officeDocument/2006/relationships/image" Target="../media/image133.png"/><Relationship Id="rId278" Type="http://schemas.openxmlformats.org/officeDocument/2006/relationships/customXml" Target="../ink/ink146.xml"/><Relationship Id="rId277" Type="http://schemas.openxmlformats.org/officeDocument/2006/relationships/image" Target="../media/image132.png"/><Relationship Id="rId276" Type="http://schemas.openxmlformats.org/officeDocument/2006/relationships/customXml" Target="../ink/ink145.xml"/><Relationship Id="rId275" Type="http://schemas.openxmlformats.org/officeDocument/2006/relationships/image" Target="../media/image131.png"/><Relationship Id="rId274" Type="http://schemas.openxmlformats.org/officeDocument/2006/relationships/customXml" Target="../ink/ink144.xml"/><Relationship Id="rId273" Type="http://schemas.openxmlformats.org/officeDocument/2006/relationships/image" Target="../media/image130.png"/><Relationship Id="rId272" Type="http://schemas.openxmlformats.org/officeDocument/2006/relationships/customXml" Target="../ink/ink143.xml"/><Relationship Id="rId271" Type="http://schemas.openxmlformats.org/officeDocument/2006/relationships/image" Target="../media/image129.png"/><Relationship Id="rId270" Type="http://schemas.openxmlformats.org/officeDocument/2006/relationships/customXml" Target="../ink/ink142.xml"/><Relationship Id="rId27" Type="http://schemas.openxmlformats.org/officeDocument/2006/relationships/customXml" Target="../ink/ink14.xml"/><Relationship Id="rId269" Type="http://schemas.openxmlformats.org/officeDocument/2006/relationships/image" Target="../media/image128.png"/><Relationship Id="rId268" Type="http://schemas.openxmlformats.org/officeDocument/2006/relationships/customXml" Target="../ink/ink141.xml"/><Relationship Id="rId267" Type="http://schemas.openxmlformats.org/officeDocument/2006/relationships/image" Target="../media/image127.png"/><Relationship Id="rId266" Type="http://schemas.openxmlformats.org/officeDocument/2006/relationships/customXml" Target="../ink/ink140.xml"/><Relationship Id="rId265" Type="http://schemas.openxmlformats.org/officeDocument/2006/relationships/image" Target="../media/image126.png"/><Relationship Id="rId264" Type="http://schemas.openxmlformats.org/officeDocument/2006/relationships/customXml" Target="../ink/ink139.xml"/><Relationship Id="rId263" Type="http://schemas.openxmlformats.org/officeDocument/2006/relationships/image" Target="../media/image125.png"/><Relationship Id="rId262" Type="http://schemas.openxmlformats.org/officeDocument/2006/relationships/customXml" Target="../ink/ink138.xml"/><Relationship Id="rId261" Type="http://schemas.openxmlformats.org/officeDocument/2006/relationships/image" Target="../media/image124.png"/><Relationship Id="rId260" Type="http://schemas.openxmlformats.org/officeDocument/2006/relationships/customXml" Target="../ink/ink137.xml"/><Relationship Id="rId26" Type="http://schemas.openxmlformats.org/officeDocument/2006/relationships/image" Target="../media/image13.png"/><Relationship Id="rId259" Type="http://schemas.openxmlformats.org/officeDocument/2006/relationships/image" Target="../media/image123.png"/><Relationship Id="rId258" Type="http://schemas.openxmlformats.org/officeDocument/2006/relationships/customXml" Target="../ink/ink136.xml"/><Relationship Id="rId257" Type="http://schemas.openxmlformats.org/officeDocument/2006/relationships/image" Target="../media/image122.png"/><Relationship Id="rId256" Type="http://schemas.openxmlformats.org/officeDocument/2006/relationships/customXml" Target="../ink/ink135.xml"/><Relationship Id="rId255" Type="http://schemas.openxmlformats.org/officeDocument/2006/relationships/image" Target="../media/image121.png"/><Relationship Id="rId254" Type="http://schemas.openxmlformats.org/officeDocument/2006/relationships/customXml" Target="../ink/ink134.xml"/><Relationship Id="rId253" Type="http://schemas.openxmlformats.org/officeDocument/2006/relationships/image" Target="../media/image120.png"/><Relationship Id="rId252" Type="http://schemas.openxmlformats.org/officeDocument/2006/relationships/customXml" Target="../ink/ink133.xml"/><Relationship Id="rId251" Type="http://schemas.openxmlformats.org/officeDocument/2006/relationships/image" Target="../media/image119.png"/><Relationship Id="rId250" Type="http://schemas.openxmlformats.org/officeDocument/2006/relationships/customXml" Target="../ink/ink132.xml"/><Relationship Id="rId25" Type="http://schemas.openxmlformats.org/officeDocument/2006/relationships/customXml" Target="../ink/ink13.xml"/><Relationship Id="rId249" Type="http://schemas.openxmlformats.org/officeDocument/2006/relationships/image" Target="../media/image118.png"/><Relationship Id="rId248" Type="http://schemas.openxmlformats.org/officeDocument/2006/relationships/customXml" Target="../ink/ink131.xml"/><Relationship Id="rId247" Type="http://schemas.openxmlformats.org/officeDocument/2006/relationships/customXml" Target="../ink/ink130.xml"/><Relationship Id="rId246" Type="http://schemas.openxmlformats.org/officeDocument/2006/relationships/image" Target="../media/image117.png"/><Relationship Id="rId245" Type="http://schemas.openxmlformats.org/officeDocument/2006/relationships/customXml" Target="../ink/ink129.xml"/><Relationship Id="rId244" Type="http://schemas.openxmlformats.org/officeDocument/2006/relationships/image" Target="../media/image116.png"/><Relationship Id="rId243" Type="http://schemas.openxmlformats.org/officeDocument/2006/relationships/customXml" Target="../ink/ink128.xml"/><Relationship Id="rId242" Type="http://schemas.openxmlformats.org/officeDocument/2006/relationships/customXml" Target="../ink/ink127.xml"/><Relationship Id="rId241" Type="http://schemas.openxmlformats.org/officeDocument/2006/relationships/image" Target="../media/image115.png"/><Relationship Id="rId240" Type="http://schemas.openxmlformats.org/officeDocument/2006/relationships/customXml" Target="../ink/ink126.xml"/><Relationship Id="rId24" Type="http://schemas.openxmlformats.org/officeDocument/2006/relationships/image" Target="../media/image12.png"/><Relationship Id="rId239" Type="http://schemas.openxmlformats.org/officeDocument/2006/relationships/image" Target="../media/image114.png"/><Relationship Id="rId238" Type="http://schemas.openxmlformats.org/officeDocument/2006/relationships/customXml" Target="../ink/ink125.xml"/><Relationship Id="rId237" Type="http://schemas.openxmlformats.org/officeDocument/2006/relationships/customXml" Target="../ink/ink124.xml"/><Relationship Id="rId236" Type="http://schemas.openxmlformats.org/officeDocument/2006/relationships/image" Target="../media/image113.png"/><Relationship Id="rId235" Type="http://schemas.openxmlformats.org/officeDocument/2006/relationships/customXml" Target="../ink/ink123.xml"/><Relationship Id="rId234" Type="http://schemas.openxmlformats.org/officeDocument/2006/relationships/customXml" Target="../ink/ink122.xml"/><Relationship Id="rId233" Type="http://schemas.openxmlformats.org/officeDocument/2006/relationships/customXml" Target="../ink/ink121.xml"/><Relationship Id="rId232" Type="http://schemas.openxmlformats.org/officeDocument/2006/relationships/customXml" Target="../ink/ink120.xml"/><Relationship Id="rId231" Type="http://schemas.openxmlformats.org/officeDocument/2006/relationships/customXml" Target="../ink/ink119.xml"/><Relationship Id="rId230" Type="http://schemas.openxmlformats.org/officeDocument/2006/relationships/image" Target="../media/image112.png"/><Relationship Id="rId23" Type="http://schemas.openxmlformats.org/officeDocument/2006/relationships/customXml" Target="../ink/ink12.xml"/><Relationship Id="rId229" Type="http://schemas.openxmlformats.org/officeDocument/2006/relationships/customXml" Target="../ink/ink118.xml"/><Relationship Id="rId228" Type="http://schemas.openxmlformats.org/officeDocument/2006/relationships/image" Target="../media/image111.png"/><Relationship Id="rId227" Type="http://schemas.openxmlformats.org/officeDocument/2006/relationships/customXml" Target="../ink/ink117.xml"/><Relationship Id="rId226" Type="http://schemas.openxmlformats.org/officeDocument/2006/relationships/image" Target="../media/image110.png"/><Relationship Id="rId225" Type="http://schemas.openxmlformats.org/officeDocument/2006/relationships/customXml" Target="../ink/ink116.xml"/><Relationship Id="rId224" Type="http://schemas.openxmlformats.org/officeDocument/2006/relationships/image" Target="../media/image109.png"/><Relationship Id="rId223" Type="http://schemas.openxmlformats.org/officeDocument/2006/relationships/customXml" Target="../ink/ink115.xml"/><Relationship Id="rId222" Type="http://schemas.openxmlformats.org/officeDocument/2006/relationships/image" Target="../media/image108.png"/><Relationship Id="rId221" Type="http://schemas.openxmlformats.org/officeDocument/2006/relationships/customXml" Target="../ink/ink114.xml"/><Relationship Id="rId220" Type="http://schemas.openxmlformats.org/officeDocument/2006/relationships/image" Target="../media/image107.png"/><Relationship Id="rId22" Type="http://schemas.openxmlformats.org/officeDocument/2006/relationships/image" Target="../media/image11.png"/><Relationship Id="rId219" Type="http://schemas.openxmlformats.org/officeDocument/2006/relationships/customXml" Target="../ink/ink113.xml"/><Relationship Id="rId218" Type="http://schemas.openxmlformats.org/officeDocument/2006/relationships/image" Target="../media/image106.png"/><Relationship Id="rId217" Type="http://schemas.openxmlformats.org/officeDocument/2006/relationships/customXml" Target="../ink/ink112.xml"/><Relationship Id="rId216" Type="http://schemas.openxmlformats.org/officeDocument/2006/relationships/image" Target="../media/image105.png"/><Relationship Id="rId215" Type="http://schemas.openxmlformats.org/officeDocument/2006/relationships/customXml" Target="../ink/ink111.xml"/><Relationship Id="rId214" Type="http://schemas.openxmlformats.org/officeDocument/2006/relationships/image" Target="../media/image104.png"/><Relationship Id="rId213" Type="http://schemas.openxmlformats.org/officeDocument/2006/relationships/customXml" Target="../ink/ink110.xml"/><Relationship Id="rId212" Type="http://schemas.openxmlformats.org/officeDocument/2006/relationships/image" Target="../media/image103.png"/><Relationship Id="rId211" Type="http://schemas.openxmlformats.org/officeDocument/2006/relationships/customXml" Target="../ink/ink109.xml"/><Relationship Id="rId210" Type="http://schemas.openxmlformats.org/officeDocument/2006/relationships/image" Target="../media/image102.png"/><Relationship Id="rId21" Type="http://schemas.openxmlformats.org/officeDocument/2006/relationships/customXml" Target="../ink/ink11.xml"/><Relationship Id="rId209" Type="http://schemas.openxmlformats.org/officeDocument/2006/relationships/customXml" Target="../ink/ink108.xml"/><Relationship Id="rId208" Type="http://schemas.openxmlformats.org/officeDocument/2006/relationships/image" Target="../media/image101.png"/><Relationship Id="rId207" Type="http://schemas.openxmlformats.org/officeDocument/2006/relationships/customXml" Target="../ink/ink107.xml"/><Relationship Id="rId206" Type="http://schemas.openxmlformats.org/officeDocument/2006/relationships/image" Target="../media/image100.png"/><Relationship Id="rId205" Type="http://schemas.openxmlformats.org/officeDocument/2006/relationships/customXml" Target="../ink/ink106.xml"/><Relationship Id="rId204" Type="http://schemas.openxmlformats.org/officeDocument/2006/relationships/image" Target="../media/image99.png"/><Relationship Id="rId203" Type="http://schemas.openxmlformats.org/officeDocument/2006/relationships/customXml" Target="../ink/ink105.xml"/><Relationship Id="rId202" Type="http://schemas.openxmlformats.org/officeDocument/2006/relationships/image" Target="../media/image98.png"/><Relationship Id="rId201" Type="http://schemas.openxmlformats.org/officeDocument/2006/relationships/customXml" Target="../ink/ink104.xml"/><Relationship Id="rId200" Type="http://schemas.openxmlformats.org/officeDocument/2006/relationships/image" Target="../media/image97.png"/><Relationship Id="rId20" Type="http://schemas.openxmlformats.org/officeDocument/2006/relationships/image" Target="../media/image10.png"/><Relationship Id="rId2" Type="http://schemas.openxmlformats.org/officeDocument/2006/relationships/image" Target="../media/image1.png"/><Relationship Id="rId199" Type="http://schemas.openxmlformats.org/officeDocument/2006/relationships/customXml" Target="../ink/ink103.xml"/><Relationship Id="rId198" Type="http://schemas.openxmlformats.org/officeDocument/2006/relationships/image" Target="../media/image96.png"/><Relationship Id="rId197" Type="http://schemas.openxmlformats.org/officeDocument/2006/relationships/customXml" Target="../ink/ink102.xml"/><Relationship Id="rId196" Type="http://schemas.openxmlformats.org/officeDocument/2006/relationships/image" Target="../media/image95.png"/><Relationship Id="rId195" Type="http://schemas.openxmlformats.org/officeDocument/2006/relationships/customXml" Target="../ink/ink101.xml"/><Relationship Id="rId194" Type="http://schemas.openxmlformats.org/officeDocument/2006/relationships/image" Target="../media/image94.png"/><Relationship Id="rId193" Type="http://schemas.openxmlformats.org/officeDocument/2006/relationships/customXml" Target="../ink/ink100.xml"/><Relationship Id="rId192" Type="http://schemas.openxmlformats.org/officeDocument/2006/relationships/image" Target="../media/image93.png"/><Relationship Id="rId191" Type="http://schemas.openxmlformats.org/officeDocument/2006/relationships/customXml" Target="../ink/ink99.xml"/><Relationship Id="rId190" Type="http://schemas.openxmlformats.org/officeDocument/2006/relationships/image" Target="../media/image92.png"/><Relationship Id="rId19" Type="http://schemas.openxmlformats.org/officeDocument/2006/relationships/customXml" Target="../ink/ink10.xml"/><Relationship Id="rId189" Type="http://schemas.openxmlformats.org/officeDocument/2006/relationships/customXml" Target="../ink/ink98.xml"/><Relationship Id="rId188" Type="http://schemas.openxmlformats.org/officeDocument/2006/relationships/image" Target="../media/image91.png"/><Relationship Id="rId187" Type="http://schemas.openxmlformats.org/officeDocument/2006/relationships/customXml" Target="../ink/ink97.xml"/><Relationship Id="rId186" Type="http://schemas.openxmlformats.org/officeDocument/2006/relationships/image" Target="../media/image90.png"/><Relationship Id="rId185" Type="http://schemas.openxmlformats.org/officeDocument/2006/relationships/customXml" Target="../ink/ink96.xml"/><Relationship Id="rId184" Type="http://schemas.openxmlformats.org/officeDocument/2006/relationships/image" Target="../media/image89.png"/><Relationship Id="rId183" Type="http://schemas.openxmlformats.org/officeDocument/2006/relationships/customXml" Target="../ink/ink95.xml"/><Relationship Id="rId182" Type="http://schemas.openxmlformats.org/officeDocument/2006/relationships/image" Target="../media/image88.png"/><Relationship Id="rId181" Type="http://schemas.openxmlformats.org/officeDocument/2006/relationships/customXml" Target="../ink/ink94.xml"/><Relationship Id="rId180" Type="http://schemas.openxmlformats.org/officeDocument/2006/relationships/image" Target="../media/image87.png"/><Relationship Id="rId18" Type="http://schemas.openxmlformats.org/officeDocument/2006/relationships/image" Target="../media/image9.png"/><Relationship Id="rId179" Type="http://schemas.openxmlformats.org/officeDocument/2006/relationships/customXml" Target="../ink/ink93.xml"/><Relationship Id="rId178" Type="http://schemas.openxmlformats.org/officeDocument/2006/relationships/image" Target="../media/image86.png"/><Relationship Id="rId177" Type="http://schemas.openxmlformats.org/officeDocument/2006/relationships/customXml" Target="../ink/ink92.xml"/><Relationship Id="rId176" Type="http://schemas.openxmlformats.org/officeDocument/2006/relationships/image" Target="../media/image85.png"/><Relationship Id="rId175" Type="http://schemas.openxmlformats.org/officeDocument/2006/relationships/customXml" Target="../ink/ink91.xml"/><Relationship Id="rId174" Type="http://schemas.openxmlformats.org/officeDocument/2006/relationships/image" Target="../media/image84.png"/><Relationship Id="rId173" Type="http://schemas.openxmlformats.org/officeDocument/2006/relationships/customXml" Target="../ink/ink90.xml"/><Relationship Id="rId172" Type="http://schemas.openxmlformats.org/officeDocument/2006/relationships/image" Target="../media/image83.png"/><Relationship Id="rId171" Type="http://schemas.openxmlformats.org/officeDocument/2006/relationships/customXml" Target="../ink/ink89.xml"/><Relationship Id="rId170" Type="http://schemas.openxmlformats.org/officeDocument/2006/relationships/image" Target="../media/image82.png"/><Relationship Id="rId17" Type="http://schemas.openxmlformats.org/officeDocument/2006/relationships/customXml" Target="../ink/ink9.xml"/><Relationship Id="rId169" Type="http://schemas.openxmlformats.org/officeDocument/2006/relationships/customXml" Target="../ink/ink88.xml"/><Relationship Id="rId168" Type="http://schemas.openxmlformats.org/officeDocument/2006/relationships/image" Target="../media/image81.png"/><Relationship Id="rId167" Type="http://schemas.openxmlformats.org/officeDocument/2006/relationships/customXml" Target="../ink/ink87.xml"/><Relationship Id="rId166" Type="http://schemas.openxmlformats.org/officeDocument/2006/relationships/image" Target="../media/image80.png"/><Relationship Id="rId165" Type="http://schemas.openxmlformats.org/officeDocument/2006/relationships/customXml" Target="../ink/ink86.xml"/><Relationship Id="rId164" Type="http://schemas.openxmlformats.org/officeDocument/2006/relationships/image" Target="../media/image79.png"/><Relationship Id="rId163" Type="http://schemas.openxmlformats.org/officeDocument/2006/relationships/customXml" Target="../ink/ink85.xml"/><Relationship Id="rId162" Type="http://schemas.openxmlformats.org/officeDocument/2006/relationships/image" Target="../media/image78.png"/><Relationship Id="rId161" Type="http://schemas.openxmlformats.org/officeDocument/2006/relationships/customXml" Target="../ink/ink84.xml"/><Relationship Id="rId160" Type="http://schemas.openxmlformats.org/officeDocument/2006/relationships/image" Target="../media/image77.png"/><Relationship Id="rId16" Type="http://schemas.openxmlformats.org/officeDocument/2006/relationships/image" Target="../media/image8.png"/><Relationship Id="rId159" Type="http://schemas.openxmlformats.org/officeDocument/2006/relationships/customXml" Target="../ink/ink83.xml"/><Relationship Id="rId158" Type="http://schemas.openxmlformats.org/officeDocument/2006/relationships/image" Target="../media/image76.png"/><Relationship Id="rId157" Type="http://schemas.openxmlformats.org/officeDocument/2006/relationships/customXml" Target="../ink/ink82.xml"/><Relationship Id="rId156" Type="http://schemas.openxmlformats.org/officeDocument/2006/relationships/image" Target="../media/image75.png"/><Relationship Id="rId155" Type="http://schemas.openxmlformats.org/officeDocument/2006/relationships/customXml" Target="../ink/ink81.xml"/><Relationship Id="rId154" Type="http://schemas.openxmlformats.org/officeDocument/2006/relationships/image" Target="../media/image74.png"/><Relationship Id="rId153" Type="http://schemas.openxmlformats.org/officeDocument/2006/relationships/customXml" Target="../ink/ink80.xml"/><Relationship Id="rId152" Type="http://schemas.openxmlformats.org/officeDocument/2006/relationships/image" Target="../media/image73.png"/><Relationship Id="rId151" Type="http://schemas.openxmlformats.org/officeDocument/2006/relationships/customXml" Target="../ink/ink79.xml"/><Relationship Id="rId150" Type="http://schemas.openxmlformats.org/officeDocument/2006/relationships/image" Target="../media/image72.png"/><Relationship Id="rId15" Type="http://schemas.openxmlformats.org/officeDocument/2006/relationships/customXml" Target="../ink/ink8.xml"/><Relationship Id="rId149" Type="http://schemas.openxmlformats.org/officeDocument/2006/relationships/customXml" Target="../ink/ink78.xml"/><Relationship Id="rId148" Type="http://schemas.openxmlformats.org/officeDocument/2006/relationships/image" Target="../media/image71.png"/><Relationship Id="rId147" Type="http://schemas.openxmlformats.org/officeDocument/2006/relationships/customXml" Target="../ink/ink77.xml"/><Relationship Id="rId146" Type="http://schemas.openxmlformats.org/officeDocument/2006/relationships/customXml" Target="../ink/ink76.xml"/><Relationship Id="rId145" Type="http://schemas.openxmlformats.org/officeDocument/2006/relationships/image" Target="../media/image70.png"/><Relationship Id="rId144" Type="http://schemas.openxmlformats.org/officeDocument/2006/relationships/customXml" Target="../ink/ink75.xml"/><Relationship Id="rId143" Type="http://schemas.openxmlformats.org/officeDocument/2006/relationships/image" Target="../media/image69.png"/><Relationship Id="rId142" Type="http://schemas.openxmlformats.org/officeDocument/2006/relationships/customXml" Target="../ink/ink74.xml"/><Relationship Id="rId141" Type="http://schemas.openxmlformats.org/officeDocument/2006/relationships/image" Target="../media/image68.png"/><Relationship Id="rId140" Type="http://schemas.openxmlformats.org/officeDocument/2006/relationships/customXml" Target="../ink/ink73.xml"/><Relationship Id="rId14" Type="http://schemas.openxmlformats.org/officeDocument/2006/relationships/image" Target="../media/image7.png"/><Relationship Id="rId139" Type="http://schemas.openxmlformats.org/officeDocument/2006/relationships/image" Target="../media/image67.png"/><Relationship Id="rId138" Type="http://schemas.openxmlformats.org/officeDocument/2006/relationships/customXml" Target="../ink/ink72.xml"/><Relationship Id="rId137" Type="http://schemas.openxmlformats.org/officeDocument/2006/relationships/image" Target="../media/image66.png"/><Relationship Id="rId136" Type="http://schemas.openxmlformats.org/officeDocument/2006/relationships/customXml" Target="../ink/ink71.xml"/><Relationship Id="rId135" Type="http://schemas.openxmlformats.org/officeDocument/2006/relationships/image" Target="../media/image65.png"/><Relationship Id="rId134" Type="http://schemas.openxmlformats.org/officeDocument/2006/relationships/customXml" Target="../ink/ink70.xml"/><Relationship Id="rId133" Type="http://schemas.openxmlformats.org/officeDocument/2006/relationships/image" Target="../media/image64.png"/><Relationship Id="rId132" Type="http://schemas.openxmlformats.org/officeDocument/2006/relationships/customXml" Target="../ink/ink69.xml"/><Relationship Id="rId131" Type="http://schemas.openxmlformats.org/officeDocument/2006/relationships/image" Target="../media/image63.png"/><Relationship Id="rId130" Type="http://schemas.openxmlformats.org/officeDocument/2006/relationships/customXml" Target="../ink/ink68.xml"/><Relationship Id="rId13" Type="http://schemas.openxmlformats.org/officeDocument/2006/relationships/customXml" Target="../ink/ink7.xml"/><Relationship Id="rId129" Type="http://schemas.openxmlformats.org/officeDocument/2006/relationships/image" Target="../media/image62.png"/><Relationship Id="rId128" Type="http://schemas.openxmlformats.org/officeDocument/2006/relationships/customXml" Target="../ink/ink67.xml"/><Relationship Id="rId127" Type="http://schemas.openxmlformats.org/officeDocument/2006/relationships/image" Target="../media/image61.png"/><Relationship Id="rId126" Type="http://schemas.openxmlformats.org/officeDocument/2006/relationships/customXml" Target="../ink/ink66.xml"/><Relationship Id="rId125" Type="http://schemas.openxmlformats.org/officeDocument/2006/relationships/image" Target="../media/image60.png"/><Relationship Id="rId124" Type="http://schemas.openxmlformats.org/officeDocument/2006/relationships/customXml" Target="../ink/ink65.xml"/><Relationship Id="rId123" Type="http://schemas.openxmlformats.org/officeDocument/2006/relationships/image" Target="../media/image59.png"/><Relationship Id="rId122" Type="http://schemas.openxmlformats.org/officeDocument/2006/relationships/customXml" Target="../ink/ink64.xml"/><Relationship Id="rId121" Type="http://schemas.openxmlformats.org/officeDocument/2006/relationships/image" Target="../media/image58.png"/><Relationship Id="rId120" Type="http://schemas.openxmlformats.org/officeDocument/2006/relationships/customXml" Target="../ink/ink63.xml"/><Relationship Id="rId12" Type="http://schemas.openxmlformats.org/officeDocument/2006/relationships/image" Target="../media/image6.png"/><Relationship Id="rId119" Type="http://schemas.openxmlformats.org/officeDocument/2006/relationships/image" Target="../media/image57.png"/><Relationship Id="rId118" Type="http://schemas.openxmlformats.org/officeDocument/2006/relationships/customXml" Target="../ink/ink62.xml"/><Relationship Id="rId117" Type="http://schemas.openxmlformats.org/officeDocument/2006/relationships/image" Target="../media/image56.png"/><Relationship Id="rId116" Type="http://schemas.openxmlformats.org/officeDocument/2006/relationships/customXml" Target="../ink/ink61.xml"/><Relationship Id="rId115" Type="http://schemas.openxmlformats.org/officeDocument/2006/relationships/image" Target="../media/image55.png"/><Relationship Id="rId114" Type="http://schemas.openxmlformats.org/officeDocument/2006/relationships/customXml" Target="../ink/ink60.xml"/><Relationship Id="rId113" Type="http://schemas.openxmlformats.org/officeDocument/2006/relationships/customXml" Target="../ink/ink59.xml"/><Relationship Id="rId112" Type="http://schemas.openxmlformats.org/officeDocument/2006/relationships/image" Target="../media/image54.png"/><Relationship Id="rId111" Type="http://schemas.openxmlformats.org/officeDocument/2006/relationships/customXml" Target="../ink/ink58.xml"/><Relationship Id="rId110" Type="http://schemas.openxmlformats.org/officeDocument/2006/relationships/image" Target="../media/image53.png"/><Relationship Id="rId11" Type="http://schemas.openxmlformats.org/officeDocument/2006/relationships/customXml" Target="../ink/ink6.xml"/><Relationship Id="rId109" Type="http://schemas.openxmlformats.org/officeDocument/2006/relationships/customXml" Target="../ink/ink57.xml"/><Relationship Id="rId108" Type="http://schemas.openxmlformats.org/officeDocument/2006/relationships/image" Target="../media/image52.png"/><Relationship Id="rId107" Type="http://schemas.openxmlformats.org/officeDocument/2006/relationships/customXml" Target="../ink/ink56.xml"/><Relationship Id="rId106" Type="http://schemas.openxmlformats.org/officeDocument/2006/relationships/image" Target="../media/image51.png"/><Relationship Id="rId105" Type="http://schemas.openxmlformats.org/officeDocument/2006/relationships/customXml" Target="../ink/ink55.xml"/><Relationship Id="rId104" Type="http://schemas.openxmlformats.org/officeDocument/2006/relationships/image" Target="../media/image50.png"/><Relationship Id="rId103" Type="http://schemas.openxmlformats.org/officeDocument/2006/relationships/customXml" Target="../ink/ink54.xml"/><Relationship Id="rId102" Type="http://schemas.openxmlformats.org/officeDocument/2006/relationships/image" Target="../media/image49.png"/><Relationship Id="rId101" Type="http://schemas.openxmlformats.org/officeDocument/2006/relationships/customXml" Target="../ink/ink53.xml"/><Relationship Id="rId100" Type="http://schemas.openxmlformats.org/officeDocument/2006/relationships/image" Target="../media/image48.png"/><Relationship Id="rId10" Type="http://schemas.openxmlformats.org/officeDocument/2006/relationships/image" Target="../media/image5.png"/><Relationship Id="rId1" Type="http://schemas.openxmlformats.org/officeDocument/2006/relationships/customXml" Target="../ink/ink1.xml"/></Relationships>
</file>

<file path=ppt/slides/_rels/slide2.xml.rels><?xml version="1.0" encoding="UTF-8" standalone="yes"?>
<Relationships xmlns="http://schemas.openxmlformats.org/package/2006/relationships"><Relationship Id="rId99" Type="http://schemas.openxmlformats.org/officeDocument/2006/relationships/customXml" Target="../ink/ink477.xml"/><Relationship Id="rId98" Type="http://schemas.openxmlformats.org/officeDocument/2006/relationships/image" Target="../media/image381.png"/><Relationship Id="rId97" Type="http://schemas.openxmlformats.org/officeDocument/2006/relationships/customXml" Target="../ink/ink476.xml"/><Relationship Id="rId96" Type="http://schemas.openxmlformats.org/officeDocument/2006/relationships/image" Target="../media/image380.png"/><Relationship Id="rId95" Type="http://schemas.openxmlformats.org/officeDocument/2006/relationships/customXml" Target="../ink/ink475.xml"/><Relationship Id="rId94" Type="http://schemas.openxmlformats.org/officeDocument/2006/relationships/image" Target="../media/image379.png"/><Relationship Id="rId93" Type="http://schemas.openxmlformats.org/officeDocument/2006/relationships/customXml" Target="../ink/ink474.xml"/><Relationship Id="rId92" Type="http://schemas.openxmlformats.org/officeDocument/2006/relationships/image" Target="../media/image378.png"/><Relationship Id="rId91" Type="http://schemas.openxmlformats.org/officeDocument/2006/relationships/customXml" Target="../ink/ink473.xml"/><Relationship Id="rId90" Type="http://schemas.openxmlformats.org/officeDocument/2006/relationships/image" Target="../media/image377.png"/><Relationship Id="rId9" Type="http://schemas.openxmlformats.org/officeDocument/2006/relationships/customXml" Target="../ink/ink432.xml"/><Relationship Id="rId89" Type="http://schemas.openxmlformats.org/officeDocument/2006/relationships/customXml" Target="../ink/ink472.xml"/><Relationship Id="rId88" Type="http://schemas.openxmlformats.org/officeDocument/2006/relationships/image" Target="../media/image376.png"/><Relationship Id="rId87" Type="http://schemas.openxmlformats.org/officeDocument/2006/relationships/customXml" Target="../ink/ink471.xml"/><Relationship Id="rId86" Type="http://schemas.openxmlformats.org/officeDocument/2006/relationships/image" Target="../media/image375.png"/><Relationship Id="rId85" Type="http://schemas.openxmlformats.org/officeDocument/2006/relationships/customXml" Target="../ink/ink470.xml"/><Relationship Id="rId84" Type="http://schemas.openxmlformats.org/officeDocument/2006/relationships/image" Target="../media/image374.png"/><Relationship Id="rId83" Type="http://schemas.openxmlformats.org/officeDocument/2006/relationships/customXml" Target="../ink/ink469.xml"/><Relationship Id="rId82" Type="http://schemas.openxmlformats.org/officeDocument/2006/relationships/image" Target="../media/image373.png"/><Relationship Id="rId81" Type="http://schemas.openxmlformats.org/officeDocument/2006/relationships/customXml" Target="../ink/ink468.xml"/><Relationship Id="rId80" Type="http://schemas.openxmlformats.org/officeDocument/2006/relationships/image" Target="../media/image372.png"/><Relationship Id="rId8" Type="http://schemas.openxmlformats.org/officeDocument/2006/relationships/image" Target="../media/image336.png"/><Relationship Id="rId79" Type="http://schemas.openxmlformats.org/officeDocument/2006/relationships/customXml" Target="../ink/ink467.xml"/><Relationship Id="rId78" Type="http://schemas.openxmlformats.org/officeDocument/2006/relationships/image" Target="../media/image371.png"/><Relationship Id="rId77" Type="http://schemas.openxmlformats.org/officeDocument/2006/relationships/customXml" Target="../ink/ink466.xml"/><Relationship Id="rId76" Type="http://schemas.openxmlformats.org/officeDocument/2006/relationships/image" Target="../media/image370.png"/><Relationship Id="rId75" Type="http://schemas.openxmlformats.org/officeDocument/2006/relationships/customXml" Target="../ink/ink465.xml"/><Relationship Id="rId74" Type="http://schemas.openxmlformats.org/officeDocument/2006/relationships/image" Target="../media/image369.png"/><Relationship Id="rId73" Type="http://schemas.openxmlformats.org/officeDocument/2006/relationships/customXml" Target="../ink/ink464.xml"/><Relationship Id="rId72" Type="http://schemas.openxmlformats.org/officeDocument/2006/relationships/image" Target="../media/image368.png"/><Relationship Id="rId71" Type="http://schemas.openxmlformats.org/officeDocument/2006/relationships/customXml" Target="../ink/ink463.xml"/><Relationship Id="rId70" Type="http://schemas.openxmlformats.org/officeDocument/2006/relationships/image" Target="../media/image367.png"/><Relationship Id="rId7" Type="http://schemas.openxmlformats.org/officeDocument/2006/relationships/customXml" Target="../ink/ink431.xml"/><Relationship Id="rId69" Type="http://schemas.openxmlformats.org/officeDocument/2006/relationships/customXml" Target="../ink/ink462.xml"/><Relationship Id="rId68" Type="http://schemas.openxmlformats.org/officeDocument/2006/relationships/image" Target="../media/image366.png"/><Relationship Id="rId67" Type="http://schemas.openxmlformats.org/officeDocument/2006/relationships/customXml" Target="../ink/ink461.xml"/><Relationship Id="rId66" Type="http://schemas.openxmlformats.org/officeDocument/2006/relationships/image" Target="../media/image365.png"/><Relationship Id="rId65" Type="http://schemas.openxmlformats.org/officeDocument/2006/relationships/customXml" Target="../ink/ink460.xml"/><Relationship Id="rId64" Type="http://schemas.openxmlformats.org/officeDocument/2006/relationships/image" Target="../media/image364.png"/><Relationship Id="rId63" Type="http://schemas.openxmlformats.org/officeDocument/2006/relationships/customXml" Target="../ink/ink459.xml"/><Relationship Id="rId62" Type="http://schemas.openxmlformats.org/officeDocument/2006/relationships/image" Target="../media/image363.png"/><Relationship Id="rId61" Type="http://schemas.openxmlformats.org/officeDocument/2006/relationships/customXml" Target="../ink/ink458.xml"/><Relationship Id="rId60" Type="http://schemas.openxmlformats.org/officeDocument/2006/relationships/image" Target="../media/image362.png"/><Relationship Id="rId6" Type="http://schemas.openxmlformats.org/officeDocument/2006/relationships/image" Target="../media/image3.png"/><Relationship Id="rId59" Type="http://schemas.openxmlformats.org/officeDocument/2006/relationships/customXml" Target="../ink/ink457.xml"/><Relationship Id="rId58" Type="http://schemas.openxmlformats.org/officeDocument/2006/relationships/image" Target="../media/image361.png"/><Relationship Id="rId57" Type="http://schemas.openxmlformats.org/officeDocument/2006/relationships/customXml" Target="../ink/ink456.xml"/><Relationship Id="rId56" Type="http://schemas.openxmlformats.org/officeDocument/2006/relationships/image" Target="../media/image360.png"/><Relationship Id="rId55" Type="http://schemas.openxmlformats.org/officeDocument/2006/relationships/customXml" Target="../ink/ink455.xml"/><Relationship Id="rId54" Type="http://schemas.openxmlformats.org/officeDocument/2006/relationships/image" Target="../media/image359.png"/><Relationship Id="rId53" Type="http://schemas.openxmlformats.org/officeDocument/2006/relationships/customXml" Target="../ink/ink454.xml"/><Relationship Id="rId52" Type="http://schemas.openxmlformats.org/officeDocument/2006/relationships/image" Target="../media/image358.png"/><Relationship Id="rId51" Type="http://schemas.openxmlformats.org/officeDocument/2006/relationships/customXml" Target="../ink/ink453.xml"/><Relationship Id="rId50" Type="http://schemas.openxmlformats.org/officeDocument/2006/relationships/image" Target="../media/image357.png"/><Relationship Id="rId5" Type="http://schemas.openxmlformats.org/officeDocument/2006/relationships/customXml" Target="../ink/ink430.xml"/><Relationship Id="rId49" Type="http://schemas.openxmlformats.org/officeDocument/2006/relationships/customXml" Target="../ink/ink452.xml"/><Relationship Id="rId48" Type="http://schemas.openxmlformats.org/officeDocument/2006/relationships/image" Target="../media/image356.png"/><Relationship Id="rId47" Type="http://schemas.openxmlformats.org/officeDocument/2006/relationships/customXml" Target="../ink/ink451.xml"/><Relationship Id="rId46" Type="http://schemas.openxmlformats.org/officeDocument/2006/relationships/image" Target="../media/image355.png"/><Relationship Id="rId45" Type="http://schemas.openxmlformats.org/officeDocument/2006/relationships/customXml" Target="../ink/ink450.xml"/><Relationship Id="rId44" Type="http://schemas.openxmlformats.org/officeDocument/2006/relationships/image" Target="../media/image354.png"/><Relationship Id="rId43" Type="http://schemas.openxmlformats.org/officeDocument/2006/relationships/customXml" Target="../ink/ink449.xml"/><Relationship Id="rId42" Type="http://schemas.openxmlformats.org/officeDocument/2006/relationships/image" Target="../media/image353.png"/><Relationship Id="rId41" Type="http://schemas.openxmlformats.org/officeDocument/2006/relationships/customXml" Target="../ink/ink448.xml"/><Relationship Id="rId40" Type="http://schemas.openxmlformats.org/officeDocument/2006/relationships/image" Target="../media/image352.png"/><Relationship Id="rId4" Type="http://schemas.openxmlformats.org/officeDocument/2006/relationships/image" Target="../media/image335.png"/><Relationship Id="rId39" Type="http://schemas.openxmlformats.org/officeDocument/2006/relationships/customXml" Target="../ink/ink447.xml"/><Relationship Id="rId38" Type="http://schemas.openxmlformats.org/officeDocument/2006/relationships/image" Target="../media/image351.png"/><Relationship Id="rId37" Type="http://schemas.openxmlformats.org/officeDocument/2006/relationships/customXml" Target="../ink/ink446.xml"/><Relationship Id="rId36" Type="http://schemas.openxmlformats.org/officeDocument/2006/relationships/image" Target="../media/image350.png"/><Relationship Id="rId35" Type="http://schemas.openxmlformats.org/officeDocument/2006/relationships/customXml" Target="../ink/ink445.xml"/><Relationship Id="rId34" Type="http://schemas.openxmlformats.org/officeDocument/2006/relationships/image" Target="../media/image349.png"/><Relationship Id="rId33" Type="http://schemas.openxmlformats.org/officeDocument/2006/relationships/customXml" Target="../ink/ink444.xml"/><Relationship Id="rId32" Type="http://schemas.openxmlformats.org/officeDocument/2006/relationships/image" Target="../media/image348.png"/><Relationship Id="rId31" Type="http://schemas.openxmlformats.org/officeDocument/2006/relationships/customXml" Target="../ink/ink443.xml"/><Relationship Id="rId30" Type="http://schemas.openxmlformats.org/officeDocument/2006/relationships/image" Target="../media/image347.png"/><Relationship Id="rId3" Type="http://schemas.openxmlformats.org/officeDocument/2006/relationships/customXml" Target="../ink/ink429.xml"/><Relationship Id="rId29" Type="http://schemas.openxmlformats.org/officeDocument/2006/relationships/customXml" Target="../ink/ink442.xml"/><Relationship Id="rId28" Type="http://schemas.openxmlformats.org/officeDocument/2006/relationships/image" Target="../media/image346.png"/><Relationship Id="rId277" Type="http://schemas.openxmlformats.org/officeDocument/2006/relationships/slideLayout" Target="../slideLayouts/slideLayout1.xml"/><Relationship Id="rId276" Type="http://schemas.openxmlformats.org/officeDocument/2006/relationships/image" Target="../media/image468.png"/><Relationship Id="rId275" Type="http://schemas.openxmlformats.org/officeDocument/2006/relationships/customXml" Target="../ink/ink567.xml"/><Relationship Id="rId274" Type="http://schemas.openxmlformats.org/officeDocument/2006/relationships/image" Target="../media/image467.png"/><Relationship Id="rId273" Type="http://schemas.openxmlformats.org/officeDocument/2006/relationships/customXml" Target="../ink/ink566.xml"/><Relationship Id="rId272" Type="http://schemas.openxmlformats.org/officeDocument/2006/relationships/image" Target="../media/image466.png"/><Relationship Id="rId271" Type="http://schemas.openxmlformats.org/officeDocument/2006/relationships/customXml" Target="../ink/ink565.xml"/><Relationship Id="rId270" Type="http://schemas.openxmlformats.org/officeDocument/2006/relationships/image" Target="../media/image465.png"/><Relationship Id="rId27" Type="http://schemas.openxmlformats.org/officeDocument/2006/relationships/customXml" Target="../ink/ink441.xml"/><Relationship Id="rId269" Type="http://schemas.openxmlformats.org/officeDocument/2006/relationships/customXml" Target="../ink/ink564.xml"/><Relationship Id="rId268" Type="http://schemas.openxmlformats.org/officeDocument/2006/relationships/image" Target="../media/image464.png"/><Relationship Id="rId267" Type="http://schemas.openxmlformats.org/officeDocument/2006/relationships/customXml" Target="../ink/ink563.xml"/><Relationship Id="rId266" Type="http://schemas.openxmlformats.org/officeDocument/2006/relationships/image" Target="../media/image463.png"/><Relationship Id="rId265" Type="http://schemas.openxmlformats.org/officeDocument/2006/relationships/customXml" Target="../ink/ink562.xml"/><Relationship Id="rId264" Type="http://schemas.openxmlformats.org/officeDocument/2006/relationships/image" Target="../media/image462.png"/><Relationship Id="rId263" Type="http://schemas.openxmlformats.org/officeDocument/2006/relationships/customXml" Target="../ink/ink561.xml"/><Relationship Id="rId262" Type="http://schemas.openxmlformats.org/officeDocument/2006/relationships/image" Target="../media/image461.png"/><Relationship Id="rId261" Type="http://schemas.openxmlformats.org/officeDocument/2006/relationships/customXml" Target="../ink/ink560.xml"/><Relationship Id="rId260" Type="http://schemas.openxmlformats.org/officeDocument/2006/relationships/image" Target="../media/image460.png"/><Relationship Id="rId26" Type="http://schemas.openxmlformats.org/officeDocument/2006/relationships/image" Target="../media/image345.png"/><Relationship Id="rId259" Type="http://schemas.openxmlformats.org/officeDocument/2006/relationships/customXml" Target="../ink/ink559.xml"/><Relationship Id="rId258" Type="http://schemas.openxmlformats.org/officeDocument/2006/relationships/image" Target="../media/image459.png"/><Relationship Id="rId257" Type="http://schemas.openxmlformats.org/officeDocument/2006/relationships/customXml" Target="../ink/ink558.xml"/><Relationship Id="rId256" Type="http://schemas.openxmlformats.org/officeDocument/2006/relationships/image" Target="../media/image458.png"/><Relationship Id="rId255" Type="http://schemas.openxmlformats.org/officeDocument/2006/relationships/customXml" Target="../ink/ink557.xml"/><Relationship Id="rId254" Type="http://schemas.openxmlformats.org/officeDocument/2006/relationships/image" Target="../media/image457.png"/><Relationship Id="rId253" Type="http://schemas.openxmlformats.org/officeDocument/2006/relationships/customXml" Target="../ink/ink556.xml"/><Relationship Id="rId252" Type="http://schemas.openxmlformats.org/officeDocument/2006/relationships/image" Target="../media/image456.png"/><Relationship Id="rId251" Type="http://schemas.openxmlformats.org/officeDocument/2006/relationships/customXml" Target="../ink/ink555.xml"/><Relationship Id="rId250" Type="http://schemas.openxmlformats.org/officeDocument/2006/relationships/image" Target="../media/image455.png"/><Relationship Id="rId25" Type="http://schemas.openxmlformats.org/officeDocument/2006/relationships/customXml" Target="../ink/ink440.xml"/><Relationship Id="rId249" Type="http://schemas.openxmlformats.org/officeDocument/2006/relationships/customXml" Target="../ink/ink554.xml"/><Relationship Id="rId248" Type="http://schemas.openxmlformats.org/officeDocument/2006/relationships/image" Target="../media/image454.png"/><Relationship Id="rId247" Type="http://schemas.openxmlformats.org/officeDocument/2006/relationships/customXml" Target="../ink/ink553.xml"/><Relationship Id="rId246" Type="http://schemas.openxmlformats.org/officeDocument/2006/relationships/image" Target="../media/image453.png"/><Relationship Id="rId245" Type="http://schemas.openxmlformats.org/officeDocument/2006/relationships/customXml" Target="../ink/ink552.xml"/><Relationship Id="rId244" Type="http://schemas.openxmlformats.org/officeDocument/2006/relationships/image" Target="../media/image452.png"/><Relationship Id="rId243" Type="http://schemas.openxmlformats.org/officeDocument/2006/relationships/customXml" Target="../ink/ink551.xml"/><Relationship Id="rId242" Type="http://schemas.openxmlformats.org/officeDocument/2006/relationships/image" Target="../media/image451.png"/><Relationship Id="rId241" Type="http://schemas.openxmlformats.org/officeDocument/2006/relationships/customXml" Target="../ink/ink550.xml"/><Relationship Id="rId240" Type="http://schemas.openxmlformats.org/officeDocument/2006/relationships/image" Target="../media/image450.png"/><Relationship Id="rId24" Type="http://schemas.openxmlformats.org/officeDocument/2006/relationships/image" Target="../media/image344.png"/><Relationship Id="rId239" Type="http://schemas.openxmlformats.org/officeDocument/2006/relationships/customXml" Target="../ink/ink549.xml"/><Relationship Id="rId238" Type="http://schemas.openxmlformats.org/officeDocument/2006/relationships/image" Target="../media/image449.png"/><Relationship Id="rId237" Type="http://schemas.openxmlformats.org/officeDocument/2006/relationships/customXml" Target="../ink/ink548.xml"/><Relationship Id="rId236" Type="http://schemas.openxmlformats.org/officeDocument/2006/relationships/image" Target="../media/image448.png"/><Relationship Id="rId235" Type="http://schemas.openxmlformats.org/officeDocument/2006/relationships/customXml" Target="../ink/ink547.xml"/><Relationship Id="rId234" Type="http://schemas.openxmlformats.org/officeDocument/2006/relationships/image" Target="../media/image447.png"/><Relationship Id="rId233" Type="http://schemas.openxmlformats.org/officeDocument/2006/relationships/customXml" Target="../ink/ink546.xml"/><Relationship Id="rId232" Type="http://schemas.openxmlformats.org/officeDocument/2006/relationships/image" Target="../media/image446.png"/><Relationship Id="rId231" Type="http://schemas.openxmlformats.org/officeDocument/2006/relationships/customXml" Target="../ink/ink545.xml"/><Relationship Id="rId230" Type="http://schemas.openxmlformats.org/officeDocument/2006/relationships/image" Target="../media/image445.png"/><Relationship Id="rId23" Type="http://schemas.openxmlformats.org/officeDocument/2006/relationships/customXml" Target="../ink/ink439.xml"/><Relationship Id="rId229" Type="http://schemas.openxmlformats.org/officeDocument/2006/relationships/customXml" Target="../ink/ink544.xml"/><Relationship Id="rId228" Type="http://schemas.openxmlformats.org/officeDocument/2006/relationships/image" Target="../media/image444.png"/><Relationship Id="rId227" Type="http://schemas.openxmlformats.org/officeDocument/2006/relationships/customXml" Target="../ink/ink543.xml"/><Relationship Id="rId226" Type="http://schemas.openxmlformats.org/officeDocument/2006/relationships/image" Target="../media/image443.png"/><Relationship Id="rId225" Type="http://schemas.openxmlformats.org/officeDocument/2006/relationships/customXml" Target="../ink/ink542.xml"/><Relationship Id="rId224" Type="http://schemas.openxmlformats.org/officeDocument/2006/relationships/image" Target="../media/image442.png"/><Relationship Id="rId223" Type="http://schemas.openxmlformats.org/officeDocument/2006/relationships/customXml" Target="../ink/ink541.xml"/><Relationship Id="rId222" Type="http://schemas.openxmlformats.org/officeDocument/2006/relationships/image" Target="../media/image441.png"/><Relationship Id="rId221" Type="http://schemas.openxmlformats.org/officeDocument/2006/relationships/customXml" Target="../ink/ink540.xml"/><Relationship Id="rId220" Type="http://schemas.openxmlformats.org/officeDocument/2006/relationships/image" Target="../media/image440.png"/><Relationship Id="rId22" Type="http://schemas.openxmlformats.org/officeDocument/2006/relationships/image" Target="../media/image343.png"/><Relationship Id="rId219" Type="http://schemas.openxmlformats.org/officeDocument/2006/relationships/customXml" Target="../ink/ink539.xml"/><Relationship Id="rId218" Type="http://schemas.openxmlformats.org/officeDocument/2006/relationships/image" Target="../media/image439.png"/><Relationship Id="rId217" Type="http://schemas.openxmlformats.org/officeDocument/2006/relationships/customXml" Target="../ink/ink538.xml"/><Relationship Id="rId216" Type="http://schemas.openxmlformats.org/officeDocument/2006/relationships/image" Target="../media/image438.png"/><Relationship Id="rId215" Type="http://schemas.openxmlformats.org/officeDocument/2006/relationships/customXml" Target="../ink/ink537.xml"/><Relationship Id="rId214" Type="http://schemas.openxmlformats.org/officeDocument/2006/relationships/image" Target="../media/image437.png"/><Relationship Id="rId213" Type="http://schemas.openxmlformats.org/officeDocument/2006/relationships/customXml" Target="../ink/ink536.xml"/><Relationship Id="rId212" Type="http://schemas.openxmlformats.org/officeDocument/2006/relationships/image" Target="../media/image436.png"/><Relationship Id="rId211" Type="http://schemas.openxmlformats.org/officeDocument/2006/relationships/customXml" Target="../ink/ink535.xml"/><Relationship Id="rId210" Type="http://schemas.openxmlformats.org/officeDocument/2006/relationships/image" Target="../media/image435.png"/><Relationship Id="rId21" Type="http://schemas.openxmlformats.org/officeDocument/2006/relationships/customXml" Target="../ink/ink438.xml"/><Relationship Id="rId209" Type="http://schemas.openxmlformats.org/officeDocument/2006/relationships/customXml" Target="../ink/ink534.xml"/><Relationship Id="rId208" Type="http://schemas.openxmlformats.org/officeDocument/2006/relationships/image" Target="../media/image434.png"/><Relationship Id="rId207" Type="http://schemas.openxmlformats.org/officeDocument/2006/relationships/customXml" Target="../ink/ink533.xml"/><Relationship Id="rId206" Type="http://schemas.openxmlformats.org/officeDocument/2006/relationships/image" Target="../media/image433.png"/><Relationship Id="rId205" Type="http://schemas.openxmlformats.org/officeDocument/2006/relationships/customXml" Target="../ink/ink532.xml"/><Relationship Id="rId204" Type="http://schemas.openxmlformats.org/officeDocument/2006/relationships/image" Target="../media/image432.png"/><Relationship Id="rId203" Type="http://schemas.openxmlformats.org/officeDocument/2006/relationships/customXml" Target="../ink/ink531.xml"/><Relationship Id="rId202" Type="http://schemas.openxmlformats.org/officeDocument/2006/relationships/image" Target="../media/image431.png"/><Relationship Id="rId201" Type="http://schemas.openxmlformats.org/officeDocument/2006/relationships/customXml" Target="../ink/ink530.xml"/><Relationship Id="rId200" Type="http://schemas.openxmlformats.org/officeDocument/2006/relationships/image" Target="../media/image430.png"/><Relationship Id="rId20" Type="http://schemas.openxmlformats.org/officeDocument/2006/relationships/image" Target="../media/image342.png"/><Relationship Id="rId2" Type="http://schemas.openxmlformats.org/officeDocument/2006/relationships/image" Target="../media/image334.png"/><Relationship Id="rId199" Type="http://schemas.openxmlformats.org/officeDocument/2006/relationships/customXml" Target="../ink/ink529.xml"/><Relationship Id="rId198" Type="http://schemas.openxmlformats.org/officeDocument/2006/relationships/image" Target="../media/image429.png"/><Relationship Id="rId197" Type="http://schemas.openxmlformats.org/officeDocument/2006/relationships/customXml" Target="../ink/ink528.xml"/><Relationship Id="rId196" Type="http://schemas.openxmlformats.org/officeDocument/2006/relationships/image" Target="../media/image428.png"/><Relationship Id="rId195" Type="http://schemas.openxmlformats.org/officeDocument/2006/relationships/customXml" Target="../ink/ink527.xml"/><Relationship Id="rId194" Type="http://schemas.openxmlformats.org/officeDocument/2006/relationships/image" Target="../media/image427.png"/><Relationship Id="rId193" Type="http://schemas.openxmlformats.org/officeDocument/2006/relationships/customXml" Target="../ink/ink526.xml"/><Relationship Id="rId192" Type="http://schemas.openxmlformats.org/officeDocument/2006/relationships/image" Target="../media/image426.png"/><Relationship Id="rId191" Type="http://schemas.openxmlformats.org/officeDocument/2006/relationships/customXml" Target="../ink/ink525.xml"/><Relationship Id="rId190" Type="http://schemas.openxmlformats.org/officeDocument/2006/relationships/image" Target="../media/image425.png"/><Relationship Id="rId19" Type="http://schemas.openxmlformats.org/officeDocument/2006/relationships/customXml" Target="../ink/ink437.xml"/><Relationship Id="rId189" Type="http://schemas.openxmlformats.org/officeDocument/2006/relationships/customXml" Target="../ink/ink524.xml"/><Relationship Id="rId188" Type="http://schemas.openxmlformats.org/officeDocument/2006/relationships/image" Target="../media/image424.png"/><Relationship Id="rId187" Type="http://schemas.openxmlformats.org/officeDocument/2006/relationships/customXml" Target="../ink/ink523.xml"/><Relationship Id="rId186" Type="http://schemas.openxmlformats.org/officeDocument/2006/relationships/image" Target="../media/image423.png"/><Relationship Id="rId185" Type="http://schemas.openxmlformats.org/officeDocument/2006/relationships/customXml" Target="../ink/ink522.xml"/><Relationship Id="rId184" Type="http://schemas.openxmlformats.org/officeDocument/2006/relationships/image" Target="../media/image422.png"/><Relationship Id="rId183" Type="http://schemas.openxmlformats.org/officeDocument/2006/relationships/customXml" Target="../ink/ink521.xml"/><Relationship Id="rId182" Type="http://schemas.openxmlformats.org/officeDocument/2006/relationships/image" Target="../media/image421.png"/><Relationship Id="rId181" Type="http://schemas.openxmlformats.org/officeDocument/2006/relationships/customXml" Target="../ink/ink520.xml"/><Relationship Id="rId180" Type="http://schemas.openxmlformats.org/officeDocument/2006/relationships/image" Target="../media/image420.png"/><Relationship Id="rId18" Type="http://schemas.openxmlformats.org/officeDocument/2006/relationships/image" Target="../media/image341.png"/><Relationship Id="rId179" Type="http://schemas.openxmlformats.org/officeDocument/2006/relationships/customXml" Target="../ink/ink519.xml"/><Relationship Id="rId178" Type="http://schemas.openxmlformats.org/officeDocument/2006/relationships/image" Target="../media/image419.png"/><Relationship Id="rId177" Type="http://schemas.openxmlformats.org/officeDocument/2006/relationships/customXml" Target="../ink/ink518.xml"/><Relationship Id="rId176" Type="http://schemas.openxmlformats.org/officeDocument/2006/relationships/image" Target="../media/image418.png"/><Relationship Id="rId175" Type="http://schemas.openxmlformats.org/officeDocument/2006/relationships/customXml" Target="../ink/ink517.xml"/><Relationship Id="rId174" Type="http://schemas.openxmlformats.org/officeDocument/2006/relationships/image" Target="../media/image417.png"/><Relationship Id="rId173" Type="http://schemas.openxmlformats.org/officeDocument/2006/relationships/customXml" Target="../ink/ink516.xml"/><Relationship Id="rId172" Type="http://schemas.openxmlformats.org/officeDocument/2006/relationships/image" Target="../media/image416.png"/><Relationship Id="rId171" Type="http://schemas.openxmlformats.org/officeDocument/2006/relationships/customXml" Target="../ink/ink515.xml"/><Relationship Id="rId170" Type="http://schemas.openxmlformats.org/officeDocument/2006/relationships/image" Target="../media/image415.png"/><Relationship Id="rId17" Type="http://schemas.openxmlformats.org/officeDocument/2006/relationships/customXml" Target="../ink/ink436.xml"/><Relationship Id="rId169" Type="http://schemas.openxmlformats.org/officeDocument/2006/relationships/customXml" Target="../ink/ink514.xml"/><Relationship Id="rId168" Type="http://schemas.openxmlformats.org/officeDocument/2006/relationships/image" Target="../media/image414.png"/><Relationship Id="rId167" Type="http://schemas.openxmlformats.org/officeDocument/2006/relationships/customXml" Target="../ink/ink513.xml"/><Relationship Id="rId166" Type="http://schemas.openxmlformats.org/officeDocument/2006/relationships/image" Target="../media/image413.png"/><Relationship Id="rId165" Type="http://schemas.openxmlformats.org/officeDocument/2006/relationships/customXml" Target="../ink/ink512.xml"/><Relationship Id="rId164" Type="http://schemas.openxmlformats.org/officeDocument/2006/relationships/customXml" Target="../ink/ink511.xml"/><Relationship Id="rId163" Type="http://schemas.openxmlformats.org/officeDocument/2006/relationships/image" Target="../media/image412.png"/><Relationship Id="rId162" Type="http://schemas.openxmlformats.org/officeDocument/2006/relationships/customXml" Target="../ink/ink510.xml"/><Relationship Id="rId161" Type="http://schemas.openxmlformats.org/officeDocument/2006/relationships/image" Target="../media/image411.png"/><Relationship Id="rId160" Type="http://schemas.openxmlformats.org/officeDocument/2006/relationships/customXml" Target="../ink/ink509.xml"/><Relationship Id="rId16" Type="http://schemas.openxmlformats.org/officeDocument/2006/relationships/image" Target="../media/image340.png"/><Relationship Id="rId159" Type="http://schemas.openxmlformats.org/officeDocument/2006/relationships/image" Target="../media/image410.png"/><Relationship Id="rId158" Type="http://schemas.openxmlformats.org/officeDocument/2006/relationships/customXml" Target="../ink/ink508.xml"/><Relationship Id="rId157" Type="http://schemas.openxmlformats.org/officeDocument/2006/relationships/image" Target="../media/image409.png"/><Relationship Id="rId156" Type="http://schemas.openxmlformats.org/officeDocument/2006/relationships/customXml" Target="../ink/ink507.xml"/><Relationship Id="rId155" Type="http://schemas.openxmlformats.org/officeDocument/2006/relationships/image" Target="../media/image408.png"/><Relationship Id="rId154" Type="http://schemas.openxmlformats.org/officeDocument/2006/relationships/customXml" Target="../ink/ink506.xml"/><Relationship Id="rId153" Type="http://schemas.openxmlformats.org/officeDocument/2006/relationships/customXml" Target="../ink/ink505.xml"/><Relationship Id="rId152" Type="http://schemas.openxmlformats.org/officeDocument/2006/relationships/image" Target="../media/image407.png"/><Relationship Id="rId151" Type="http://schemas.openxmlformats.org/officeDocument/2006/relationships/customXml" Target="../ink/ink504.xml"/><Relationship Id="rId150" Type="http://schemas.openxmlformats.org/officeDocument/2006/relationships/image" Target="../media/image406.png"/><Relationship Id="rId15" Type="http://schemas.openxmlformats.org/officeDocument/2006/relationships/customXml" Target="../ink/ink435.xml"/><Relationship Id="rId149" Type="http://schemas.openxmlformats.org/officeDocument/2006/relationships/customXml" Target="../ink/ink503.xml"/><Relationship Id="rId148" Type="http://schemas.openxmlformats.org/officeDocument/2006/relationships/image" Target="../media/image405.png"/><Relationship Id="rId147" Type="http://schemas.openxmlformats.org/officeDocument/2006/relationships/customXml" Target="../ink/ink502.xml"/><Relationship Id="rId146" Type="http://schemas.openxmlformats.org/officeDocument/2006/relationships/customXml" Target="../ink/ink501.xml"/><Relationship Id="rId145" Type="http://schemas.openxmlformats.org/officeDocument/2006/relationships/image" Target="../media/image404.png"/><Relationship Id="rId144" Type="http://schemas.openxmlformats.org/officeDocument/2006/relationships/customXml" Target="../ink/ink500.xml"/><Relationship Id="rId143" Type="http://schemas.openxmlformats.org/officeDocument/2006/relationships/image" Target="../media/image403.png"/><Relationship Id="rId142" Type="http://schemas.openxmlformats.org/officeDocument/2006/relationships/customXml" Target="../ink/ink499.xml"/><Relationship Id="rId141" Type="http://schemas.openxmlformats.org/officeDocument/2006/relationships/customXml" Target="../ink/ink498.xml"/><Relationship Id="rId140" Type="http://schemas.openxmlformats.org/officeDocument/2006/relationships/image" Target="../media/image402.png"/><Relationship Id="rId14" Type="http://schemas.openxmlformats.org/officeDocument/2006/relationships/image" Target="../media/image339.png"/><Relationship Id="rId139" Type="http://schemas.openxmlformats.org/officeDocument/2006/relationships/customXml" Target="../ink/ink497.xml"/><Relationship Id="rId138" Type="http://schemas.openxmlformats.org/officeDocument/2006/relationships/image" Target="../media/image401.png"/><Relationship Id="rId137" Type="http://schemas.openxmlformats.org/officeDocument/2006/relationships/customXml" Target="../ink/ink496.xml"/><Relationship Id="rId136" Type="http://schemas.openxmlformats.org/officeDocument/2006/relationships/image" Target="../media/image400.png"/><Relationship Id="rId135" Type="http://schemas.openxmlformats.org/officeDocument/2006/relationships/customXml" Target="../ink/ink495.xml"/><Relationship Id="rId134" Type="http://schemas.openxmlformats.org/officeDocument/2006/relationships/image" Target="../media/image399.png"/><Relationship Id="rId133" Type="http://schemas.openxmlformats.org/officeDocument/2006/relationships/customXml" Target="../ink/ink494.xml"/><Relationship Id="rId132" Type="http://schemas.openxmlformats.org/officeDocument/2006/relationships/image" Target="../media/image398.png"/><Relationship Id="rId131" Type="http://schemas.openxmlformats.org/officeDocument/2006/relationships/customXml" Target="../ink/ink493.xml"/><Relationship Id="rId130" Type="http://schemas.openxmlformats.org/officeDocument/2006/relationships/image" Target="../media/image397.png"/><Relationship Id="rId13" Type="http://schemas.openxmlformats.org/officeDocument/2006/relationships/customXml" Target="../ink/ink434.xml"/><Relationship Id="rId129" Type="http://schemas.openxmlformats.org/officeDocument/2006/relationships/customXml" Target="../ink/ink492.xml"/><Relationship Id="rId128" Type="http://schemas.openxmlformats.org/officeDocument/2006/relationships/image" Target="../media/image396.png"/><Relationship Id="rId127" Type="http://schemas.openxmlformats.org/officeDocument/2006/relationships/customXml" Target="../ink/ink491.xml"/><Relationship Id="rId126" Type="http://schemas.openxmlformats.org/officeDocument/2006/relationships/image" Target="../media/image395.png"/><Relationship Id="rId125" Type="http://schemas.openxmlformats.org/officeDocument/2006/relationships/customXml" Target="../ink/ink490.xml"/><Relationship Id="rId124" Type="http://schemas.openxmlformats.org/officeDocument/2006/relationships/image" Target="../media/image394.png"/><Relationship Id="rId123" Type="http://schemas.openxmlformats.org/officeDocument/2006/relationships/customXml" Target="../ink/ink489.xml"/><Relationship Id="rId122" Type="http://schemas.openxmlformats.org/officeDocument/2006/relationships/image" Target="../media/image393.png"/><Relationship Id="rId121" Type="http://schemas.openxmlformats.org/officeDocument/2006/relationships/customXml" Target="../ink/ink488.xml"/><Relationship Id="rId120" Type="http://schemas.openxmlformats.org/officeDocument/2006/relationships/image" Target="../media/image392.png"/><Relationship Id="rId12" Type="http://schemas.openxmlformats.org/officeDocument/2006/relationships/image" Target="../media/image338.png"/><Relationship Id="rId119" Type="http://schemas.openxmlformats.org/officeDocument/2006/relationships/customXml" Target="../ink/ink487.xml"/><Relationship Id="rId118" Type="http://schemas.openxmlformats.org/officeDocument/2006/relationships/image" Target="../media/image391.png"/><Relationship Id="rId117" Type="http://schemas.openxmlformats.org/officeDocument/2006/relationships/customXml" Target="../ink/ink486.xml"/><Relationship Id="rId116" Type="http://schemas.openxmlformats.org/officeDocument/2006/relationships/image" Target="../media/image390.png"/><Relationship Id="rId115" Type="http://schemas.openxmlformats.org/officeDocument/2006/relationships/customXml" Target="../ink/ink485.xml"/><Relationship Id="rId114" Type="http://schemas.openxmlformats.org/officeDocument/2006/relationships/image" Target="../media/image389.png"/><Relationship Id="rId113" Type="http://schemas.openxmlformats.org/officeDocument/2006/relationships/customXml" Target="../ink/ink484.xml"/><Relationship Id="rId112" Type="http://schemas.openxmlformats.org/officeDocument/2006/relationships/image" Target="../media/image388.png"/><Relationship Id="rId111" Type="http://schemas.openxmlformats.org/officeDocument/2006/relationships/customXml" Target="../ink/ink483.xml"/><Relationship Id="rId110" Type="http://schemas.openxmlformats.org/officeDocument/2006/relationships/image" Target="../media/image387.png"/><Relationship Id="rId11" Type="http://schemas.openxmlformats.org/officeDocument/2006/relationships/customXml" Target="../ink/ink433.xml"/><Relationship Id="rId109" Type="http://schemas.openxmlformats.org/officeDocument/2006/relationships/customXml" Target="../ink/ink482.xml"/><Relationship Id="rId108" Type="http://schemas.openxmlformats.org/officeDocument/2006/relationships/image" Target="../media/image386.png"/><Relationship Id="rId107" Type="http://schemas.openxmlformats.org/officeDocument/2006/relationships/customXml" Target="../ink/ink481.xml"/><Relationship Id="rId106" Type="http://schemas.openxmlformats.org/officeDocument/2006/relationships/image" Target="../media/image385.png"/><Relationship Id="rId105" Type="http://schemas.openxmlformats.org/officeDocument/2006/relationships/customXml" Target="../ink/ink480.xml"/><Relationship Id="rId104" Type="http://schemas.openxmlformats.org/officeDocument/2006/relationships/image" Target="../media/image384.png"/><Relationship Id="rId103" Type="http://schemas.openxmlformats.org/officeDocument/2006/relationships/customXml" Target="../ink/ink479.xml"/><Relationship Id="rId102" Type="http://schemas.openxmlformats.org/officeDocument/2006/relationships/image" Target="../media/image383.png"/><Relationship Id="rId101" Type="http://schemas.openxmlformats.org/officeDocument/2006/relationships/customXml" Target="../ink/ink478.xml"/><Relationship Id="rId100" Type="http://schemas.openxmlformats.org/officeDocument/2006/relationships/image" Target="../media/image382.png"/><Relationship Id="rId10" Type="http://schemas.openxmlformats.org/officeDocument/2006/relationships/image" Target="../media/image337.png"/><Relationship Id="rId1" Type="http://schemas.openxmlformats.org/officeDocument/2006/relationships/customXml" Target="../ink/ink428.xml"/></Relationships>
</file>

<file path=ppt/slides/_rels/slide3.xml.rels><?xml version="1.0" encoding="UTF-8" standalone="yes"?>
<Relationships xmlns="http://schemas.openxmlformats.org/package/2006/relationships"><Relationship Id="rId99" Type="http://schemas.openxmlformats.org/officeDocument/2006/relationships/image" Target="../media/image516.png"/><Relationship Id="rId98" Type="http://schemas.openxmlformats.org/officeDocument/2006/relationships/customXml" Target="../ink/ink617.xml"/><Relationship Id="rId97" Type="http://schemas.openxmlformats.org/officeDocument/2006/relationships/image" Target="../media/image515.png"/><Relationship Id="rId96" Type="http://schemas.openxmlformats.org/officeDocument/2006/relationships/customXml" Target="../ink/ink616.xml"/><Relationship Id="rId95" Type="http://schemas.openxmlformats.org/officeDocument/2006/relationships/image" Target="../media/image514.png"/><Relationship Id="rId94" Type="http://schemas.openxmlformats.org/officeDocument/2006/relationships/customXml" Target="../ink/ink615.xml"/><Relationship Id="rId93" Type="http://schemas.openxmlformats.org/officeDocument/2006/relationships/customXml" Target="../ink/ink614.xml"/><Relationship Id="rId92" Type="http://schemas.openxmlformats.org/officeDocument/2006/relationships/image" Target="../media/image513.png"/><Relationship Id="rId91" Type="http://schemas.openxmlformats.org/officeDocument/2006/relationships/customXml" Target="../ink/ink613.xml"/><Relationship Id="rId90" Type="http://schemas.openxmlformats.org/officeDocument/2006/relationships/image" Target="../media/image512.png"/><Relationship Id="rId9" Type="http://schemas.openxmlformats.org/officeDocument/2006/relationships/customXml" Target="../ink/ink572.xml"/><Relationship Id="rId89" Type="http://schemas.openxmlformats.org/officeDocument/2006/relationships/customXml" Target="../ink/ink612.xml"/><Relationship Id="rId88" Type="http://schemas.openxmlformats.org/officeDocument/2006/relationships/image" Target="../media/image511.png"/><Relationship Id="rId87" Type="http://schemas.openxmlformats.org/officeDocument/2006/relationships/customXml" Target="../ink/ink611.xml"/><Relationship Id="rId86" Type="http://schemas.openxmlformats.org/officeDocument/2006/relationships/image" Target="../media/image510.png"/><Relationship Id="rId85" Type="http://schemas.openxmlformats.org/officeDocument/2006/relationships/customXml" Target="../ink/ink610.xml"/><Relationship Id="rId84" Type="http://schemas.openxmlformats.org/officeDocument/2006/relationships/image" Target="../media/image509.png"/><Relationship Id="rId83" Type="http://schemas.openxmlformats.org/officeDocument/2006/relationships/customXml" Target="../ink/ink609.xml"/><Relationship Id="rId82" Type="http://schemas.openxmlformats.org/officeDocument/2006/relationships/image" Target="../media/image508.png"/><Relationship Id="rId81" Type="http://schemas.openxmlformats.org/officeDocument/2006/relationships/customXml" Target="../ink/ink608.xml"/><Relationship Id="rId80" Type="http://schemas.openxmlformats.org/officeDocument/2006/relationships/image" Target="../media/image507.png"/><Relationship Id="rId8" Type="http://schemas.openxmlformats.org/officeDocument/2006/relationships/image" Target="../media/image472.png"/><Relationship Id="rId79" Type="http://schemas.openxmlformats.org/officeDocument/2006/relationships/customXml" Target="../ink/ink607.xml"/><Relationship Id="rId78" Type="http://schemas.openxmlformats.org/officeDocument/2006/relationships/image" Target="../media/image506.png"/><Relationship Id="rId77" Type="http://schemas.openxmlformats.org/officeDocument/2006/relationships/customXml" Target="../ink/ink606.xml"/><Relationship Id="rId76" Type="http://schemas.openxmlformats.org/officeDocument/2006/relationships/image" Target="../media/image505.png"/><Relationship Id="rId75" Type="http://schemas.openxmlformats.org/officeDocument/2006/relationships/customXml" Target="../ink/ink605.xml"/><Relationship Id="rId74" Type="http://schemas.openxmlformats.org/officeDocument/2006/relationships/image" Target="../media/image504.png"/><Relationship Id="rId73" Type="http://schemas.openxmlformats.org/officeDocument/2006/relationships/customXml" Target="../ink/ink604.xml"/><Relationship Id="rId72" Type="http://schemas.openxmlformats.org/officeDocument/2006/relationships/image" Target="../media/image503.png"/><Relationship Id="rId71" Type="http://schemas.openxmlformats.org/officeDocument/2006/relationships/customXml" Target="../ink/ink603.xml"/><Relationship Id="rId70" Type="http://schemas.openxmlformats.org/officeDocument/2006/relationships/image" Target="../media/image502.png"/><Relationship Id="rId7" Type="http://schemas.openxmlformats.org/officeDocument/2006/relationships/customXml" Target="../ink/ink571.xml"/><Relationship Id="rId69" Type="http://schemas.openxmlformats.org/officeDocument/2006/relationships/customXml" Target="../ink/ink602.xml"/><Relationship Id="rId68" Type="http://schemas.openxmlformats.org/officeDocument/2006/relationships/image" Target="../media/image501.png"/><Relationship Id="rId67" Type="http://schemas.openxmlformats.org/officeDocument/2006/relationships/customXml" Target="../ink/ink601.xml"/><Relationship Id="rId66" Type="http://schemas.openxmlformats.org/officeDocument/2006/relationships/image" Target="../media/image500.png"/><Relationship Id="rId65" Type="http://schemas.openxmlformats.org/officeDocument/2006/relationships/customXml" Target="../ink/ink600.xml"/><Relationship Id="rId64" Type="http://schemas.openxmlformats.org/officeDocument/2006/relationships/image" Target="../media/image499.png"/><Relationship Id="rId63" Type="http://schemas.openxmlformats.org/officeDocument/2006/relationships/customXml" Target="../ink/ink599.xml"/><Relationship Id="rId62" Type="http://schemas.openxmlformats.org/officeDocument/2006/relationships/image" Target="../media/image498.png"/><Relationship Id="rId61" Type="http://schemas.openxmlformats.org/officeDocument/2006/relationships/customXml" Target="../ink/ink598.xml"/><Relationship Id="rId60" Type="http://schemas.openxmlformats.org/officeDocument/2006/relationships/image" Target="../media/image497.png"/><Relationship Id="rId6" Type="http://schemas.openxmlformats.org/officeDocument/2006/relationships/image" Target="../media/image471.png"/><Relationship Id="rId59" Type="http://schemas.openxmlformats.org/officeDocument/2006/relationships/customXml" Target="../ink/ink597.xml"/><Relationship Id="rId58" Type="http://schemas.openxmlformats.org/officeDocument/2006/relationships/image" Target="../media/image496.png"/><Relationship Id="rId57" Type="http://schemas.openxmlformats.org/officeDocument/2006/relationships/customXml" Target="../ink/ink596.xml"/><Relationship Id="rId56" Type="http://schemas.openxmlformats.org/officeDocument/2006/relationships/image" Target="../media/image495.png"/><Relationship Id="rId55" Type="http://schemas.openxmlformats.org/officeDocument/2006/relationships/customXml" Target="../ink/ink595.xml"/><Relationship Id="rId54" Type="http://schemas.openxmlformats.org/officeDocument/2006/relationships/image" Target="../media/image494.png"/><Relationship Id="rId53" Type="http://schemas.openxmlformats.org/officeDocument/2006/relationships/customXml" Target="../ink/ink594.xml"/><Relationship Id="rId52" Type="http://schemas.openxmlformats.org/officeDocument/2006/relationships/image" Target="../media/image493.png"/><Relationship Id="rId51" Type="http://schemas.openxmlformats.org/officeDocument/2006/relationships/customXml" Target="../ink/ink593.xml"/><Relationship Id="rId50" Type="http://schemas.openxmlformats.org/officeDocument/2006/relationships/image" Target="../media/image492.png"/><Relationship Id="rId5" Type="http://schemas.openxmlformats.org/officeDocument/2006/relationships/customXml" Target="../ink/ink570.xml"/><Relationship Id="rId49" Type="http://schemas.openxmlformats.org/officeDocument/2006/relationships/customXml" Target="../ink/ink592.xml"/><Relationship Id="rId48" Type="http://schemas.openxmlformats.org/officeDocument/2006/relationships/image" Target="../media/image491.png"/><Relationship Id="rId47" Type="http://schemas.openxmlformats.org/officeDocument/2006/relationships/customXml" Target="../ink/ink591.xml"/><Relationship Id="rId46" Type="http://schemas.openxmlformats.org/officeDocument/2006/relationships/image" Target="../media/image490.png"/><Relationship Id="rId45" Type="http://schemas.openxmlformats.org/officeDocument/2006/relationships/customXml" Target="../ink/ink590.xml"/><Relationship Id="rId44" Type="http://schemas.openxmlformats.org/officeDocument/2006/relationships/image" Target="../media/image489.png"/><Relationship Id="rId43" Type="http://schemas.openxmlformats.org/officeDocument/2006/relationships/customXml" Target="../ink/ink589.xml"/><Relationship Id="rId42" Type="http://schemas.openxmlformats.org/officeDocument/2006/relationships/image" Target="../media/image488.png"/><Relationship Id="rId41" Type="http://schemas.openxmlformats.org/officeDocument/2006/relationships/customXml" Target="../ink/ink588.xml"/><Relationship Id="rId40" Type="http://schemas.openxmlformats.org/officeDocument/2006/relationships/image" Target="../media/image487.png"/><Relationship Id="rId4" Type="http://schemas.openxmlformats.org/officeDocument/2006/relationships/image" Target="../media/image470.png"/><Relationship Id="rId39" Type="http://schemas.openxmlformats.org/officeDocument/2006/relationships/customXml" Target="../ink/ink587.xml"/><Relationship Id="rId38" Type="http://schemas.openxmlformats.org/officeDocument/2006/relationships/image" Target="../media/image486.png"/><Relationship Id="rId37" Type="http://schemas.openxmlformats.org/officeDocument/2006/relationships/customXml" Target="../ink/ink586.xml"/><Relationship Id="rId36" Type="http://schemas.openxmlformats.org/officeDocument/2006/relationships/image" Target="../media/image485.png"/><Relationship Id="rId35" Type="http://schemas.openxmlformats.org/officeDocument/2006/relationships/customXml" Target="../ink/ink585.xml"/><Relationship Id="rId34" Type="http://schemas.openxmlformats.org/officeDocument/2006/relationships/image" Target="../media/image3.png"/><Relationship Id="rId33" Type="http://schemas.openxmlformats.org/officeDocument/2006/relationships/customXml" Target="../ink/ink584.xml"/><Relationship Id="rId32" Type="http://schemas.openxmlformats.org/officeDocument/2006/relationships/image" Target="../media/image484.png"/><Relationship Id="rId31" Type="http://schemas.openxmlformats.org/officeDocument/2006/relationships/customXml" Target="../ink/ink583.xml"/><Relationship Id="rId30" Type="http://schemas.openxmlformats.org/officeDocument/2006/relationships/image" Target="../media/image483.png"/><Relationship Id="rId3" Type="http://schemas.openxmlformats.org/officeDocument/2006/relationships/customXml" Target="../ink/ink569.xml"/><Relationship Id="rId29" Type="http://schemas.openxmlformats.org/officeDocument/2006/relationships/customXml" Target="../ink/ink582.xml"/><Relationship Id="rId28" Type="http://schemas.openxmlformats.org/officeDocument/2006/relationships/image" Target="../media/image482.png"/><Relationship Id="rId27" Type="http://schemas.openxmlformats.org/officeDocument/2006/relationships/customXml" Target="../ink/ink581.xml"/><Relationship Id="rId26" Type="http://schemas.openxmlformats.org/officeDocument/2006/relationships/image" Target="../media/image481.png"/><Relationship Id="rId25" Type="http://schemas.openxmlformats.org/officeDocument/2006/relationships/customXml" Target="../ink/ink580.xml"/><Relationship Id="rId24" Type="http://schemas.openxmlformats.org/officeDocument/2006/relationships/image" Target="../media/image480.png"/><Relationship Id="rId23" Type="http://schemas.openxmlformats.org/officeDocument/2006/relationships/customXml" Target="../ink/ink579.xml"/><Relationship Id="rId22" Type="http://schemas.openxmlformats.org/officeDocument/2006/relationships/image" Target="../media/image479.png"/><Relationship Id="rId21" Type="http://schemas.openxmlformats.org/officeDocument/2006/relationships/customXml" Target="../ink/ink578.xml"/><Relationship Id="rId206" Type="http://schemas.openxmlformats.org/officeDocument/2006/relationships/slideLayout" Target="../slideLayouts/slideLayout1.xml"/><Relationship Id="rId205" Type="http://schemas.openxmlformats.org/officeDocument/2006/relationships/customXml" Target="../ink/ink671.xml"/><Relationship Id="rId204" Type="http://schemas.openxmlformats.org/officeDocument/2006/relationships/image" Target="../media/image568.png"/><Relationship Id="rId203" Type="http://schemas.openxmlformats.org/officeDocument/2006/relationships/customXml" Target="../ink/ink670.xml"/><Relationship Id="rId202" Type="http://schemas.openxmlformats.org/officeDocument/2006/relationships/customXml" Target="../ink/ink669.xml"/><Relationship Id="rId201" Type="http://schemas.openxmlformats.org/officeDocument/2006/relationships/image" Target="../media/image567.png"/><Relationship Id="rId200" Type="http://schemas.openxmlformats.org/officeDocument/2006/relationships/customXml" Target="../ink/ink668.xml"/><Relationship Id="rId20" Type="http://schemas.openxmlformats.org/officeDocument/2006/relationships/image" Target="../media/image478.png"/><Relationship Id="rId2" Type="http://schemas.openxmlformats.org/officeDocument/2006/relationships/image" Target="../media/image469.png"/><Relationship Id="rId199" Type="http://schemas.openxmlformats.org/officeDocument/2006/relationships/image" Target="../media/image566.png"/><Relationship Id="rId198" Type="http://schemas.openxmlformats.org/officeDocument/2006/relationships/customXml" Target="../ink/ink667.xml"/><Relationship Id="rId197" Type="http://schemas.openxmlformats.org/officeDocument/2006/relationships/image" Target="../media/image565.png"/><Relationship Id="rId196" Type="http://schemas.openxmlformats.org/officeDocument/2006/relationships/customXml" Target="../ink/ink666.xml"/><Relationship Id="rId195" Type="http://schemas.openxmlformats.org/officeDocument/2006/relationships/image" Target="../media/image564.png"/><Relationship Id="rId194" Type="http://schemas.openxmlformats.org/officeDocument/2006/relationships/customXml" Target="../ink/ink665.xml"/><Relationship Id="rId193" Type="http://schemas.openxmlformats.org/officeDocument/2006/relationships/image" Target="../media/image563.png"/><Relationship Id="rId192" Type="http://schemas.openxmlformats.org/officeDocument/2006/relationships/customXml" Target="../ink/ink664.xml"/><Relationship Id="rId191" Type="http://schemas.openxmlformats.org/officeDocument/2006/relationships/image" Target="../media/image562.png"/><Relationship Id="rId190" Type="http://schemas.openxmlformats.org/officeDocument/2006/relationships/customXml" Target="../ink/ink663.xml"/><Relationship Id="rId19" Type="http://schemas.openxmlformats.org/officeDocument/2006/relationships/customXml" Target="../ink/ink577.xml"/><Relationship Id="rId189" Type="http://schemas.openxmlformats.org/officeDocument/2006/relationships/image" Target="../media/image561.png"/><Relationship Id="rId188" Type="http://schemas.openxmlformats.org/officeDocument/2006/relationships/customXml" Target="../ink/ink662.xml"/><Relationship Id="rId187" Type="http://schemas.openxmlformats.org/officeDocument/2006/relationships/image" Target="../media/image560.png"/><Relationship Id="rId186" Type="http://schemas.openxmlformats.org/officeDocument/2006/relationships/customXml" Target="../ink/ink661.xml"/><Relationship Id="rId185" Type="http://schemas.openxmlformats.org/officeDocument/2006/relationships/image" Target="../media/image559.png"/><Relationship Id="rId184" Type="http://schemas.openxmlformats.org/officeDocument/2006/relationships/customXml" Target="../ink/ink660.xml"/><Relationship Id="rId183" Type="http://schemas.openxmlformats.org/officeDocument/2006/relationships/image" Target="../media/image558.png"/><Relationship Id="rId182" Type="http://schemas.openxmlformats.org/officeDocument/2006/relationships/customXml" Target="../ink/ink659.xml"/><Relationship Id="rId181" Type="http://schemas.openxmlformats.org/officeDocument/2006/relationships/image" Target="../media/image557.png"/><Relationship Id="rId180" Type="http://schemas.openxmlformats.org/officeDocument/2006/relationships/customXml" Target="../ink/ink658.xml"/><Relationship Id="rId18" Type="http://schemas.openxmlformats.org/officeDocument/2006/relationships/image" Target="../media/image477.png"/><Relationship Id="rId179" Type="http://schemas.openxmlformats.org/officeDocument/2006/relationships/image" Target="../media/image556.png"/><Relationship Id="rId178" Type="http://schemas.openxmlformats.org/officeDocument/2006/relationships/customXml" Target="../ink/ink657.xml"/><Relationship Id="rId177" Type="http://schemas.openxmlformats.org/officeDocument/2006/relationships/image" Target="../media/image555.png"/><Relationship Id="rId176" Type="http://schemas.openxmlformats.org/officeDocument/2006/relationships/customXml" Target="../ink/ink656.xml"/><Relationship Id="rId175" Type="http://schemas.openxmlformats.org/officeDocument/2006/relationships/image" Target="../media/image554.png"/><Relationship Id="rId174" Type="http://schemas.openxmlformats.org/officeDocument/2006/relationships/customXml" Target="../ink/ink655.xml"/><Relationship Id="rId173" Type="http://schemas.openxmlformats.org/officeDocument/2006/relationships/image" Target="../media/image553.png"/><Relationship Id="rId172" Type="http://schemas.openxmlformats.org/officeDocument/2006/relationships/customXml" Target="../ink/ink654.xml"/><Relationship Id="rId171" Type="http://schemas.openxmlformats.org/officeDocument/2006/relationships/image" Target="../media/image552.png"/><Relationship Id="rId170" Type="http://schemas.openxmlformats.org/officeDocument/2006/relationships/customXml" Target="../ink/ink653.xml"/><Relationship Id="rId17" Type="http://schemas.openxmlformats.org/officeDocument/2006/relationships/customXml" Target="../ink/ink576.xml"/><Relationship Id="rId169" Type="http://schemas.openxmlformats.org/officeDocument/2006/relationships/image" Target="../media/image551.png"/><Relationship Id="rId168" Type="http://schemas.openxmlformats.org/officeDocument/2006/relationships/customXml" Target="../ink/ink652.xml"/><Relationship Id="rId167" Type="http://schemas.openxmlformats.org/officeDocument/2006/relationships/image" Target="../media/image550.png"/><Relationship Id="rId166" Type="http://schemas.openxmlformats.org/officeDocument/2006/relationships/customXml" Target="../ink/ink651.xml"/><Relationship Id="rId165" Type="http://schemas.openxmlformats.org/officeDocument/2006/relationships/image" Target="../media/image549.png"/><Relationship Id="rId164" Type="http://schemas.openxmlformats.org/officeDocument/2006/relationships/customXml" Target="../ink/ink650.xml"/><Relationship Id="rId163" Type="http://schemas.openxmlformats.org/officeDocument/2006/relationships/image" Target="../media/image548.png"/><Relationship Id="rId162" Type="http://schemas.openxmlformats.org/officeDocument/2006/relationships/customXml" Target="../ink/ink649.xml"/><Relationship Id="rId161" Type="http://schemas.openxmlformats.org/officeDocument/2006/relationships/image" Target="../media/image547.png"/><Relationship Id="rId160" Type="http://schemas.openxmlformats.org/officeDocument/2006/relationships/customXml" Target="../ink/ink648.xml"/><Relationship Id="rId16" Type="http://schemas.openxmlformats.org/officeDocument/2006/relationships/image" Target="../media/image476.png"/><Relationship Id="rId159" Type="http://schemas.openxmlformats.org/officeDocument/2006/relationships/image" Target="../media/image546.png"/><Relationship Id="rId158" Type="http://schemas.openxmlformats.org/officeDocument/2006/relationships/customXml" Target="../ink/ink647.xml"/><Relationship Id="rId157" Type="http://schemas.openxmlformats.org/officeDocument/2006/relationships/image" Target="../media/image545.png"/><Relationship Id="rId156" Type="http://schemas.openxmlformats.org/officeDocument/2006/relationships/customXml" Target="../ink/ink646.xml"/><Relationship Id="rId155" Type="http://schemas.openxmlformats.org/officeDocument/2006/relationships/image" Target="../media/image544.png"/><Relationship Id="rId154" Type="http://schemas.openxmlformats.org/officeDocument/2006/relationships/customXml" Target="../ink/ink645.xml"/><Relationship Id="rId153" Type="http://schemas.openxmlformats.org/officeDocument/2006/relationships/image" Target="../media/image543.png"/><Relationship Id="rId152" Type="http://schemas.openxmlformats.org/officeDocument/2006/relationships/customXml" Target="../ink/ink644.xml"/><Relationship Id="rId151" Type="http://schemas.openxmlformats.org/officeDocument/2006/relationships/image" Target="../media/image542.png"/><Relationship Id="rId150" Type="http://schemas.openxmlformats.org/officeDocument/2006/relationships/customXml" Target="../ink/ink643.xml"/><Relationship Id="rId15" Type="http://schemas.openxmlformats.org/officeDocument/2006/relationships/customXml" Target="../ink/ink575.xml"/><Relationship Id="rId149" Type="http://schemas.openxmlformats.org/officeDocument/2006/relationships/image" Target="../media/image541.png"/><Relationship Id="rId148" Type="http://schemas.openxmlformats.org/officeDocument/2006/relationships/customXml" Target="../ink/ink642.xml"/><Relationship Id="rId147" Type="http://schemas.openxmlformats.org/officeDocument/2006/relationships/image" Target="../media/image540.png"/><Relationship Id="rId146" Type="http://schemas.openxmlformats.org/officeDocument/2006/relationships/customXml" Target="../ink/ink641.xml"/><Relationship Id="rId145" Type="http://schemas.openxmlformats.org/officeDocument/2006/relationships/image" Target="../media/image539.png"/><Relationship Id="rId144" Type="http://schemas.openxmlformats.org/officeDocument/2006/relationships/customXml" Target="../ink/ink640.xml"/><Relationship Id="rId143" Type="http://schemas.openxmlformats.org/officeDocument/2006/relationships/image" Target="../media/image538.png"/><Relationship Id="rId142" Type="http://schemas.openxmlformats.org/officeDocument/2006/relationships/customXml" Target="../ink/ink639.xml"/><Relationship Id="rId141" Type="http://schemas.openxmlformats.org/officeDocument/2006/relationships/image" Target="../media/image537.png"/><Relationship Id="rId140" Type="http://schemas.openxmlformats.org/officeDocument/2006/relationships/customXml" Target="../ink/ink638.xml"/><Relationship Id="rId14" Type="http://schemas.openxmlformats.org/officeDocument/2006/relationships/image" Target="../media/image475.png"/><Relationship Id="rId139" Type="http://schemas.openxmlformats.org/officeDocument/2006/relationships/image" Target="../media/image536.png"/><Relationship Id="rId138" Type="http://schemas.openxmlformats.org/officeDocument/2006/relationships/customXml" Target="../ink/ink637.xml"/><Relationship Id="rId137" Type="http://schemas.openxmlformats.org/officeDocument/2006/relationships/image" Target="../media/image535.png"/><Relationship Id="rId136" Type="http://schemas.openxmlformats.org/officeDocument/2006/relationships/customXml" Target="../ink/ink636.xml"/><Relationship Id="rId135" Type="http://schemas.openxmlformats.org/officeDocument/2006/relationships/image" Target="../media/image534.png"/><Relationship Id="rId134" Type="http://schemas.openxmlformats.org/officeDocument/2006/relationships/customXml" Target="../ink/ink635.xml"/><Relationship Id="rId133" Type="http://schemas.openxmlformats.org/officeDocument/2006/relationships/image" Target="../media/image533.png"/><Relationship Id="rId132" Type="http://schemas.openxmlformats.org/officeDocument/2006/relationships/customXml" Target="../ink/ink634.xml"/><Relationship Id="rId131" Type="http://schemas.openxmlformats.org/officeDocument/2006/relationships/image" Target="../media/image532.png"/><Relationship Id="rId130" Type="http://schemas.openxmlformats.org/officeDocument/2006/relationships/customXml" Target="../ink/ink633.xml"/><Relationship Id="rId13" Type="http://schemas.openxmlformats.org/officeDocument/2006/relationships/customXml" Target="../ink/ink574.xml"/><Relationship Id="rId129" Type="http://schemas.openxmlformats.org/officeDocument/2006/relationships/image" Target="../media/image531.png"/><Relationship Id="rId128" Type="http://schemas.openxmlformats.org/officeDocument/2006/relationships/customXml" Target="../ink/ink632.xml"/><Relationship Id="rId127" Type="http://schemas.openxmlformats.org/officeDocument/2006/relationships/image" Target="../media/image530.png"/><Relationship Id="rId126" Type="http://schemas.openxmlformats.org/officeDocument/2006/relationships/customXml" Target="../ink/ink631.xml"/><Relationship Id="rId125" Type="http://schemas.openxmlformats.org/officeDocument/2006/relationships/image" Target="../media/image529.png"/><Relationship Id="rId124" Type="http://schemas.openxmlformats.org/officeDocument/2006/relationships/customXml" Target="../ink/ink630.xml"/><Relationship Id="rId123" Type="http://schemas.openxmlformats.org/officeDocument/2006/relationships/image" Target="../media/image528.png"/><Relationship Id="rId122" Type="http://schemas.openxmlformats.org/officeDocument/2006/relationships/customXml" Target="../ink/ink629.xml"/><Relationship Id="rId121" Type="http://schemas.openxmlformats.org/officeDocument/2006/relationships/image" Target="../media/image527.png"/><Relationship Id="rId120" Type="http://schemas.openxmlformats.org/officeDocument/2006/relationships/customXml" Target="../ink/ink628.xml"/><Relationship Id="rId12" Type="http://schemas.openxmlformats.org/officeDocument/2006/relationships/image" Target="../media/image474.png"/><Relationship Id="rId119" Type="http://schemas.openxmlformats.org/officeDocument/2006/relationships/image" Target="../media/image526.png"/><Relationship Id="rId118" Type="http://schemas.openxmlformats.org/officeDocument/2006/relationships/customXml" Target="../ink/ink627.xml"/><Relationship Id="rId117" Type="http://schemas.openxmlformats.org/officeDocument/2006/relationships/image" Target="../media/image525.png"/><Relationship Id="rId116" Type="http://schemas.openxmlformats.org/officeDocument/2006/relationships/customXml" Target="../ink/ink626.xml"/><Relationship Id="rId115" Type="http://schemas.openxmlformats.org/officeDocument/2006/relationships/image" Target="../media/image524.png"/><Relationship Id="rId114" Type="http://schemas.openxmlformats.org/officeDocument/2006/relationships/customXml" Target="../ink/ink625.xml"/><Relationship Id="rId113" Type="http://schemas.openxmlformats.org/officeDocument/2006/relationships/image" Target="../media/image523.png"/><Relationship Id="rId112" Type="http://schemas.openxmlformats.org/officeDocument/2006/relationships/customXml" Target="../ink/ink624.xml"/><Relationship Id="rId111" Type="http://schemas.openxmlformats.org/officeDocument/2006/relationships/image" Target="../media/image522.png"/><Relationship Id="rId110" Type="http://schemas.openxmlformats.org/officeDocument/2006/relationships/customXml" Target="../ink/ink623.xml"/><Relationship Id="rId11" Type="http://schemas.openxmlformats.org/officeDocument/2006/relationships/customXml" Target="../ink/ink573.xml"/><Relationship Id="rId109" Type="http://schemas.openxmlformats.org/officeDocument/2006/relationships/image" Target="../media/image521.png"/><Relationship Id="rId108" Type="http://schemas.openxmlformats.org/officeDocument/2006/relationships/customXml" Target="../ink/ink622.xml"/><Relationship Id="rId107" Type="http://schemas.openxmlformats.org/officeDocument/2006/relationships/image" Target="../media/image520.png"/><Relationship Id="rId106" Type="http://schemas.openxmlformats.org/officeDocument/2006/relationships/customXml" Target="../ink/ink621.xml"/><Relationship Id="rId105" Type="http://schemas.openxmlformats.org/officeDocument/2006/relationships/image" Target="../media/image519.png"/><Relationship Id="rId104" Type="http://schemas.openxmlformats.org/officeDocument/2006/relationships/customXml" Target="../ink/ink620.xml"/><Relationship Id="rId103" Type="http://schemas.openxmlformats.org/officeDocument/2006/relationships/image" Target="../media/image518.png"/><Relationship Id="rId102" Type="http://schemas.openxmlformats.org/officeDocument/2006/relationships/customXml" Target="../ink/ink619.xml"/><Relationship Id="rId101" Type="http://schemas.openxmlformats.org/officeDocument/2006/relationships/image" Target="../media/image517.png"/><Relationship Id="rId100" Type="http://schemas.openxmlformats.org/officeDocument/2006/relationships/customXml" Target="../ink/ink618.xml"/><Relationship Id="rId10" Type="http://schemas.openxmlformats.org/officeDocument/2006/relationships/image" Target="../media/image473.png"/><Relationship Id="rId1" Type="http://schemas.openxmlformats.org/officeDocument/2006/relationships/customXml" Target="../ink/ink56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5" name="组合 544"/>
          <p:cNvGrpSpPr/>
          <p:nvPr/>
        </p:nvGrpSpPr>
        <p:grpSpPr>
          <a:xfrm>
            <a:off x="326390" y="147955"/>
            <a:ext cx="4216400" cy="3894455"/>
            <a:chOff x="703" y="0"/>
            <a:chExt cx="6640" cy="6133"/>
          </a:xfrm>
        </p:grpSpPr>
        <p:grpSp>
          <p:nvGrpSpPr>
            <p:cNvPr id="62" name="组合 61"/>
            <p:cNvGrpSpPr/>
            <p:nvPr/>
          </p:nvGrpSpPr>
          <p:grpSpPr>
            <a:xfrm>
              <a:off x="703" y="0"/>
              <a:ext cx="6162" cy="6133"/>
              <a:chOff x="6199" y="178"/>
              <a:chExt cx="6162" cy="6133"/>
            </a:xfrm>
          </p:grpSpPr>
          <mc:AlternateContent xmlns:mc="http://schemas.openxmlformats.org/markup-compatibility/2006" xmlns:p14="http://schemas.microsoft.com/office/powerpoint/2010/main">
            <mc:Choice Requires="p14">
              <p:contentPart r:id="rId1" p14:bwMode="auto">
                <p14:nvContentPartPr>
                  <p14:cNvPr id="16" name="墨迹 15"/>
                  <p14:cNvContentPartPr/>
                  <p14:nvPr/>
                </p14:nvContentPartPr>
                <p14:xfrm>
                  <a:off x="7063" y="949"/>
                  <a:ext cx="5298" cy="5363"/>
                </p14:xfrm>
              </p:contentPart>
            </mc:Choice>
            <mc:Fallback xmlns="">
              <p:pic>
                <p:nvPicPr>
                  <p:cNvPr id="16" name="墨迹 15"/>
                </p:nvPicPr>
                <p:blipFill>
                  <a:blip r:embed="rId2"/>
                </p:blipFill>
                <p:spPr>
                  <a:xfrm>
                    <a:off x="7063" y="949"/>
                    <a:ext cx="5298" cy="5363"/>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7" name="墨迹 16"/>
                  <p14:cNvContentPartPr/>
                  <p14:nvPr/>
                </p14:nvContentPartPr>
                <p14:xfrm>
                  <a:off x="8170" y="3349"/>
                  <a:ext cx="3871" cy="2691"/>
                </p14:xfrm>
              </p:contentPart>
            </mc:Choice>
            <mc:Fallback xmlns="">
              <p:pic>
                <p:nvPicPr>
                  <p:cNvPr id="17" name="墨迹 16"/>
                </p:nvPicPr>
                <p:blipFill>
                  <a:blip r:embed="rId4"/>
                </p:blipFill>
                <p:spPr>
                  <a:xfrm>
                    <a:off x="8170" y="3349"/>
                    <a:ext cx="3871" cy="2691"/>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8" name="墨迹 17"/>
                  <p14:cNvContentPartPr/>
                  <p14:nvPr/>
                </p14:nvContentPartPr>
                <p14:xfrm>
                  <a:off x="8167" y="4390"/>
                  <a:ext cx="1" cy="1"/>
                </p14:xfrm>
              </p:contentPart>
            </mc:Choice>
            <mc:Fallback xmlns="">
              <p:pic>
                <p:nvPicPr>
                  <p:cNvPr id="18" name="墨迹 17"/>
                </p:nvPicPr>
                <p:blipFill>
                  <a:blip r:embed="rId6"/>
                </p:blipFill>
                <p:spPr>
                  <a:xfrm>
                    <a:off x="8167" y="4390"/>
                    <a:ext cx="1" cy="1"/>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21" name="墨迹 20"/>
                  <p14:cNvContentPartPr/>
                  <p14:nvPr/>
                </p14:nvContentPartPr>
                <p14:xfrm>
                  <a:off x="7367" y="1317"/>
                  <a:ext cx="3073" cy="2868"/>
                </p14:xfrm>
              </p:contentPart>
            </mc:Choice>
            <mc:Fallback xmlns="">
              <p:pic>
                <p:nvPicPr>
                  <p:cNvPr id="21" name="墨迹 20"/>
                </p:nvPicPr>
                <p:blipFill>
                  <a:blip r:embed="rId8"/>
                </p:blipFill>
                <p:spPr>
                  <a:xfrm>
                    <a:off x="7367" y="1317"/>
                    <a:ext cx="3073" cy="2868"/>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22" name="墨迹 21"/>
                  <p14:cNvContentPartPr/>
                  <p14:nvPr/>
                </p14:nvContentPartPr>
                <p14:xfrm>
                  <a:off x="7463" y="2870"/>
                  <a:ext cx="561" cy="847"/>
                </p14:xfrm>
              </p:contentPart>
            </mc:Choice>
            <mc:Fallback xmlns="">
              <p:pic>
                <p:nvPicPr>
                  <p:cNvPr id="22" name="墨迹 21"/>
                </p:nvPicPr>
                <p:blipFill>
                  <a:blip r:embed="rId10"/>
                </p:blipFill>
                <p:spPr>
                  <a:xfrm>
                    <a:off x="7463" y="2870"/>
                    <a:ext cx="561" cy="847"/>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23" name="墨迹 22"/>
                  <p14:cNvContentPartPr/>
                  <p14:nvPr/>
                </p14:nvContentPartPr>
                <p14:xfrm>
                  <a:off x="7687" y="1303"/>
                  <a:ext cx="1745" cy="1840"/>
                </p14:xfrm>
              </p:contentPart>
            </mc:Choice>
            <mc:Fallback xmlns="">
              <p:pic>
                <p:nvPicPr>
                  <p:cNvPr id="23" name="墨迹 22"/>
                </p:nvPicPr>
                <p:blipFill>
                  <a:blip r:embed="rId12"/>
                </p:blipFill>
                <p:spPr>
                  <a:xfrm>
                    <a:off x="7687" y="1303"/>
                    <a:ext cx="1745" cy="184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24" name="墨迹 23"/>
                  <p14:cNvContentPartPr/>
                  <p14:nvPr/>
                </p14:nvContentPartPr>
                <p14:xfrm>
                  <a:off x="9511" y="437"/>
                  <a:ext cx="882" cy="765"/>
                </p14:xfrm>
              </p:contentPart>
            </mc:Choice>
            <mc:Fallback xmlns="">
              <p:pic>
                <p:nvPicPr>
                  <p:cNvPr id="24" name="墨迹 23"/>
                </p:nvPicPr>
                <p:blipFill>
                  <a:blip r:embed="rId14"/>
                </p:blipFill>
                <p:spPr>
                  <a:xfrm>
                    <a:off x="9511" y="437"/>
                    <a:ext cx="882" cy="76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25" name="墨迹 24"/>
                  <p14:cNvContentPartPr/>
                  <p14:nvPr/>
                </p14:nvContentPartPr>
                <p14:xfrm>
                  <a:off x="7816" y="1494"/>
                  <a:ext cx="2208" cy="1794"/>
                </p14:xfrm>
              </p:contentPart>
            </mc:Choice>
            <mc:Fallback xmlns="">
              <p:pic>
                <p:nvPicPr>
                  <p:cNvPr id="25" name="墨迹 24"/>
                </p:nvPicPr>
                <p:blipFill>
                  <a:blip r:embed="rId16"/>
                </p:blipFill>
                <p:spPr>
                  <a:xfrm>
                    <a:off x="7816" y="1494"/>
                    <a:ext cx="2208" cy="1794"/>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30" name="墨迹 29"/>
                  <p14:cNvContentPartPr/>
                  <p14:nvPr/>
                </p14:nvContentPartPr>
                <p14:xfrm>
                  <a:off x="7224" y="3126"/>
                  <a:ext cx="720" cy="498"/>
                </p14:xfrm>
              </p:contentPart>
            </mc:Choice>
            <mc:Fallback xmlns="">
              <p:pic>
                <p:nvPicPr>
                  <p:cNvPr id="30" name="墨迹 29"/>
                </p:nvPicPr>
                <p:blipFill>
                  <a:blip r:embed="rId18"/>
                </p:blipFill>
                <p:spPr>
                  <a:xfrm>
                    <a:off x="7224" y="3126"/>
                    <a:ext cx="720" cy="498"/>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31" name="墨迹 30"/>
                  <p14:cNvContentPartPr/>
                  <p14:nvPr/>
                </p14:nvContentPartPr>
                <p14:xfrm>
                  <a:off x="7543" y="3142"/>
                  <a:ext cx="268" cy="401"/>
                </p14:xfrm>
              </p:contentPart>
            </mc:Choice>
            <mc:Fallback xmlns="">
              <p:pic>
                <p:nvPicPr>
                  <p:cNvPr id="31" name="墨迹 30"/>
                </p:nvPicPr>
                <p:blipFill>
                  <a:blip r:embed="rId20"/>
                </p:blipFill>
                <p:spPr>
                  <a:xfrm>
                    <a:off x="7543" y="3142"/>
                    <a:ext cx="268" cy="401"/>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32" name="墨迹 31"/>
                  <p14:cNvContentPartPr/>
                  <p14:nvPr/>
                </p14:nvContentPartPr>
                <p14:xfrm>
                  <a:off x="7447" y="3222"/>
                  <a:ext cx="352" cy="416"/>
                </p14:xfrm>
              </p:contentPart>
            </mc:Choice>
            <mc:Fallback xmlns="">
              <p:pic>
                <p:nvPicPr>
                  <p:cNvPr id="32" name="墨迹 31"/>
                </p:nvPicPr>
                <p:blipFill>
                  <a:blip r:embed="rId22"/>
                </p:blipFill>
                <p:spPr>
                  <a:xfrm>
                    <a:off x="7447" y="3222"/>
                    <a:ext cx="352" cy="416"/>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33" name="墨迹 32"/>
                  <p14:cNvContentPartPr/>
                  <p14:nvPr/>
                </p14:nvContentPartPr>
                <p14:xfrm>
                  <a:off x="7463" y="3414"/>
                  <a:ext cx="113" cy="129"/>
                </p14:xfrm>
              </p:contentPart>
            </mc:Choice>
            <mc:Fallback xmlns="">
              <p:pic>
                <p:nvPicPr>
                  <p:cNvPr id="33" name="墨迹 32"/>
                </p:nvPicPr>
                <p:blipFill>
                  <a:blip r:embed="rId24"/>
                </p:blipFill>
                <p:spPr>
                  <a:xfrm>
                    <a:off x="7463" y="3414"/>
                    <a:ext cx="113" cy="129"/>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34" name="墨迹 33"/>
                  <p14:cNvContentPartPr/>
                  <p14:nvPr/>
                </p14:nvContentPartPr>
                <p14:xfrm>
                  <a:off x="7319" y="3318"/>
                  <a:ext cx="191" cy="159"/>
                </p14:xfrm>
              </p:contentPart>
            </mc:Choice>
            <mc:Fallback xmlns="">
              <p:pic>
                <p:nvPicPr>
                  <p:cNvPr id="34" name="墨迹 33"/>
                </p:nvPicPr>
                <p:blipFill>
                  <a:blip r:embed="rId26"/>
                </p:blipFill>
                <p:spPr>
                  <a:xfrm>
                    <a:off x="7319" y="3318"/>
                    <a:ext cx="191" cy="159"/>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35" name="墨迹 34"/>
                  <p14:cNvContentPartPr/>
                  <p14:nvPr/>
                </p14:nvContentPartPr>
                <p14:xfrm>
                  <a:off x="6806" y="2246"/>
                  <a:ext cx="306" cy="1056"/>
                </p14:xfrm>
              </p:contentPart>
            </mc:Choice>
            <mc:Fallback xmlns="">
              <p:pic>
                <p:nvPicPr>
                  <p:cNvPr id="35" name="墨迹 34"/>
                </p:nvPicPr>
                <p:blipFill>
                  <a:blip r:embed="rId28"/>
                </p:blipFill>
                <p:spPr>
                  <a:xfrm>
                    <a:off x="6806" y="2246"/>
                    <a:ext cx="306" cy="1056"/>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36" name="墨迹 35"/>
                  <p14:cNvContentPartPr/>
                  <p14:nvPr/>
                </p14:nvContentPartPr>
                <p14:xfrm>
                  <a:off x="6439" y="2950"/>
                  <a:ext cx="831" cy="513"/>
                </p14:xfrm>
              </p:contentPart>
            </mc:Choice>
            <mc:Fallback xmlns="">
              <p:pic>
                <p:nvPicPr>
                  <p:cNvPr id="36" name="墨迹 35"/>
                </p:nvPicPr>
                <p:blipFill>
                  <a:blip r:embed="rId30"/>
                </p:blipFill>
                <p:spPr>
                  <a:xfrm>
                    <a:off x="6439" y="2950"/>
                    <a:ext cx="831" cy="513"/>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37" name="墨迹 36"/>
                  <p14:cNvContentPartPr/>
                  <p14:nvPr/>
                </p14:nvContentPartPr>
                <p14:xfrm>
                  <a:off x="6311" y="3574"/>
                  <a:ext cx="1602" cy="157"/>
                </p14:xfrm>
              </p:contentPart>
            </mc:Choice>
            <mc:Fallback xmlns="">
              <p:pic>
                <p:nvPicPr>
                  <p:cNvPr id="37" name="墨迹 36"/>
                </p:nvPicPr>
                <p:blipFill>
                  <a:blip r:embed="rId32"/>
                </p:blipFill>
                <p:spPr>
                  <a:xfrm>
                    <a:off x="6311" y="3574"/>
                    <a:ext cx="1602" cy="157"/>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38" name="墨迹 37"/>
                  <p14:cNvContentPartPr/>
                  <p14:nvPr/>
                </p14:nvContentPartPr>
                <p14:xfrm>
                  <a:off x="6343" y="3445"/>
                  <a:ext cx="1121" cy="162"/>
                </p14:xfrm>
              </p:contentPart>
            </mc:Choice>
            <mc:Fallback xmlns="">
              <p:pic>
                <p:nvPicPr>
                  <p:cNvPr id="38" name="墨迹 37"/>
                </p:nvPicPr>
                <p:blipFill>
                  <a:blip r:embed="rId34"/>
                </p:blipFill>
                <p:spPr>
                  <a:xfrm>
                    <a:off x="6343" y="3445"/>
                    <a:ext cx="1121" cy="162"/>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39" name="墨迹 38"/>
                  <p14:cNvContentPartPr/>
                  <p14:nvPr/>
                </p14:nvContentPartPr>
                <p14:xfrm>
                  <a:off x="6311" y="3621"/>
                  <a:ext cx="1425" cy="98"/>
                </p14:xfrm>
              </p:contentPart>
            </mc:Choice>
            <mc:Fallback xmlns="">
              <p:pic>
                <p:nvPicPr>
                  <p:cNvPr id="39" name="墨迹 38"/>
                </p:nvPicPr>
                <p:blipFill>
                  <a:blip r:embed="rId36"/>
                </p:blipFill>
                <p:spPr>
                  <a:xfrm>
                    <a:off x="6311" y="3621"/>
                    <a:ext cx="1425" cy="98"/>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41" name="墨迹 40"/>
                  <p14:cNvContentPartPr/>
                  <p14:nvPr/>
                </p14:nvContentPartPr>
                <p14:xfrm>
                  <a:off x="7111" y="3701"/>
                  <a:ext cx="1804" cy="210"/>
                </p14:xfrm>
              </p:contentPart>
            </mc:Choice>
            <mc:Fallback xmlns="">
              <p:pic>
                <p:nvPicPr>
                  <p:cNvPr id="41" name="墨迹 40"/>
                </p:nvPicPr>
                <p:blipFill>
                  <a:blip r:embed="rId38"/>
                </p:blipFill>
                <p:spPr>
                  <a:xfrm>
                    <a:off x="7111" y="3701"/>
                    <a:ext cx="1804" cy="21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42" name="墨迹 41"/>
                  <p14:cNvContentPartPr/>
                  <p14:nvPr/>
                </p14:nvContentPartPr>
                <p14:xfrm>
                  <a:off x="6982" y="4614"/>
                  <a:ext cx="946" cy="386"/>
                </p14:xfrm>
              </p:contentPart>
            </mc:Choice>
            <mc:Fallback xmlns="">
              <p:pic>
                <p:nvPicPr>
                  <p:cNvPr id="42" name="墨迹 41"/>
                </p:nvPicPr>
                <p:blipFill>
                  <a:blip r:embed="rId40"/>
                </p:blipFill>
                <p:spPr>
                  <a:xfrm>
                    <a:off x="6982" y="4614"/>
                    <a:ext cx="946" cy="386"/>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43" name="墨迹 42"/>
                  <p14:cNvContentPartPr/>
                  <p14:nvPr/>
                </p14:nvContentPartPr>
                <p14:xfrm>
                  <a:off x="6215" y="4390"/>
                  <a:ext cx="557" cy="336"/>
                </p14:xfrm>
              </p:contentPart>
            </mc:Choice>
            <mc:Fallback xmlns="">
              <p:pic>
                <p:nvPicPr>
                  <p:cNvPr id="43" name="墨迹 42"/>
                </p:nvPicPr>
                <p:blipFill>
                  <a:blip r:embed="rId42"/>
                </p:blipFill>
                <p:spPr>
                  <a:xfrm>
                    <a:off x="6215" y="4390"/>
                    <a:ext cx="557" cy="336"/>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44" name="墨迹 43"/>
                  <p14:cNvContentPartPr/>
                  <p14:nvPr/>
                </p14:nvContentPartPr>
                <p14:xfrm>
                  <a:off x="6742" y="4742"/>
                  <a:ext cx="82" cy="402"/>
                </p14:xfrm>
              </p:contentPart>
            </mc:Choice>
            <mc:Fallback xmlns="">
              <p:pic>
                <p:nvPicPr>
                  <p:cNvPr id="44" name="墨迹 43"/>
                </p:nvPicPr>
                <p:blipFill>
                  <a:blip r:embed="rId44"/>
                </p:blipFill>
                <p:spPr>
                  <a:xfrm>
                    <a:off x="6742" y="4742"/>
                    <a:ext cx="82" cy="402"/>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45" name="墨迹 44"/>
                  <p14:cNvContentPartPr/>
                  <p14:nvPr/>
                </p14:nvContentPartPr>
                <p14:xfrm>
                  <a:off x="6813" y="4838"/>
                  <a:ext cx="171" cy="338"/>
                </p14:xfrm>
              </p:contentPart>
            </mc:Choice>
            <mc:Fallback xmlns="">
              <p:pic>
                <p:nvPicPr>
                  <p:cNvPr id="45" name="墨迹 44"/>
                </p:nvPicPr>
                <p:blipFill>
                  <a:blip r:embed="rId46"/>
                </p:blipFill>
                <p:spPr>
                  <a:xfrm>
                    <a:off x="6813" y="4838"/>
                    <a:ext cx="171" cy="338"/>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46" name="墨迹 45"/>
                  <p14:cNvContentPartPr/>
                  <p14:nvPr/>
                </p14:nvContentPartPr>
                <p14:xfrm>
                  <a:off x="6278" y="5158"/>
                  <a:ext cx="850" cy="450"/>
                </p14:xfrm>
              </p:contentPart>
            </mc:Choice>
            <mc:Fallback xmlns="">
              <p:pic>
                <p:nvPicPr>
                  <p:cNvPr id="46" name="墨迹 45"/>
                </p:nvPicPr>
                <p:blipFill>
                  <a:blip r:embed="rId48"/>
                </p:blipFill>
                <p:spPr>
                  <a:xfrm>
                    <a:off x="6278" y="5158"/>
                    <a:ext cx="850" cy="45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47" name="墨迹 46"/>
                  <p14:cNvContentPartPr/>
                  <p14:nvPr/>
                </p14:nvContentPartPr>
                <p14:xfrm>
                  <a:off x="6199" y="4758"/>
                  <a:ext cx="513" cy="127"/>
                </p14:xfrm>
              </p:contentPart>
            </mc:Choice>
            <mc:Fallback xmlns="">
              <p:pic>
                <p:nvPicPr>
                  <p:cNvPr id="47" name="墨迹 46"/>
                </p:nvPicPr>
                <p:blipFill>
                  <a:blip r:embed="rId50"/>
                </p:blipFill>
                <p:spPr>
                  <a:xfrm>
                    <a:off x="6199" y="4758"/>
                    <a:ext cx="513" cy="127"/>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48" name="墨迹 47"/>
                  <p14:cNvContentPartPr/>
                  <p14:nvPr/>
                </p14:nvContentPartPr>
                <p14:xfrm>
                  <a:off x="6215" y="4886"/>
                  <a:ext cx="530" cy="145"/>
                </p14:xfrm>
              </p:contentPart>
            </mc:Choice>
            <mc:Fallback xmlns="">
              <p:pic>
                <p:nvPicPr>
                  <p:cNvPr id="48" name="墨迹 47"/>
                </p:nvPicPr>
                <p:blipFill>
                  <a:blip r:embed="rId52"/>
                </p:blipFill>
                <p:spPr>
                  <a:xfrm>
                    <a:off x="6215" y="4886"/>
                    <a:ext cx="530" cy="145"/>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49" name="墨迹 48"/>
                  <p14:cNvContentPartPr/>
                  <p14:nvPr/>
                </p14:nvContentPartPr>
                <p14:xfrm>
                  <a:off x="6839" y="5014"/>
                  <a:ext cx="446" cy="113"/>
                </p14:xfrm>
              </p:contentPart>
            </mc:Choice>
            <mc:Fallback xmlns="">
              <p:pic>
                <p:nvPicPr>
                  <p:cNvPr id="49" name="墨迹 48"/>
                </p:nvPicPr>
                <p:blipFill>
                  <a:blip r:embed="rId54"/>
                </p:blipFill>
                <p:spPr>
                  <a:xfrm>
                    <a:off x="6839" y="5014"/>
                    <a:ext cx="446" cy="113"/>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50" name="墨迹 49"/>
                  <p14:cNvContentPartPr/>
                  <p14:nvPr/>
                </p14:nvContentPartPr>
                <p14:xfrm>
                  <a:off x="6871" y="5094"/>
                  <a:ext cx="593" cy="130"/>
                </p14:xfrm>
              </p:contentPart>
            </mc:Choice>
            <mc:Fallback xmlns="">
              <p:pic>
                <p:nvPicPr>
                  <p:cNvPr id="50" name="墨迹 49"/>
                </p:nvPicPr>
                <p:blipFill>
                  <a:blip r:embed="rId56"/>
                </p:blipFill>
                <p:spPr>
                  <a:xfrm>
                    <a:off x="6871" y="5094"/>
                    <a:ext cx="593" cy="130"/>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52" name="墨迹 51"/>
                  <p14:cNvContentPartPr/>
                  <p14:nvPr/>
                </p14:nvContentPartPr>
                <p14:xfrm>
                  <a:off x="7684" y="4053"/>
                  <a:ext cx="3858" cy="1091"/>
                </p14:xfrm>
              </p:contentPart>
            </mc:Choice>
            <mc:Fallback xmlns="">
              <p:pic>
                <p:nvPicPr>
                  <p:cNvPr id="52" name="墨迹 51"/>
                </p:nvPicPr>
                <p:blipFill>
                  <a:blip r:embed="rId58"/>
                </p:blipFill>
                <p:spPr>
                  <a:xfrm>
                    <a:off x="7684" y="4053"/>
                    <a:ext cx="3858" cy="1091"/>
                  </a:xfrm>
                  <a:prstGeom prst="rect"/>
                </p:spPr>
              </p:pic>
            </mc:Fallback>
          </mc:AlternateContent>
          <p:sp>
            <p:nvSpPr>
              <p:cNvPr id="53" name="上箭头 52"/>
              <p:cNvSpPr/>
              <p:nvPr/>
            </p:nvSpPr>
            <p:spPr>
              <a:xfrm rot="2640000">
                <a:off x="8349" y="178"/>
                <a:ext cx="327" cy="3818"/>
              </a:xfrm>
              <a:prstGeom prst="upArrow">
                <a:avLst>
                  <a:gd name="adj1" fmla="val 53884"/>
                  <a:gd name="adj2" fmla="val 119890"/>
                </a:avLst>
              </a:prstGeom>
              <a:solidFill>
                <a:srgbClr val="FF0000"/>
              </a:solidFill>
              <a:ln cap="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5" name="上箭头 54"/>
              <p:cNvSpPr/>
              <p:nvPr/>
            </p:nvSpPr>
            <p:spPr>
              <a:xfrm rot="6240000">
                <a:off x="8253" y="3296"/>
                <a:ext cx="349" cy="1899"/>
              </a:xfrm>
              <a:prstGeom prst="upArrow">
                <a:avLst>
                  <a:gd name="adj1" fmla="val 50000"/>
                  <a:gd name="adj2" fmla="val 115434"/>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xmlns:p14="http://schemas.microsoft.com/office/powerpoint/2010/main">
            <mc:Choice Requires="p14">
              <p:contentPart r:id="rId59" p14:bwMode="auto">
                <p14:nvContentPartPr>
                  <p14:cNvPr id="56" name="墨迹 55"/>
                  <p14:cNvContentPartPr/>
                  <p14:nvPr/>
                </p14:nvContentPartPr>
                <p14:xfrm>
                  <a:off x="9365" y="4246"/>
                  <a:ext cx="1" cy="1"/>
                </p14:xfrm>
              </p:contentPart>
            </mc:Choice>
            <mc:Fallback xmlns="">
              <p:pic>
                <p:nvPicPr>
                  <p:cNvPr id="56" name="墨迹 55"/>
                </p:nvPicPr>
                <p:blipFill>
                  <a:blip r:embed="rId6"/>
                </p:blipFill>
                <p:spPr>
                  <a:xfrm>
                    <a:off x="9365" y="4246"/>
                    <a:ext cx="1" cy="1"/>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57" name="墨迹 56"/>
                  <p14:cNvContentPartPr/>
                  <p14:nvPr/>
                </p14:nvContentPartPr>
                <p14:xfrm>
                  <a:off x="8901" y="3846"/>
                  <a:ext cx="23" cy="13"/>
                </p14:xfrm>
              </p:contentPart>
            </mc:Choice>
            <mc:Fallback xmlns="">
              <p:pic>
                <p:nvPicPr>
                  <p:cNvPr id="57" name="墨迹 56"/>
                </p:nvPicPr>
                <p:blipFill>
                  <a:blip r:embed="rId61"/>
                </p:blipFill>
                <p:spPr>
                  <a:xfrm>
                    <a:off x="8901" y="3846"/>
                    <a:ext cx="23" cy="13"/>
                  </a:xfrm>
                  <a:prstGeom prst="rect"/>
                </p:spPr>
              </p:pic>
            </mc:Fallback>
          </mc:AlternateContent>
          <mc:AlternateContent xmlns:mc="http://schemas.openxmlformats.org/markup-compatibility/2006" xmlns:p14="http://schemas.microsoft.com/office/powerpoint/2010/main">
            <mc:Choice Requires="p14">
              <p:contentPart r:id="rId62" p14:bwMode="auto">
                <p14:nvContentPartPr>
                  <p14:cNvPr id="59" name="墨迹 58"/>
                  <p14:cNvContentPartPr/>
                  <p14:nvPr/>
                </p14:nvContentPartPr>
                <p14:xfrm>
                  <a:off x="8781" y="4145"/>
                  <a:ext cx="2581" cy="637"/>
                </p14:xfrm>
              </p:contentPart>
            </mc:Choice>
            <mc:Fallback xmlns="">
              <p:pic>
                <p:nvPicPr>
                  <p:cNvPr id="59" name="墨迹 58"/>
                </p:nvPicPr>
                <p:blipFill>
                  <a:blip r:embed="rId63"/>
                </p:blipFill>
                <p:spPr>
                  <a:xfrm>
                    <a:off x="8781" y="4145"/>
                    <a:ext cx="2581" cy="637"/>
                  </a:xfrm>
                  <a:prstGeom prst="rect"/>
                </p:spPr>
              </p:pic>
            </mc:Fallback>
          </mc:AlternateContent>
          <mc:AlternateContent xmlns:mc="http://schemas.openxmlformats.org/markup-compatibility/2006" xmlns:p14="http://schemas.microsoft.com/office/powerpoint/2010/main">
            <mc:Choice Requires="p14">
              <p:contentPart r:id="rId64" p14:bwMode="auto">
                <p14:nvContentPartPr>
                  <p14:cNvPr id="60" name="墨迹 59"/>
                  <p14:cNvContentPartPr/>
                  <p14:nvPr/>
                </p14:nvContentPartPr>
                <p14:xfrm>
                  <a:off x="8255" y="4187"/>
                  <a:ext cx="3047" cy="656"/>
                </p14:xfrm>
              </p:contentPart>
            </mc:Choice>
            <mc:Fallback xmlns="">
              <p:pic>
                <p:nvPicPr>
                  <p:cNvPr id="60" name="墨迹 59"/>
                </p:nvPicPr>
                <p:blipFill>
                  <a:blip r:embed="rId65"/>
                </p:blipFill>
                <p:spPr>
                  <a:xfrm>
                    <a:off x="8255" y="4187"/>
                    <a:ext cx="3047" cy="656"/>
                  </a:xfrm>
                  <a:prstGeom prst="rect"/>
                </p:spPr>
              </p:pic>
            </mc:Fallback>
          </mc:AlternateContent>
          <p:sp>
            <p:nvSpPr>
              <p:cNvPr id="61" name="上箭头 60"/>
              <p:cNvSpPr/>
              <p:nvPr/>
            </p:nvSpPr>
            <p:spPr>
              <a:xfrm rot="6180000">
                <a:off x="10152" y="3308"/>
                <a:ext cx="352" cy="3949"/>
              </a:xfrm>
              <a:prstGeom prst="upArrow">
                <a:avLst>
                  <a:gd name="adj1" fmla="val 53884"/>
                  <a:gd name="adj2" fmla="val 131035"/>
                </a:avLst>
              </a:prstGeom>
              <a:solidFill>
                <a:srgbClr val="FF0000"/>
              </a:solidFill>
              <a:ln cap="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cxnSp>
          <p:nvCxnSpPr>
            <p:cNvPr id="63" name="直接连接符 62"/>
            <p:cNvCxnSpPr/>
            <p:nvPr/>
          </p:nvCxnSpPr>
          <p:spPr>
            <a:xfrm flipV="1">
              <a:off x="2530" y="339"/>
              <a:ext cx="4806" cy="2870"/>
            </a:xfrm>
            <a:prstGeom prst="line">
              <a:avLst/>
            </a:prstGeom>
            <a:ln w="1270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65" name="直接连接符 64"/>
            <p:cNvCxnSpPr/>
            <p:nvPr/>
          </p:nvCxnSpPr>
          <p:spPr>
            <a:xfrm>
              <a:off x="2377" y="3447"/>
              <a:ext cx="4966" cy="2592"/>
            </a:xfrm>
            <a:prstGeom prst="line">
              <a:avLst/>
            </a:prstGeom>
            <a:ln w="1270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grpSp>
      <mc:AlternateContent xmlns:mc="http://schemas.openxmlformats.org/markup-compatibility/2006" xmlns:p14="http://schemas.microsoft.com/office/powerpoint/2010/main">
        <mc:Choice Requires="p14">
          <p:contentPart r:id="rId66" p14:bwMode="auto">
            <p14:nvContentPartPr>
              <p14:cNvPr id="237" name="墨迹 236"/>
              <p14:cNvContentPartPr/>
              <p14:nvPr/>
            </p14:nvContentPartPr>
            <p14:xfrm>
              <a:off x="7008495" y="4860290"/>
              <a:ext cx="635" cy="635"/>
            </p14:xfrm>
          </p:contentPart>
        </mc:Choice>
        <mc:Fallback xmlns="">
          <p:pic>
            <p:nvPicPr>
              <p:cNvPr id="237" name="墨迹 236"/>
            </p:nvPicPr>
            <p:blipFill>
              <a:blip r:embed="rId67"/>
            </p:blipFill>
            <p:spPr>
              <a:xfrm>
                <a:off x="7008495" y="4860290"/>
                <a:ext cx="635" cy="635"/>
              </a:xfrm>
              <a:prstGeom prst="rect"/>
            </p:spPr>
          </p:pic>
        </mc:Fallback>
      </mc:AlternateContent>
      <mc:AlternateContent xmlns:mc="http://schemas.openxmlformats.org/markup-compatibility/2006" xmlns:p14="http://schemas.microsoft.com/office/powerpoint/2010/main">
        <mc:Choice Requires="p14">
          <p:contentPart r:id="rId68" p14:bwMode="auto">
            <p14:nvContentPartPr>
              <p14:cNvPr id="247" name="墨迹 246"/>
              <p14:cNvContentPartPr/>
              <p14:nvPr/>
            </p14:nvContentPartPr>
            <p14:xfrm>
              <a:off x="7303135" y="4839970"/>
              <a:ext cx="635" cy="635"/>
            </p14:xfrm>
          </p:contentPart>
        </mc:Choice>
        <mc:Fallback xmlns="">
          <p:pic>
            <p:nvPicPr>
              <p:cNvPr id="247" name="墨迹 246"/>
            </p:nvPicPr>
            <p:blipFill>
              <a:blip r:embed="rId67"/>
            </p:blipFill>
            <p:spPr>
              <a:xfrm>
                <a:off x="7303135" y="4839970"/>
                <a:ext cx="635" cy="635"/>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271" name="墨迹 270"/>
              <p14:cNvContentPartPr/>
              <p14:nvPr/>
            </p14:nvContentPartPr>
            <p14:xfrm>
              <a:off x="-2249805" y="786130"/>
              <a:ext cx="635" cy="635"/>
            </p14:xfrm>
          </p:contentPart>
        </mc:Choice>
        <mc:Fallback xmlns="">
          <p:pic>
            <p:nvPicPr>
              <p:cNvPr id="271" name="墨迹 270"/>
            </p:nvPicPr>
            <p:blipFill>
              <a:blip r:embed="rId6"/>
            </p:blipFill>
            <p:spPr>
              <a:xfrm>
                <a:off x="-2249805" y="786130"/>
                <a:ext cx="635" cy="635"/>
              </a:xfrm>
              <a:prstGeom prst="rect"/>
            </p:spPr>
          </p:pic>
        </mc:Fallback>
      </mc:AlternateContent>
      <mc:AlternateContent xmlns:mc="http://schemas.openxmlformats.org/markup-compatibility/2006" xmlns:p14="http://schemas.microsoft.com/office/powerpoint/2010/main">
        <mc:Choice Requires="p14">
          <p:contentPart r:id="rId70" p14:bwMode="auto">
            <p14:nvContentPartPr>
              <p14:cNvPr id="274" name="墨迹 273"/>
              <p14:cNvContentPartPr/>
              <p14:nvPr/>
            </p14:nvContentPartPr>
            <p14:xfrm>
              <a:off x="-1073150" y="5031740"/>
              <a:ext cx="635" cy="635"/>
            </p14:xfrm>
          </p:contentPart>
        </mc:Choice>
        <mc:Fallback xmlns="">
          <p:pic>
            <p:nvPicPr>
              <p:cNvPr id="274" name="墨迹 273"/>
            </p:nvPicPr>
            <p:blipFill>
              <a:blip r:embed="rId6"/>
            </p:blipFill>
            <p:spPr>
              <a:xfrm>
                <a:off x="-1073150" y="5031740"/>
                <a:ext cx="635" cy="635"/>
              </a:xfrm>
              <a:prstGeom prst="rect"/>
            </p:spPr>
          </p:pic>
        </mc:Fallback>
      </mc:AlternateContent>
      <p:grpSp>
        <p:nvGrpSpPr>
          <p:cNvPr id="294" name="组合 293"/>
          <p:cNvGrpSpPr/>
          <p:nvPr/>
        </p:nvGrpSpPr>
        <p:grpSpPr>
          <a:xfrm>
            <a:off x="4588510" y="334010"/>
            <a:ext cx="4497070" cy="3738880"/>
            <a:chOff x="7226" y="339"/>
            <a:chExt cx="7608" cy="6075"/>
          </a:xfrm>
        </p:grpSpPr>
        <p:sp>
          <p:nvSpPr>
            <p:cNvPr id="292" name="矩形 291"/>
            <p:cNvSpPr/>
            <p:nvPr/>
          </p:nvSpPr>
          <p:spPr>
            <a:xfrm>
              <a:off x="7226" y="339"/>
              <a:ext cx="6624" cy="5992"/>
            </a:xfrm>
            <a:prstGeom prst="rect">
              <a:avLst/>
            </a:prstGeom>
            <a:solidFill>
              <a:srgbClr val="FBE4DC"/>
            </a:solidFill>
            <a:ln>
              <a:solidFill>
                <a:schemeClr val="tx2">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291" name="组合 290"/>
            <p:cNvGrpSpPr/>
            <p:nvPr/>
          </p:nvGrpSpPr>
          <p:grpSpPr>
            <a:xfrm>
              <a:off x="7226" y="1080"/>
              <a:ext cx="7608" cy="5334"/>
              <a:chOff x="7277" y="1158"/>
              <a:chExt cx="8150" cy="5569"/>
            </a:xfrm>
          </p:grpSpPr>
          <mc:AlternateContent xmlns:mc="http://schemas.openxmlformats.org/markup-compatibility/2006" xmlns:p14="http://schemas.microsoft.com/office/powerpoint/2010/main">
            <mc:Choice Requires="p14">
              <p:contentPart r:id="rId71" p14:bwMode="auto">
                <p14:nvContentPartPr>
                  <p14:cNvPr id="51" name="墨迹 50"/>
                  <p14:cNvContentPartPr/>
                  <p14:nvPr/>
                </p14:nvContentPartPr>
                <p14:xfrm>
                  <a:off x="15367" y="1606"/>
                  <a:ext cx="60" cy="1"/>
                </p14:xfrm>
              </p:contentPart>
            </mc:Choice>
            <mc:Fallback xmlns="">
              <p:pic>
                <p:nvPicPr>
                  <p:cNvPr id="51" name="墨迹 50"/>
                </p:nvPicPr>
                <p:blipFill>
                  <a:blip r:embed="rId72"/>
                </p:blipFill>
                <p:spPr>
                  <a:xfrm>
                    <a:off x="15367" y="1606"/>
                    <a:ext cx="60" cy="1"/>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3" name="墨迹 2"/>
                  <p14:cNvContentPartPr/>
                  <p14:nvPr/>
                </p14:nvContentPartPr>
                <p14:xfrm>
                  <a:off x="7576" y="4472"/>
                  <a:ext cx="2192" cy="1060"/>
                </p14:xfrm>
              </p:contentPart>
            </mc:Choice>
            <mc:Fallback xmlns="">
              <p:pic>
                <p:nvPicPr>
                  <p:cNvPr id="3" name="墨迹 2"/>
                </p:nvPicPr>
                <p:blipFill>
                  <a:blip r:embed="rId74"/>
                </p:blipFill>
                <p:spPr>
                  <a:xfrm>
                    <a:off x="7576" y="4472"/>
                    <a:ext cx="2192" cy="1060"/>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8" name="墨迹 7"/>
                  <p14:cNvContentPartPr/>
                  <p14:nvPr/>
                </p14:nvContentPartPr>
                <p14:xfrm>
                  <a:off x="11307" y="4704"/>
                  <a:ext cx="2589" cy="1273"/>
                </p14:xfrm>
              </p:contentPart>
            </mc:Choice>
            <mc:Fallback xmlns="">
              <p:pic>
                <p:nvPicPr>
                  <p:cNvPr id="8" name="墨迹 7"/>
                </p:nvPicPr>
                <p:blipFill>
                  <a:blip r:embed="rId76"/>
                </p:blipFill>
                <p:spPr>
                  <a:xfrm>
                    <a:off x="11307" y="4704"/>
                    <a:ext cx="2589" cy="1273"/>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12" name="墨迹 11"/>
                  <p14:cNvContentPartPr/>
                  <p14:nvPr/>
                </p14:nvContentPartPr>
                <p14:xfrm>
                  <a:off x="7411" y="4241"/>
                  <a:ext cx="2328" cy="596"/>
                </p14:xfrm>
              </p:contentPart>
            </mc:Choice>
            <mc:Fallback xmlns="">
              <p:pic>
                <p:nvPicPr>
                  <p:cNvPr id="12" name="墨迹 11"/>
                </p:nvPicPr>
                <p:blipFill>
                  <a:blip r:embed="rId78"/>
                </p:blipFill>
                <p:spPr>
                  <a:xfrm>
                    <a:off x="7411" y="4241"/>
                    <a:ext cx="2328" cy="596"/>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14" name="墨迹 13"/>
                  <p14:cNvContentPartPr/>
                  <p14:nvPr/>
                </p14:nvContentPartPr>
                <p14:xfrm>
                  <a:off x="9689" y="4093"/>
                  <a:ext cx="1719" cy="877"/>
                </p14:xfrm>
              </p:contentPart>
            </mc:Choice>
            <mc:Fallback xmlns="">
              <p:pic>
                <p:nvPicPr>
                  <p:cNvPr id="14" name="墨迹 13"/>
                </p:nvPicPr>
                <p:blipFill>
                  <a:blip r:embed="rId80"/>
                </p:blipFill>
                <p:spPr>
                  <a:xfrm>
                    <a:off x="9689" y="4093"/>
                    <a:ext cx="1719" cy="877"/>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15" name="墨迹 14"/>
                  <p14:cNvContentPartPr/>
                  <p14:nvPr/>
                </p14:nvContentPartPr>
                <p14:xfrm>
                  <a:off x="11753" y="4390"/>
                  <a:ext cx="2027" cy="497"/>
                </p14:xfrm>
              </p:contentPart>
            </mc:Choice>
            <mc:Fallback xmlns="">
              <p:pic>
                <p:nvPicPr>
                  <p:cNvPr id="15" name="墨迹 14"/>
                </p:nvPicPr>
                <p:blipFill>
                  <a:blip r:embed="rId82"/>
                </p:blipFill>
                <p:spPr>
                  <a:xfrm>
                    <a:off x="11753" y="4390"/>
                    <a:ext cx="2027" cy="497"/>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19" name="墨迹 18"/>
                  <p14:cNvContentPartPr/>
                  <p14:nvPr/>
                </p14:nvContentPartPr>
                <p14:xfrm>
                  <a:off x="7378" y="4077"/>
                  <a:ext cx="2246" cy="530"/>
                </p14:xfrm>
              </p:contentPart>
            </mc:Choice>
            <mc:Fallback xmlns="">
              <p:pic>
                <p:nvPicPr>
                  <p:cNvPr id="19" name="墨迹 18"/>
                </p:nvPicPr>
                <p:blipFill>
                  <a:blip r:embed="rId84"/>
                </p:blipFill>
                <p:spPr>
                  <a:xfrm>
                    <a:off x="7378" y="4077"/>
                    <a:ext cx="2246" cy="530"/>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26" name="墨迹 25"/>
                  <p14:cNvContentPartPr/>
                  <p14:nvPr/>
                </p14:nvContentPartPr>
                <p14:xfrm>
                  <a:off x="11555" y="4194"/>
                  <a:ext cx="2047" cy="529"/>
                </p14:xfrm>
              </p:contentPart>
            </mc:Choice>
            <mc:Fallback xmlns="">
              <p:pic>
                <p:nvPicPr>
                  <p:cNvPr id="26" name="墨迹 25"/>
                </p:nvPicPr>
                <p:blipFill>
                  <a:blip r:embed="rId86"/>
                </p:blipFill>
                <p:spPr>
                  <a:xfrm>
                    <a:off x="11555" y="4194"/>
                    <a:ext cx="2047" cy="529"/>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27" name="墨迹 26"/>
                  <p14:cNvContentPartPr/>
                  <p14:nvPr/>
                </p14:nvContentPartPr>
                <p14:xfrm>
                  <a:off x="7328" y="2096"/>
                  <a:ext cx="1550" cy="876"/>
                </p14:xfrm>
              </p:contentPart>
            </mc:Choice>
            <mc:Fallback xmlns="">
              <p:pic>
                <p:nvPicPr>
                  <p:cNvPr id="27" name="墨迹 26"/>
                </p:nvPicPr>
                <p:blipFill>
                  <a:blip r:embed="rId88"/>
                </p:blipFill>
                <p:spPr>
                  <a:xfrm>
                    <a:off x="7328" y="2096"/>
                    <a:ext cx="1550" cy="876"/>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28" name="墨迹 27"/>
                  <p14:cNvContentPartPr/>
                  <p14:nvPr/>
                </p14:nvContentPartPr>
                <p14:xfrm>
                  <a:off x="8880" y="2112"/>
                  <a:ext cx="3896" cy="1107"/>
                </p14:xfrm>
              </p:contentPart>
            </mc:Choice>
            <mc:Fallback xmlns="">
              <p:pic>
                <p:nvPicPr>
                  <p:cNvPr id="28" name="墨迹 27"/>
                </p:nvPicPr>
                <p:blipFill>
                  <a:blip r:embed="rId90"/>
                </p:blipFill>
                <p:spPr>
                  <a:xfrm>
                    <a:off x="8880" y="2112"/>
                    <a:ext cx="3896" cy="1107"/>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29" name="墨迹 28"/>
                  <p14:cNvContentPartPr/>
                  <p14:nvPr/>
                </p14:nvContentPartPr>
                <p14:xfrm>
                  <a:off x="12776" y="3185"/>
                  <a:ext cx="1204" cy="51"/>
                </p14:xfrm>
              </p:contentPart>
            </mc:Choice>
            <mc:Fallback xmlns="">
              <p:pic>
                <p:nvPicPr>
                  <p:cNvPr id="29" name="墨迹 28"/>
                </p:nvPicPr>
                <p:blipFill>
                  <a:blip r:embed="rId92"/>
                </p:blipFill>
                <p:spPr>
                  <a:xfrm>
                    <a:off x="12776" y="3185"/>
                    <a:ext cx="1204" cy="51"/>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40" name="墨迹 39"/>
                  <p14:cNvContentPartPr/>
                  <p14:nvPr/>
                </p14:nvContentPartPr>
                <p14:xfrm>
                  <a:off x="7394" y="4540"/>
                  <a:ext cx="117" cy="163"/>
                </p14:xfrm>
              </p:contentPart>
            </mc:Choice>
            <mc:Fallback xmlns="">
              <p:pic>
                <p:nvPicPr>
                  <p:cNvPr id="40" name="墨迹 39"/>
                </p:nvPicPr>
                <p:blipFill>
                  <a:blip r:embed="rId94"/>
                </p:blipFill>
                <p:spPr>
                  <a:xfrm>
                    <a:off x="7394" y="4540"/>
                    <a:ext cx="117" cy="163"/>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54" name="墨迹 53"/>
                  <p14:cNvContentPartPr/>
                  <p14:nvPr/>
                </p14:nvContentPartPr>
                <p14:xfrm>
                  <a:off x="7559" y="4556"/>
                  <a:ext cx="98" cy="100"/>
                </p14:xfrm>
              </p:contentPart>
            </mc:Choice>
            <mc:Fallback xmlns="">
              <p:pic>
                <p:nvPicPr>
                  <p:cNvPr id="54" name="墨迹 53"/>
                </p:nvPicPr>
                <p:blipFill>
                  <a:blip r:embed="rId96"/>
                </p:blipFill>
                <p:spPr>
                  <a:xfrm>
                    <a:off x="7559" y="4556"/>
                    <a:ext cx="98" cy="100"/>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58" name="墨迹 57"/>
                  <p14:cNvContentPartPr/>
                  <p14:nvPr/>
                </p14:nvContentPartPr>
                <p14:xfrm>
                  <a:off x="7675" y="4457"/>
                  <a:ext cx="117" cy="126"/>
                </p14:xfrm>
              </p:contentPart>
            </mc:Choice>
            <mc:Fallback xmlns="">
              <p:pic>
                <p:nvPicPr>
                  <p:cNvPr id="58" name="墨迹 57"/>
                </p:nvPicPr>
                <p:blipFill>
                  <a:blip r:embed="rId98"/>
                </p:blipFill>
                <p:spPr>
                  <a:xfrm>
                    <a:off x="7675" y="4457"/>
                    <a:ext cx="117" cy="126"/>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64" name="墨迹 63"/>
                  <p14:cNvContentPartPr/>
                  <p14:nvPr/>
                </p14:nvContentPartPr>
                <p14:xfrm>
                  <a:off x="7807" y="4391"/>
                  <a:ext cx="98" cy="100"/>
                </p14:xfrm>
              </p:contentPart>
            </mc:Choice>
            <mc:Fallback xmlns="">
              <p:pic>
                <p:nvPicPr>
                  <p:cNvPr id="64" name="墨迹 63"/>
                </p:nvPicPr>
                <p:blipFill>
                  <a:blip r:embed="rId100"/>
                </p:blipFill>
                <p:spPr>
                  <a:xfrm>
                    <a:off x="7807" y="4391"/>
                    <a:ext cx="98" cy="100"/>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66" name="墨迹 65"/>
                  <p14:cNvContentPartPr/>
                  <p14:nvPr/>
                </p14:nvContentPartPr>
                <p14:xfrm>
                  <a:off x="7972" y="4259"/>
                  <a:ext cx="61" cy="133"/>
                </p14:xfrm>
              </p:contentPart>
            </mc:Choice>
            <mc:Fallback xmlns="">
              <p:pic>
                <p:nvPicPr>
                  <p:cNvPr id="66" name="墨迹 65"/>
                </p:nvPicPr>
                <p:blipFill>
                  <a:blip r:embed="rId102"/>
                </p:blipFill>
                <p:spPr>
                  <a:xfrm>
                    <a:off x="7972" y="4259"/>
                    <a:ext cx="61" cy="133"/>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67" name="墨迹 66"/>
                  <p14:cNvContentPartPr/>
                  <p14:nvPr/>
                </p14:nvContentPartPr>
                <p14:xfrm>
                  <a:off x="8104" y="4226"/>
                  <a:ext cx="34" cy="133"/>
                </p14:xfrm>
              </p:contentPart>
            </mc:Choice>
            <mc:Fallback xmlns="">
              <p:pic>
                <p:nvPicPr>
                  <p:cNvPr id="67" name="墨迹 66"/>
                </p:nvPicPr>
                <p:blipFill>
                  <a:blip r:embed="rId104"/>
                </p:blipFill>
                <p:spPr>
                  <a:xfrm>
                    <a:off x="8104" y="4226"/>
                    <a:ext cx="34" cy="133"/>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68" name="墨迹 67"/>
                  <p14:cNvContentPartPr/>
                  <p14:nvPr/>
                </p14:nvContentPartPr>
                <p14:xfrm>
                  <a:off x="8269" y="4160"/>
                  <a:ext cx="1" cy="99"/>
                </p14:xfrm>
              </p:contentPart>
            </mc:Choice>
            <mc:Fallback xmlns="">
              <p:pic>
                <p:nvPicPr>
                  <p:cNvPr id="68" name="墨迹 67"/>
                </p:nvPicPr>
                <p:blipFill>
                  <a:blip r:embed="rId106"/>
                </p:blipFill>
                <p:spPr>
                  <a:xfrm>
                    <a:off x="8269" y="4160"/>
                    <a:ext cx="1" cy="99"/>
                  </a:xfrm>
                  <a:prstGeom prst="rect"/>
                </p:spPr>
              </p:pic>
            </mc:Fallback>
          </mc:AlternateContent>
          <mc:AlternateContent xmlns:mc="http://schemas.openxmlformats.org/markup-compatibility/2006" xmlns:p14="http://schemas.microsoft.com/office/powerpoint/2010/main">
            <mc:Choice Requires="p14">
              <p:contentPart r:id="rId107" p14:bwMode="auto">
                <p14:nvContentPartPr>
                  <p14:cNvPr id="69" name="墨迹 68"/>
                  <p14:cNvContentPartPr/>
                  <p14:nvPr/>
                </p14:nvContentPartPr>
                <p14:xfrm>
                  <a:off x="8484" y="4127"/>
                  <a:ext cx="1" cy="128"/>
                </p14:xfrm>
              </p:contentPart>
            </mc:Choice>
            <mc:Fallback xmlns="">
              <p:pic>
                <p:nvPicPr>
                  <p:cNvPr id="69" name="墨迹 68"/>
                </p:nvPicPr>
                <p:blipFill>
                  <a:blip r:embed="rId108"/>
                </p:blipFill>
                <p:spPr>
                  <a:xfrm>
                    <a:off x="8484" y="4127"/>
                    <a:ext cx="1" cy="128"/>
                  </a:xfrm>
                  <a:prstGeom prst="rect"/>
                </p:spPr>
              </p:pic>
            </mc:Fallback>
          </mc:AlternateContent>
          <mc:AlternateContent xmlns:mc="http://schemas.openxmlformats.org/markup-compatibility/2006" xmlns:p14="http://schemas.microsoft.com/office/powerpoint/2010/main">
            <mc:Choice Requires="p14">
              <p:contentPart r:id="rId109" p14:bwMode="auto">
                <p14:nvContentPartPr>
                  <p14:cNvPr id="70" name="墨迹 69"/>
                  <p14:cNvContentPartPr/>
                  <p14:nvPr/>
                </p14:nvContentPartPr>
                <p14:xfrm>
                  <a:off x="8616" y="4143"/>
                  <a:ext cx="14" cy="117"/>
                </p14:xfrm>
              </p:contentPart>
            </mc:Choice>
            <mc:Fallback xmlns="">
              <p:pic>
                <p:nvPicPr>
                  <p:cNvPr id="70" name="墨迹 69"/>
                </p:nvPicPr>
                <p:blipFill>
                  <a:blip r:embed="rId110"/>
                </p:blipFill>
                <p:spPr>
                  <a:xfrm>
                    <a:off x="8616" y="4143"/>
                    <a:ext cx="14" cy="117"/>
                  </a:xfrm>
                  <a:prstGeom prst="rect"/>
                </p:spPr>
              </p:pic>
            </mc:Fallback>
          </mc:AlternateContent>
          <mc:AlternateContent xmlns:mc="http://schemas.openxmlformats.org/markup-compatibility/2006" xmlns:p14="http://schemas.microsoft.com/office/powerpoint/2010/main">
            <mc:Choice Requires="p14">
              <p:contentPart r:id="rId111" p14:bwMode="auto">
                <p14:nvContentPartPr>
                  <p14:cNvPr id="71" name="墨迹 70"/>
                  <p14:cNvContentPartPr/>
                  <p14:nvPr/>
                </p14:nvContentPartPr>
                <p14:xfrm>
                  <a:off x="8765" y="4143"/>
                  <a:ext cx="1" cy="148"/>
                </p14:xfrm>
              </p:contentPart>
            </mc:Choice>
            <mc:Fallback xmlns="">
              <p:pic>
                <p:nvPicPr>
                  <p:cNvPr id="71" name="墨迹 70"/>
                </p:nvPicPr>
                <p:blipFill>
                  <a:blip r:embed="rId112"/>
                </p:blipFill>
                <p:spPr>
                  <a:xfrm>
                    <a:off x="8765" y="4143"/>
                    <a:ext cx="1" cy="148"/>
                  </a:xfrm>
                  <a:prstGeom prst="rect"/>
                </p:spPr>
              </p:pic>
            </mc:Fallback>
          </mc:AlternateContent>
          <mc:AlternateContent xmlns:mc="http://schemas.openxmlformats.org/markup-compatibility/2006" xmlns:p14="http://schemas.microsoft.com/office/powerpoint/2010/main">
            <mc:Choice Requires="p14">
              <p:contentPart r:id="rId113" p14:bwMode="auto">
                <p14:nvContentPartPr>
                  <p14:cNvPr id="72" name="墨迹 71"/>
                  <p14:cNvContentPartPr/>
                  <p14:nvPr/>
                </p14:nvContentPartPr>
                <p14:xfrm>
                  <a:off x="8963" y="4226"/>
                  <a:ext cx="1" cy="1"/>
                </p14:xfrm>
              </p:contentPart>
            </mc:Choice>
            <mc:Fallback xmlns="">
              <p:pic>
                <p:nvPicPr>
                  <p:cNvPr id="72" name="墨迹 71"/>
                </p:nvPicPr>
                <p:blipFill>
                  <a:blip r:embed="rId6"/>
                </p:blipFill>
                <p:spPr>
                  <a:xfrm>
                    <a:off x="8963" y="4226"/>
                    <a:ext cx="1" cy="1"/>
                  </a:xfrm>
                  <a:prstGeom prst="rect"/>
                </p:spPr>
              </p:pic>
            </mc:Fallback>
          </mc:AlternateContent>
          <mc:AlternateContent xmlns:mc="http://schemas.openxmlformats.org/markup-compatibility/2006" xmlns:p14="http://schemas.microsoft.com/office/powerpoint/2010/main">
            <mc:Choice Requires="p14">
              <p:contentPart r:id="rId114" p14:bwMode="auto">
                <p14:nvContentPartPr>
                  <p14:cNvPr id="73" name="墨迹 72"/>
                  <p14:cNvContentPartPr/>
                  <p14:nvPr/>
                </p14:nvContentPartPr>
                <p14:xfrm>
                  <a:off x="8963" y="4226"/>
                  <a:ext cx="1" cy="150"/>
                </p14:xfrm>
              </p:contentPart>
            </mc:Choice>
            <mc:Fallback xmlns="">
              <p:pic>
                <p:nvPicPr>
                  <p:cNvPr id="73" name="墨迹 72"/>
                </p:nvPicPr>
                <p:blipFill>
                  <a:blip r:embed="rId115"/>
                </p:blipFill>
                <p:spPr>
                  <a:xfrm>
                    <a:off x="8963" y="4226"/>
                    <a:ext cx="1" cy="150"/>
                  </a:xfrm>
                  <a:prstGeom prst="rect"/>
                </p:spPr>
              </p:pic>
            </mc:Fallback>
          </mc:AlternateContent>
          <mc:AlternateContent xmlns:mc="http://schemas.openxmlformats.org/markup-compatibility/2006" xmlns:p14="http://schemas.microsoft.com/office/powerpoint/2010/main">
            <mc:Choice Requires="p14">
              <p:contentPart r:id="rId116" p14:bwMode="auto">
                <p14:nvContentPartPr>
                  <p14:cNvPr id="74" name="墨迹 73"/>
                  <p14:cNvContentPartPr/>
                  <p14:nvPr/>
                </p14:nvContentPartPr>
                <p14:xfrm>
                  <a:off x="9111" y="4275"/>
                  <a:ext cx="1" cy="65"/>
                </p14:xfrm>
              </p:contentPart>
            </mc:Choice>
            <mc:Fallback xmlns="">
              <p:pic>
                <p:nvPicPr>
                  <p:cNvPr id="74" name="墨迹 73"/>
                </p:nvPicPr>
                <p:blipFill>
                  <a:blip r:embed="rId117"/>
                </p:blipFill>
                <p:spPr>
                  <a:xfrm>
                    <a:off x="9111" y="4275"/>
                    <a:ext cx="1" cy="65"/>
                  </a:xfrm>
                  <a:prstGeom prst="rect"/>
                </p:spPr>
              </p:pic>
            </mc:Fallback>
          </mc:AlternateContent>
          <mc:AlternateContent xmlns:mc="http://schemas.openxmlformats.org/markup-compatibility/2006" xmlns:p14="http://schemas.microsoft.com/office/powerpoint/2010/main">
            <mc:Choice Requires="p14">
              <p:contentPart r:id="rId118" p14:bwMode="auto">
                <p14:nvContentPartPr>
                  <p14:cNvPr id="75" name="墨迹 74"/>
                  <p14:cNvContentPartPr/>
                  <p14:nvPr/>
                </p14:nvContentPartPr>
                <p14:xfrm>
                  <a:off x="9243" y="4308"/>
                  <a:ext cx="1" cy="230"/>
                </p14:xfrm>
              </p:contentPart>
            </mc:Choice>
            <mc:Fallback xmlns="">
              <p:pic>
                <p:nvPicPr>
                  <p:cNvPr id="75" name="墨迹 74"/>
                </p:nvPicPr>
                <p:blipFill>
                  <a:blip r:embed="rId119"/>
                </p:blipFill>
                <p:spPr>
                  <a:xfrm>
                    <a:off x="9243" y="4308"/>
                    <a:ext cx="1" cy="230"/>
                  </a:xfrm>
                  <a:prstGeom prst="rect"/>
                </p:spPr>
              </p:pic>
            </mc:Fallback>
          </mc:AlternateContent>
          <mc:AlternateContent xmlns:mc="http://schemas.openxmlformats.org/markup-compatibility/2006" xmlns:p14="http://schemas.microsoft.com/office/powerpoint/2010/main">
            <mc:Choice Requires="p14">
              <p:contentPart r:id="rId120" p14:bwMode="auto">
                <p14:nvContentPartPr>
                  <p14:cNvPr id="76" name="墨迹 75"/>
                  <p14:cNvContentPartPr/>
                  <p14:nvPr/>
                </p14:nvContentPartPr>
                <p14:xfrm>
                  <a:off x="9359" y="4490"/>
                  <a:ext cx="1" cy="66"/>
                </p14:xfrm>
              </p:contentPart>
            </mc:Choice>
            <mc:Fallback xmlns="">
              <p:pic>
                <p:nvPicPr>
                  <p:cNvPr id="76" name="墨迹 75"/>
                </p:nvPicPr>
                <p:blipFill>
                  <a:blip r:embed="rId121"/>
                </p:blipFill>
                <p:spPr>
                  <a:xfrm>
                    <a:off x="9359" y="4490"/>
                    <a:ext cx="1" cy="66"/>
                  </a:xfrm>
                  <a:prstGeom prst="rect"/>
                </p:spPr>
              </p:pic>
            </mc:Fallback>
          </mc:AlternateContent>
          <mc:AlternateContent xmlns:mc="http://schemas.openxmlformats.org/markup-compatibility/2006" xmlns:p14="http://schemas.microsoft.com/office/powerpoint/2010/main">
            <mc:Choice Requires="p14">
              <p:contentPart r:id="rId122" p14:bwMode="auto">
                <p14:nvContentPartPr>
                  <p14:cNvPr id="77" name="墨迹 76"/>
                  <p14:cNvContentPartPr/>
                  <p14:nvPr/>
                </p14:nvContentPartPr>
                <p14:xfrm>
                  <a:off x="9524" y="4523"/>
                  <a:ext cx="16" cy="198"/>
                </p14:xfrm>
              </p:contentPart>
            </mc:Choice>
            <mc:Fallback xmlns="">
              <p:pic>
                <p:nvPicPr>
                  <p:cNvPr id="77" name="墨迹 76"/>
                </p:nvPicPr>
                <p:blipFill>
                  <a:blip r:embed="rId123"/>
                </p:blipFill>
                <p:spPr>
                  <a:xfrm>
                    <a:off x="9524" y="4523"/>
                    <a:ext cx="16" cy="198"/>
                  </a:xfrm>
                  <a:prstGeom prst="rect"/>
                </p:spPr>
              </p:pic>
            </mc:Fallback>
          </mc:AlternateContent>
          <mc:AlternateContent xmlns:mc="http://schemas.openxmlformats.org/markup-compatibility/2006" xmlns:p14="http://schemas.microsoft.com/office/powerpoint/2010/main">
            <mc:Choice Requires="p14">
              <p:contentPart r:id="rId124" p14:bwMode="auto">
                <p14:nvContentPartPr>
                  <p14:cNvPr id="78" name="墨迹 77"/>
                  <p14:cNvContentPartPr/>
                  <p14:nvPr/>
                </p14:nvContentPartPr>
                <p14:xfrm>
                  <a:off x="11505" y="4737"/>
                  <a:ext cx="281" cy="68"/>
                </p14:xfrm>
              </p:contentPart>
            </mc:Choice>
            <mc:Fallback xmlns="">
              <p:pic>
                <p:nvPicPr>
                  <p:cNvPr id="78" name="墨迹 77"/>
                </p:nvPicPr>
                <p:blipFill>
                  <a:blip r:embed="rId125"/>
                </p:blipFill>
                <p:spPr>
                  <a:xfrm>
                    <a:off x="11505" y="4737"/>
                    <a:ext cx="281" cy="68"/>
                  </a:xfrm>
                  <a:prstGeom prst="rect"/>
                </p:spPr>
              </p:pic>
            </mc:Fallback>
          </mc:AlternateContent>
          <mc:AlternateContent xmlns:mc="http://schemas.openxmlformats.org/markup-compatibility/2006" xmlns:p14="http://schemas.microsoft.com/office/powerpoint/2010/main">
            <mc:Choice Requires="p14">
              <p:contentPart r:id="rId126" p14:bwMode="auto">
                <p14:nvContentPartPr>
                  <p14:cNvPr id="79" name="墨迹 78"/>
                  <p14:cNvContentPartPr/>
                  <p14:nvPr/>
                </p14:nvContentPartPr>
                <p14:xfrm>
                  <a:off x="11786" y="4738"/>
                  <a:ext cx="1" cy="80"/>
                </p14:xfrm>
              </p:contentPart>
            </mc:Choice>
            <mc:Fallback xmlns="">
              <p:pic>
                <p:nvPicPr>
                  <p:cNvPr id="79" name="墨迹 78"/>
                </p:nvPicPr>
                <p:blipFill>
                  <a:blip r:embed="rId127"/>
                </p:blipFill>
                <p:spPr>
                  <a:xfrm>
                    <a:off x="11786" y="4738"/>
                    <a:ext cx="1" cy="80"/>
                  </a:xfrm>
                  <a:prstGeom prst="rect"/>
                </p:spPr>
              </p:pic>
            </mc:Fallback>
          </mc:AlternateContent>
          <mc:AlternateContent xmlns:mc="http://schemas.openxmlformats.org/markup-compatibility/2006" xmlns:p14="http://schemas.microsoft.com/office/powerpoint/2010/main">
            <mc:Choice Requires="p14">
              <p:contentPart r:id="rId128" p14:bwMode="auto">
                <p14:nvContentPartPr>
                  <p14:cNvPr id="80" name="墨迹 79"/>
                  <p14:cNvContentPartPr/>
                  <p14:nvPr/>
                </p14:nvContentPartPr>
                <p14:xfrm>
                  <a:off x="11918" y="4754"/>
                  <a:ext cx="31" cy="84"/>
                </p14:xfrm>
              </p:contentPart>
            </mc:Choice>
            <mc:Fallback xmlns="">
              <p:pic>
                <p:nvPicPr>
                  <p:cNvPr id="80" name="墨迹 79"/>
                </p:nvPicPr>
                <p:blipFill>
                  <a:blip r:embed="rId129"/>
                </p:blipFill>
                <p:spPr>
                  <a:xfrm>
                    <a:off x="11918" y="4754"/>
                    <a:ext cx="31" cy="84"/>
                  </a:xfrm>
                  <a:prstGeom prst="rect"/>
                </p:spPr>
              </p:pic>
            </mc:Fallback>
          </mc:AlternateContent>
          <mc:AlternateContent xmlns:mc="http://schemas.openxmlformats.org/markup-compatibility/2006" xmlns:p14="http://schemas.microsoft.com/office/powerpoint/2010/main">
            <mc:Choice Requires="p14">
              <p:contentPart r:id="rId130" p14:bwMode="auto">
                <p14:nvContentPartPr>
                  <p14:cNvPr id="81" name="墨迹 80"/>
                  <p14:cNvContentPartPr/>
                  <p14:nvPr/>
                </p14:nvContentPartPr>
                <p14:xfrm>
                  <a:off x="12050" y="4721"/>
                  <a:ext cx="1" cy="98"/>
                </p14:xfrm>
              </p:contentPart>
            </mc:Choice>
            <mc:Fallback xmlns="">
              <p:pic>
                <p:nvPicPr>
                  <p:cNvPr id="81" name="墨迹 80"/>
                </p:nvPicPr>
                <p:blipFill>
                  <a:blip r:embed="rId131"/>
                </p:blipFill>
                <p:spPr>
                  <a:xfrm>
                    <a:off x="12050" y="4721"/>
                    <a:ext cx="1" cy="98"/>
                  </a:xfrm>
                  <a:prstGeom prst="rect"/>
                </p:spPr>
              </p:pic>
            </mc:Fallback>
          </mc:AlternateContent>
          <mc:AlternateContent xmlns:mc="http://schemas.openxmlformats.org/markup-compatibility/2006" xmlns:p14="http://schemas.microsoft.com/office/powerpoint/2010/main">
            <mc:Choice Requires="p14">
              <p:contentPart r:id="rId132" p14:bwMode="auto">
                <p14:nvContentPartPr>
                  <p14:cNvPr id="82" name="墨迹 81"/>
                  <p14:cNvContentPartPr/>
                  <p14:nvPr/>
                </p14:nvContentPartPr>
                <p14:xfrm>
                  <a:off x="12198" y="4738"/>
                  <a:ext cx="1" cy="100"/>
                </p14:xfrm>
              </p:contentPart>
            </mc:Choice>
            <mc:Fallback xmlns="">
              <p:pic>
                <p:nvPicPr>
                  <p:cNvPr id="82" name="墨迹 81"/>
                </p:nvPicPr>
                <p:blipFill>
                  <a:blip r:embed="rId133"/>
                </p:blipFill>
                <p:spPr>
                  <a:xfrm>
                    <a:off x="12198" y="4738"/>
                    <a:ext cx="1" cy="100"/>
                  </a:xfrm>
                  <a:prstGeom prst="rect"/>
                </p:spPr>
              </p:pic>
            </mc:Fallback>
          </mc:AlternateContent>
          <mc:AlternateContent xmlns:mc="http://schemas.openxmlformats.org/markup-compatibility/2006" xmlns:p14="http://schemas.microsoft.com/office/powerpoint/2010/main">
            <mc:Choice Requires="p14">
              <p:contentPart r:id="rId134" p14:bwMode="auto">
                <p14:nvContentPartPr>
                  <p14:cNvPr id="83" name="墨迹 82"/>
                  <p14:cNvContentPartPr/>
                  <p14:nvPr/>
                </p14:nvContentPartPr>
                <p14:xfrm>
                  <a:off x="12330" y="4721"/>
                  <a:ext cx="1" cy="128"/>
                </p14:xfrm>
              </p:contentPart>
            </mc:Choice>
            <mc:Fallback xmlns="">
              <p:pic>
                <p:nvPicPr>
                  <p:cNvPr id="83" name="墨迹 82"/>
                </p:nvPicPr>
                <p:blipFill>
                  <a:blip r:embed="rId135"/>
                </p:blipFill>
                <p:spPr>
                  <a:xfrm>
                    <a:off x="12330" y="4721"/>
                    <a:ext cx="1" cy="128"/>
                  </a:xfrm>
                  <a:prstGeom prst="rect"/>
                </p:spPr>
              </p:pic>
            </mc:Fallback>
          </mc:AlternateContent>
          <mc:AlternateContent xmlns:mc="http://schemas.openxmlformats.org/markup-compatibility/2006" xmlns:p14="http://schemas.microsoft.com/office/powerpoint/2010/main">
            <mc:Choice Requires="p14">
              <p:contentPart r:id="rId136" p14:bwMode="auto">
                <p14:nvContentPartPr>
                  <p14:cNvPr id="84" name="墨迹 83"/>
                  <p14:cNvContentPartPr/>
                  <p14:nvPr/>
                </p14:nvContentPartPr>
                <p14:xfrm>
                  <a:off x="12429" y="4721"/>
                  <a:ext cx="1" cy="132"/>
                </p14:xfrm>
              </p:contentPart>
            </mc:Choice>
            <mc:Fallback xmlns="">
              <p:pic>
                <p:nvPicPr>
                  <p:cNvPr id="84" name="墨迹 83"/>
                </p:nvPicPr>
                <p:blipFill>
                  <a:blip r:embed="rId137"/>
                </p:blipFill>
                <p:spPr>
                  <a:xfrm>
                    <a:off x="12429" y="4721"/>
                    <a:ext cx="1" cy="132"/>
                  </a:xfrm>
                  <a:prstGeom prst="rect"/>
                </p:spPr>
              </p:pic>
            </mc:Fallback>
          </mc:AlternateContent>
          <mc:AlternateContent xmlns:mc="http://schemas.openxmlformats.org/markup-compatibility/2006" xmlns:p14="http://schemas.microsoft.com/office/powerpoint/2010/main">
            <mc:Choice Requires="p14">
              <p:contentPart r:id="rId138" p14:bwMode="auto">
                <p14:nvContentPartPr>
                  <p14:cNvPr id="85" name="墨迹 84"/>
                  <p14:cNvContentPartPr/>
                  <p14:nvPr/>
                </p14:nvContentPartPr>
                <p14:xfrm>
                  <a:off x="12578" y="4688"/>
                  <a:ext cx="1" cy="150"/>
                </p14:xfrm>
              </p:contentPart>
            </mc:Choice>
            <mc:Fallback xmlns="">
              <p:pic>
                <p:nvPicPr>
                  <p:cNvPr id="85" name="墨迹 84"/>
                </p:nvPicPr>
                <p:blipFill>
                  <a:blip r:embed="rId139"/>
                </p:blipFill>
                <p:spPr>
                  <a:xfrm>
                    <a:off x="12578" y="4688"/>
                    <a:ext cx="1" cy="150"/>
                  </a:xfrm>
                  <a:prstGeom prst="rect"/>
                </p:spPr>
              </p:pic>
            </mc:Fallback>
          </mc:AlternateContent>
          <mc:AlternateContent xmlns:mc="http://schemas.openxmlformats.org/markup-compatibility/2006" xmlns:p14="http://schemas.microsoft.com/office/powerpoint/2010/main">
            <mc:Choice Requires="p14">
              <p:contentPart r:id="rId140" p14:bwMode="auto">
                <p14:nvContentPartPr>
                  <p14:cNvPr id="86" name="墨迹 85"/>
                  <p14:cNvContentPartPr/>
                  <p14:nvPr/>
                </p14:nvContentPartPr>
                <p14:xfrm>
                  <a:off x="12661" y="4655"/>
                  <a:ext cx="18" cy="179"/>
                </p14:xfrm>
              </p:contentPart>
            </mc:Choice>
            <mc:Fallback xmlns="">
              <p:pic>
                <p:nvPicPr>
                  <p:cNvPr id="86" name="墨迹 85"/>
                </p:nvPicPr>
                <p:blipFill>
                  <a:blip r:embed="rId141"/>
                </p:blipFill>
                <p:spPr>
                  <a:xfrm>
                    <a:off x="12661" y="4655"/>
                    <a:ext cx="18" cy="179"/>
                  </a:xfrm>
                  <a:prstGeom prst="rect"/>
                </p:spPr>
              </p:pic>
            </mc:Fallback>
          </mc:AlternateContent>
          <mc:AlternateContent xmlns:mc="http://schemas.openxmlformats.org/markup-compatibility/2006" xmlns:p14="http://schemas.microsoft.com/office/powerpoint/2010/main">
            <mc:Choice Requires="p14">
              <p:contentPart r:id="rId142" p14:bwMode="auto">
                <p14:nvContentPartPr>
                  <p14:cNvPr id="87" name="墨迹 86"/>
                  <p14:cNvContentPartPr/>
                  <p14:nvPr/>
                </p14:nvContentPartPr>
                <p14:xfrm>
                  <a:off x="12760" y="4639"/>
                  <a:ext cx="35" cy="66"/>
                </p14:xfrm>
              </p:contentPart>
            </mc:Choice>
            <mc:Fallback xmlns="">
              <p:pic>
                <p:nvPicPr>
                  <p:cNvPr id="87" name="墨迹 86"/>
                </p:nvPicPr>
                <p:blipFill>
                  <a:blip r:embed="rId143"/>
                </p:blipFill>
                <p:spPr>
                  <a:xfrm>
                    <a:off x="12760" y="4639"/>
                    <a:ext cx="35" cy="66"/>
                  </a:xfrm>
                  <a:prstGeom prst="rect"/>
                </p:spPr>
              </p:pic>
            </mc:Fallback>
          </mc:AlternateContent>
          <mc:AlternateContent xmlns:mc="http://schemas.openxmlformats.org/markup-compatibility/2006" xmlns:p14="http://schemas.microsoft.com/office/powerpoint/2010/main">
            <mc:Choice Requires="p14">
              <p:contentPart r:id="rId144" p14:bwMode="auto">
                <p14:nvContentPartPr>
                  <p14:cNvPr id="88" name="墨迹 87"/>
                  <p14:cNvContentPartPr/>
                  <p14:nvPr/>
                </p14:nvContentPartPr>
                <p14:xfrm>
                  <a:off x="12925" y="4473"/>
                  <a:ext cx="1" cy="98"/>
                </p14:xfrm>
              </p:contentPart>
            </mc:Choice>
            <mc:Fallback xmlns="">
              <p:pic>
                <p:nvPicPr>
                  <p:cNvPr id="88" name="墨迹 87"/>
                </p:nvPicPr>
                <p:blipFill>
                  <a:blip r:embed="rId145"/>
                </p:blipFill>
                <p:spPr>
                  <a:xfrm>
                    <a:off x="12925" y="4473"/>
                    <a:ext cx="1" cy="98"/>
                  </a:xfrm>
                  <a:prstGeom prst="rect"/>
                </p:spPr>
              </p:pic>
            </mc:Fallback>
          </mc:AlternateContent>
          <mc:AlternateContent xmlns:mc="http://schemas.openxmlformats.org/markup-compatibility/2006" xmlns:p14="http://schemas.microsoft.com/office/powerpoint/2010/main">
            <mc:Choice Requires="p14">
              <p:contentPart r:id="rId146" p14:bwMode="auto">
                <p14:nvContentPartPr>
                  <p14:cNvPr id="89" name="墨迹 88"/>
                  <p14:cNvContentPartPr/>
                  <p14:nvPr/>
                </p14:nvContentPartPr>
                <p14:xfrm>
                  <a:off x="12925" y="4573"/>
                  <a:ext cx="1" cy="98"/>
                </p14:xfrm>
              </p:contentPart>
            </mc:Choice>
            <mc:Fallback xmlns="">
              <p:pic>
                <p:nvPicPr>
                  <p:cNvPr id="89" name="墨迹 88"/>
                </p:nvPicPr>
                <p:blipFill>
                  <a:blip r:embed="rId145"/>
                </p:blipFill>
                <p:spPr>
                  <a:xfrm>
                    <a:off x="12925" y="4573"/>
                    <a:ext cx="1" cy="98"/>
                  </a:xfrm>
                  <a:prstGeom prst="rect"/>
                </p:spPr>
              </p:pic>
            </mc:Fallback>
          </mc:AlternateContent>
          <mc:AlternateContent xmlns:mc="http://schemas.openxmlformats.org/markup-compatibility/2006" xmlns:p14="http://schemas.microsoft.com/office/powerpoint/2010/main">
            <mc:Choice Requires="p14">
              <p:contentPart r:id="rId147" p14:bwMode="auto">
                <p14:nvContentPartPr>
                  <p14:cNvPr id="90" name="墨迹 89"/>
                  <p14:cNvContentPartPr/>
                  <p14:nvPr/>
                </p14:nvContentPartPr>
                <p14:xfrm>
                  <a:off x="13024" y="4424"/>
                  <a:ext cx="68" cy="198"/>
                </p14:xfrm>
              </p:contentPart>
            </mc:Choice>
            <mc:Fallback xmlns="">
              <p:pic>
                <p:nvPicPr>
                  <p:cNvPr id="90" name="墨迹 89"/>
                </p:nvPicPr>
                <p:blipFill>
                  <a:blip r:embed="rId148"/>
                </p:blipFill>
                <p:spPr>
                  <a:xfrm>
                    <a:off x="13024" y="4424"/>
                    <a:ext cx="68" cy="198"/>
                  </a:xfrm>
                  <a:prstGeom prst="rect"/>
                </p:spPr>
              </p:pic>
            </mc:Fallback>
          </mc:AlternateContent>
          <mc:AlternateContent xmlns:mc="http://schemas.openxmlformats.org/markup-compatibility/2006" xmlns:p14="http://schemas.microsoft.com/office/powerpoint/2010/main">
            <mc:Choice Requires="p14">
              <p:contentPart r:id="rId149" p14:bwMode="auto">
                <p14:nvContentPartPr>
                  <p14:cNvPr id="91" name="墨迹 90"/>
                  <p14:cNvContentPartPr/>
                  <p14:nvPr/>
                </p14:nvContentPartPr>
                <p14:xfrm>
                  <a:off x="13144" y="4373"/>
                  <a:ext cx="46" cy="68"/>
                </p14:xfrm>
              </p:contentPart>
            </mc:Choice>
            <mc:Fallback xmlns="">
              <p:pic>
                <p:nvPicPr>
                  <p:cNvPr id="91" name="墨迹 90"/>
                </p:nvPicPr>
                <p:blipFill>
                  <a:blip r:embed="rId150"/>
                </p:blipFill>
                <p:spPr>
                  <a:xfrm>
                    <a:off x="13144" y="4373"/>
                    <a:ext cx="46" cy="68"/>
                  </a:xfrm>
                  <a:prstGeom prst="rect"/>
                </p:spPr>
              </p:pic>
            </mc:Fallback>
          </mc:AlternateContent>
          <mc:AlternateContent xmlns:mc="http://schemas.openxmlformats.org/markup-compatibility/2006" xmlns:p14="http://schemas.microsoft.com/office/powerpoint/2010/main">
            <mc:Choice Requires="p14">
              <p:contentPart r:id="rId151" p14:bwMode="auto">
                <p14:nvContentPartPr>
                  <p14:cNvPr id="92" name="墨迹 91"/>
                  <p14:cNvContentPartPr/>
                  <p14:nvPr/>
                </p14:nvContentPartPr>
                <p14:xfrm>
                  <a:off x="13139" y="4374"/>
                  <a:ext cx="34" cy="150"/>
                </p14:xfrm>
              </p:contentPart>
            </mc:Choice>
            <mc:Fallback xmlns="">
              <p:pic>
                <p:nvPicPr>
                  <p:cNvPr id="92" name="墨迹 91"/>
                </p:nvPicPr>
                <p:blipFill>
                  <a:blip r:embed="rId152"/>
                </p:blipFill>
                <p:spPr>
                  <a:xfrm>
                    <a:off x="13139" y="4374"/>
                    <a:ext cx="34" cy="150"/>
                  </a:xfrm>
                  <a:prstGeom prst="rect"/>
                </p:spPr>
              </p:pic>
            </mc:Fallback>
          </mc:AlternateContent>
          <mc:AlternateContent xmlns:mc="http://schemas.openxmlformats.org/markup-compatibility/2006" xmlns:p14="http://schemas.microsoft.com/office/powerpoint/2010/main">
            <mc:Choice Requires="p14">
              <p:contentPart r:id="rId153" p14:bwMode="auto">
                <p14:nvContentPartPr>
                  <p14:cNvPr id="93" name="墨迹 92"/>
                  <p14:cNvContentPartPr/>
                  <p14:nvPr/>
                </p14:nvContentPartPr>
                <p14:xfrm>
                  <a:off x="13255" y="4341"/>
                  <a:ext cx="49" cy="132"/>
                </p14:xfrm>
              </p:contentPart>
            </mc:Choice>
            <mc:Fallback xmlns="">
              <p:pic>
                <p:nvPicPr>
                  <p:cNvPr id="93" name="墨迹 92"/>
                </p:nvPicPr>
                <p:blipFill>
                  <a:blip r:embed="rId154"/>
                </p:blipFill>
                <p:spPr>
                  <a:xfrm>
                    <a:off x="13255" y="4341"/>
                    <a:ext cx="49" cy="132"/>
                  </a:xfrm>
                  <a:prstGeom prst="rect"/>
                </p:spPr>
              </p:pic>
            </mc:Fallback>
          </mc:AlternateContent>
          <mc:AlternateContent xmlns:mc="http://schemas.openxmlformats.org/markup-compatibility/2006" xmlns:p14="http://schemas.microsoft.com/office/powerpoint/2010/main">
            <mc:Choice Requires="p14">
              <p:contentPart r:id="rId155" p14:bwMode="auto">
                <p14:nvContentPartPr>
                  <p14:cNvPr id="94" name="墨迹 93"/>
                  <p14:cNvContentPartPr/>
                  <p14:nvPr/>
                </p14:nvContentPartPr>
                <p14:xfrm>
                  <a:off x="13370" y="4292"/>
                  <a:ext cx="35" cy="162"/>
                </p14:xfrm>
              </p:contentPart>
            </mc:Choice>
            <mc:Fallback xmlns="">
              <p:pic>
                <p:nvPicPr>
                  <p:cNvPr id="94" name="墨迹 93"/>
                </p:nvPicPr>
                <p:blipFill>
                  <a:blip r:embed="rId156"/>
                </p:blipFill>
                <p:spPr>
                  <a:xfrm>
                    <a:off x="13370" y="4292"/>
                    <a:ext cx="35" cy="162"/>
                  </a:xfrm>
                  <a:prstGeom prst="rect"/>
                </p:spPr>
              </p:pic>
            </mc:Fallback>
          </mc:AlternateContent>
          <mc:AlternateContent xmlns:mc="http://schemas.openxmlformats.org/markup-compatibility/2006" xmlns:p14="http://schemas.microsoft.com/office/powerpoint/2010/main">
            <mc:Choice Requires="p14">
              <p:contentPart r:id="rId157" p14:bwMode="auto">
                <p14:nvContentPartPr>
                  <p14:cNvPr id="95" name="墨迹 94"/>
                  <p14:cNvContentPartPr/>
                  <p14:nvPr/>
                </p14:nvContentPartPr>
                <p14:xfrm>
                  <a:off x="13536" y="4242"/>
                  <a:ext cx="17" cy="134"/>
                </p14:xfrm>
              </p:contentPart>
            </mc:Choice>
            <mc:Fallback xmlns="">
              <p:pic>
                <p:nvPicPr>
                  <p:cNvPr id="95" name="墨迹 94"/>
                </p:nvPicPr>
                <p:blipFill>
                  <a:blip r:embed="rId158"/>
                </p:blipFill>
                <p:spPr>
                  <a:xfrm>
                    <a:off x="13536" y="4242"/>
                    <a:ext cx="17" cy="134"/>
                  </a:xfrm>
                  <a:prstGeom prst="rect"/>
                </p:spPr>
              </p:pic>
            </mc:Fallback>
          </mc:AlternateContent>
          <mc:AlternateContent xmlns:mc="http://schemas.openxmlformats.org/markup-compatibility/2006" xmlns:p14="http://schemas.microsoft.com/office/powerpoint/2010/main">
            <mc:Choice Requires="p14">
              <p:contentPart r:id="rId159" p14:bwMode="auto">
                <p14:nvContentPartPr>
                  <p14:cNvPr id="96" name="墨迹 95"/>
                  <p14:cNvContentPartPr/>
                  <p14:nvPr/>
                </p14:nvContentPartPr>
                <p14:xfrm>
                  <a:off x="13635" y="4259"/>
                  <a:ext cx="34" cy="81"/>
                </p14:xfrm>
              </p:contentPart>
            </mc:Choice>
            <mc:Fallback xmlns="">
              <p:pic>
                <p:nvPicPr>
                  <p:cNvPr id="96" name="墨迹 95"/>
                </p:nvPicPr>
                <p:blipFill>
                  <a:blip r:embed="rId160"/>
                </p:blipFill>
                <p:spPr>
                  <a:xfrm>
                    <a:off x="13635" y="4259"/>
                    <a:ext cx="34" cy="81"/>
                  </a:xfrm>
                  <a:prstGeom prst="rect"/>
                </p:spPr>
              </p:pic>
            </mc:Fallback>
          </mc:AlternateContent>
          <mc:AlternateContent xmlns:mc="http://schemas.openxmlformats.org/markup-compatibility/2006" xmlns:p14="http://schemas.microsoft.com/office/powerpoint/2010/main">
            <mc:Choice Requires="p14">
              <p:contentPart r:id="rId161" p14:bwMode="auto">
                <p14:nvContentPartPr>
                  <p14:cNvPr id="97" name="墨迹 96"/>
                  <p14:cNvContentPartPr/>
                  <p14:nvPr/>
                </p14:nvContentPartPr>
                <p14:xfrm>
                  <a:off x="13552" y="4175"/>
                  <a:ext cx="398" cy="66"/>
                </p14:xfrm>
              </p:contentPart>
            </mc:Choice>
            <mc:Fallback xmlns="">
              <p:pic>
                <p:nvPicPr>
                  <p:cNvPr id="97" name="墨迹 96"/>
                </p:nvPicPr>
                <p:blipFill>
                  <a:blip r:embed="rId162"/>
                </p:blipFill>
                <p:spPr>
                  <a:xfrm>
                    <a:off x="13552" y="4175"/>
                    <a:ext cx="398" cy="66"/>
                  </a:xfrm>
                  <a:prstGeom prst="rect"/>
                </p:spPr>
              </p:pic>
            </mc:Fallback>
          </mc:AlternateContent>
          <mc:AlternateContent xmlns:mc="http://schemas.openxmlformats.org/markup-compatibility/2006" xmlns:p14="http://schemas.microsoft.com/office/powerpoint/2010/main">
            <mc:Choice Requires="p14">
              <p:contentPart r:id="rId163" p14:bwMode="auto">
                <p14:nvContentPartPr>
                  <p14:cNvPr id="98" name="墨迹 97"/>
                  <p14:cNvContentPartPr/>
                  <p14:nvPr/>
                </p14:nvContentPartPr>
                <p14:xfrm>
                  <a:off x="13734" y="4176"/>
                  <a:ext cx="34" cy="99"/>
                </p14:xfrm>
              </p:contentPart>
            </mc:Choice>
            <mc:Fallback xmlns="">
              <p:pic>
                <p:nvPicPr>
                  <p:cNvPr id="98" name="墨迹 97"/>
                </p:nvPicPr>
                <p:blipFill>
                  <a:blip r:embed="rId164"/>
                </p:blipFill>
                <p:spPr>
                  <a:xfrm>
                    <a:off x="13734" y="4176"/>
                    <a:ext cx="34" cy="99"/>
                  </a:xfrm>
                  <a:prstGeom prst="rect"/>
                </p:spPr>
              </p:pic>
            </mc:Fallback>
          </mc:AlternateContent>
          <mc:AlternateContent xmlns:mc="http://schemas.openxmlformats.org/markup-compatibility/2006" xmlns:p14="http://schemas.microsoft.com/office/powerpoint/2010/main">
            <mc:Choice Requires="p14">
              <p:contentPart r:id="rId165" p14:bwMode="auto">
                <p14:nvContentPartPr>
                  <p14:cNvPr id="105" name="墨迹 104"/>
                  <p14:cNvContentPartPr/>
                  <p14:nvPr/>
                </p14:nvContentPartPr>
                <p14:xfrm>
                  <a:off x="9574" y="3664"/>
                  <a:ext cx="2082" cy="1091"/>
                </p14:xfrm>
              </p:contentPart>
            </mc:Choice>
            <mc:Fallback xmlns="">
              <p:pic>
                <p:nvPicPr>
                  <p:cNvPr id="105" name="墨迹 104"/>
                </p:nvPicPr>
                <p:blipFill>
                  <a:blip r:embed="rId166"/>
                </p:blipFill>
                <p:spPr>
                  <a:xfrm>
                    <a:off x="9574" y="3664"/>
                    <a:ext cx="2082" cy="1091"/>
                  </a:xfrm>
                  <a:prstGeom prst="rect"/>
                </p:spPr>
              </p:pic>
            </mc:Fallback>
          </mc:AlternateContent>
          <mc:AlternateContent xmlns:mc="http://schemas.openxmlformats.org/markup-compatibility/2006" xmlns:p14="http://schemas.microsoft.com/office/powerpoint/2010/main">
            <mc:Choice Requires="p14">
              <p:contentPart r:id="rId167" p14:bwMode="auto">
                <p14:nvContentPartPr>
                  <p14:cNvPr id="106" name="墨迹 105"/>
                  <p14:cNvContentPartPr/>
                  <p14:nvPr/>
                </p14:nvContentPartPr>
                <p14:xfrm>
                  <a:off x="9590" y="4589"/>
                  <a:ext cx="184" cy="210"/>
                </p14:xfrm>
              </p:contentPart>
            </mc:Choice>
            <mc:Fallback xmlns="">
              <p:pic>
                <p:nvPicPr>
                  <p:cNvPr id="106" name="墨迹 105"/>
                </p:nvPicPr>
                <p:blipFill>
                  <a:blip r:embed="rId168"/>
                </p:blipFill>
                <p:spPr>
                  <a:xfrm>
                    <a:off x="9590" y="4589"/>
                    <a:ext cx="184" cy="210"/>
                  </a:xfrm>
                  <a:prstGeom prst="rect"/>
                </p:spPr>
              </p:pic>
            </mc:Fallback>
          </mc:AlternateContent>
          <mc:AlternateContent xmlns:mc="http://schemas.openxmlformats.org/markup-compatibility/2006" xmlns:p14="http://schemas.microsoft.com/office/powerpoint/2010/main">
            <mc:Choice Requires="p14">
              <p:contentPart r:id="rId169" p14:bwMode="auto">
                <p14:nvContentPartPr>
                  <p14:cNvPr id="107" name="墨迹 106"/>
                  <p14:cNvContentPartPr/>
                  <p14:nvPr/>
                </p14:nvContentPartPr>
                <p14:xfrm>
                  <a:off x="9640" y="4407"/>
                  <a:ext cx="166" cy="183"/>
                </p14:xfrm>
              </p:contentPart>
            </mc:Choice>
            <mc:Fallback xmlns="">
              <p:pic>
                <p:nvPicPr>
                  <p:cNvPr id="107" name="墨迹 106"/>
                </p:nvPicPr>
                <p:blipFill>
                  <a:blip r:embed="rId170"/>
                </p:blipFill>
                <p:spPr>
                  <a:xfrm>
                    <a:off x="9640" y="4407"/>
                    <a:ext cx="166" cy="183"/>
                  </a:xfrm>
                  <a:prstGeom prst="rect"/>
                </p:spPr>
              </p:pic>
            </mc:Fallback>
          </mc:AlternateContent>
          <mc:AlternateContent xmlns:mc="http://schemas.openxmlformats.org/markup-compatibility/2006" xmlns:p14="http://schemas.microsoft.com/office/powerpoint/2010/main">
            <mc:Choice Requires="p14">
              <p:contentPart r:id="rId171" p14:bwMode="auto">
                <p14:nvContentPartPr>
                  <p14:cNvPr id="108" name="墨迹 107"/>
                  <p14:cNvContentPartPr/>
                  <p14:nvPr/>
                </p14:nvContentPartPr>
                <p14:xfrm>
                  <a:off x="9722" y="4275"/>
                  <a:ext cx="150" cy="195"/>
                </p14:xfrm>
              </p:contentPart>
            </mc:Choice>
            <mc:Fallback xmlns="">
              <p:pic>
                <p:nvPicPr>
                  <p:cNvPr id="108" name="墨迹 107"/>
                </p:nvPicPr>
                <p:blipFill>
                  <a:blip r:embed="rId172"/>
                </p:blipFill>
                <p:spPr>
                  <a:xfrm>
                    <a:off x="9722" y="4275"/>
                    <a:ext cx="150" cy="195"/>
                  </a:xfrm>
                  <a:prstGeom prst="rect"/>
                </p:spPr>
              </p:pic>
            </mc:Fallback>
          </mc:AlternateContent>
          <mc:AlternateContent xmlns:mc="http://schemas.openxmlformats.org/markup-compatibility/2006" xmlns:p14="http://schemas.microsoft.com/office/powerpoint/2010/main">
            <mc:Choice Requires="p14">
              <p:contentPart r:id="rId173" p14:bwMode="auto">
                <p14:nvContentPartPr>
                  <p14:cNvPr id="109" name="墨迹 108"/>
                  <p14:cNvContentPartPr/>
                  <p14:nvPr/>
                </p14:nvContentPartPr>
                <p14:xfrm>
                  <a:off x="9821" y="4209"/>
                  <a:ext cx="128" cy="250"/>
                </p14:xfrm>
              </p:contentPart>
            </mc:Choice>
            <mc:Fallback xmlns="">
              <p:pic>
                <p:nvPicPr>
                  <p:cNvPr id="109" name="墨迹 108"/>
                </p:nvPicPr>
                <p:blipFill>
                  <a:blip r:embed="rId174"/>
                </p:blipFill>
                <p:spPr>
                  <a:xfrm>
                    <a:off x="9821" y="4209"/>
                    <a:ext cx="128" cy="250"/>
                  </a:xfrm>
                  <a:prstGeom prst="rect"/>
                </p:spPr>
              </p:pic>
            </mc:Fallback>
          </mc:AlternateContent>
          <mc:AlternateContent xmlns:mc="http://schemas.openxmlformats.org/markup-compatibility/2006" xmlns:p14="http://schemas.microsoft.com/office/powerpoint/2010/main">
            <mc:Choice Requires="p14">
              <p:contentPart r:id="rId175" p14:bwMode="auto">
                <p14:nvContentPartPr>
                  <p14:cNvPr id="110" name="墨迹 109"/>
                  <p14:cNvContentPartPr/>
                  <p14:nvPr/>
                </p14:nvContentPartPr>
                <p14:xfrm>
                  <a:off x="9986" y="3995"/>
                  <a:ext cx="151" cy="279"/>
                </p14:xfrm>
              </p:contentPart>
            </mc:Choice>
            <mc:Fallback xmlns="">
              <p:pic>
                <p:nvPicPr>
                  <p:cNvPr id="110" name="墨迹 109"/>
                </p:nvPicPr>
                <p:blipFill>
                  <a:blip r:embed="rId176"/>
                </p:blipFill>
                <p:spPr>
                  <a:xfrm>
                    <a:off x="9986" y="3995"/>
                    <a:ext cx="151" cy="279"/>
                  </a:xfrm>
                  <a:prstGeom prst="rect"/>
                </p:spPr>
              </p:pic>
            </mc:Fallback>
          </mc:AlternateContent>
          <mc:AlternateContent xmlns:mc="http://schemas.openxmlformats.org/markup-compatibility/2006" xmlns:p14="http://schemas.microsoft.com/office/powerpoint/2010/main">
            <mc:Choice Requires="p14">
              <p:contentPart r:id="rId177" p14:bwMode="auto">
                <p14:nvContentPartPr>
                  <p14:cNvPr id="111" name="墨迹 110"/>
                  <p14:cNvContentPartPr/>
                  <p14:nvPr/>
                </p14:nvContentPartPr>
                <p14:xfrm>
                  <a:off x="10135" y="3846"/>
                  <a:ext cx="149" cy="311"/>
                </p14:xfrm>
              </p:contentPart>
            </mc:Choice>
            <mc:Fallback xmlns="">
              <p:pic>
                <p:nvPicPr>
                  <p:cNvPr id="111" name="墨迹 110"/>
                </p:nvPicPr>
                <p:blipFill>
                  <a:blip r:embed="rId178"/>
                </p:blipFill>
                <p:spPr>
                  <a:xfrm>
                    <a:off x="10135" y="3846"/>
                    <a:ext cx="149" cy="311"/>
                  </a:xfrm>
                  <a:prstGeom prst="rect"/>
                </p:spPr>
              </p:pic>
            </mc:Fallback>
          </mc:AlternateContent>
          <mc:AlternateContent xmlns:mc="http://schemas.openxmlformats.org/markup-compatibility/2006" xmlns:p14="http://schemas.microsoft.com/office/powerpoint/2010/main">
            <mc:Choice Requires="p14">
              <p:contentPart r:id="rId179" p14:bwMode="auto">
                <p14:nvContentPartPr>
                  <p14:cNvPr id="112" name="墨迹 111"/>
                  <p14:cNvContentPartPr/>
                  <p14:nvPr/>
                </p14:nvContentPartPr>
                <p14:xfrm>
                  <a:off x="10316" y="3780"/>
                  <a:ext cx="78" cy="331"/>
                </p14:xfrm>
              </p:contentPart>
            </mc:Choice>
            <mc:Fallback xmlns="">
              <p:pic>
                <p:nvPicPr>
                  <p:cNvPr id="112" name="墨迹 111"/>
                </p:nvPicPr>
                <p:blipFill>
                  <a:blip r:embed="rId180"/>
                </p:blipFill>
                <p:spPr>
                  <a:xfrm>
                    <a:off x="10316" y="3780"/>
                    <a:ext cx="78" cy="331"/>
                  </a:xfrm>
                  <a:prstGeom prst="rect"/>
                </p:spPr>
              </p:pic>
            </mc:Fallback>
          </mc:AlternateContent>
          <mc:AlternateContent xmlns:mc="http://schemas.openxmlformats.org/markup-compatibility/2006" xmlns:p14="http://schemas.microsoft.com/office/powerpoint/2010/main">
            <mc:Choice Requires="p14">
              <p:contentPart r:id="rId181" p14:bwMode="auto">
                <p14:nvContentPartPr>
                  <p14:cNvPr id="113" name="墨迹 112"/>
                  <p14:cNvContentPartPr/>
                  <p14:nvPr/>
                </p14:nvContentPartPr>
                <p14:xfrm>
                  <a:off x="10546" y="3731"/>
                  <a:ext cx="19" cy="375"/>
                </p14:xfrm>
              </p:contentPart>
            </mc:Choice>
            <mc:Fallback xmlns="">
              <p:pic>
                <p:nvPicPr>
                  <p:cNvPr id="113" name="墨迹 112"/>
                </p:nvPicPr>
                <p:blipFill>
                  <a:blip r:embed="rId182"/>
                </p:blipFill>
                <p:spPr>
                  <a:xfrm>
                    <a:off x="10546" y="3731"/>
                    <a:ext cx="19" cy="375"/>
                  </a:xfrm>
                  <a:prstGeom prst="rect"/>
                </p:spPr>
              </p:pic>
            </mc:Fallback>
          </mc:AlternateContent>
          <mc:AlternateContent xmlns:mc="http://schemas.openxmlformats.org/markup-compatibility/2006" xmlns:p14="http://schemas.microsoft.com/office/powerpoint/2010/main">
            <mc:Choice Requires="p14">
              <p:contentPart r:id="rId183" p14:bwMode="auto">
                <p14:nvContentPartPr>
                  <p14:cNvPr id="114" name="墨迹 113"/>
                  <p14:cNvContentPartPr/>
                  <p14:nvPr/>
                </p14:nvContentPartPr>
                <p14:xfrm>
                  <a:off x="10778" y="3764"/>
                  <a:ext cx="68" cy="395"/>
                </p14:xfrm>
              </p:contentPart>
            </mc:Choice>
            <mc:Fallback xmlns="">
              <p:pic>
                <p:nvPicPr>
                  <p:cNvPr id="114" name="墨迹 113"/>
                </p:nvPicPr>
                <p:blipFill>
                  <a:blip r:embed="rId184"/>
                </p:blipFill>
                <p:spPr>
                  <a:xfrm>
                    <a:off x="10778" y="3764"/>
                    <a:ext cx="68" cy="395"/>
                  </a:xfrm>
                  <a:prstGeom prst="rect"/>
                </p:spPr>
              </p:pic>
            </mc:Fallback>
          </mc:AlternateContent>
          <mc:AlternateContent xmlns:mc="http://schemas.openxmlformats.org/markup-compatibility/2006" xmlns:p14="http://schemas.microsoft.com/office/powerpoint/2010/main">
            <mc:Choice Requires="p14">
              <p:contentPart r:id="rId185" p14:bwMode="auto">
                <p14:nvContentPartPr>
                  <p14:cNvPr id="115" name="墨迹 114"/>
                  <p14:cNvContentPartPr/>
                  <p14:nvPr/>
                </p14:nvContentPartPr>
                <p14:xfrm>
                  <a:off x="10844" y="3912"/>
                  <a:ext cx="183" cy="412"/>
                </p14:xfrm>
              </p:contentPart>
            </mc:Choice>
            <mc:Fallback xmlns="">
              <p:pic>
                <p:nvPicPr>
                  <p:cNvPr id="115" name="墨迹 114"/>
                </p:nvPicPr>
                <p:blipFill>
                  <a:blip r:embed="rId186"/>
                </p:blipFill>
                <p:spPr>
                  <a:xfrm>
                    <a:off x="10844" y="3912"/>
                    <a:ext cx="183" cy="412"/>
                  </a:xfrm>
                  <a:prstGeom prst="rect"/>
                </p:spPr>
              </p:pic>
            </mc:Fallback>
          </mc:AlternateContent>
          <mc:AlternateContent xmlns:mc="http://schemas.openxmlformats.org/markup-compatibility/2006" xmlns:p14="http://schemas.microsoft.com/office/powerpoint/2010/main">
            <mc:Choice Requires="p14">
              <p:contentPart r:id="rId187" p14:bwMode="auto">
                <p14:nvContentPartPr>
                  <p14:cNvPr id="116" name="墨迹 115"/>
                  <p14:cNvContentPartPr/>
                  <p14:nvPr/>
                </p14:nvContentPartPr>
                <p14:xfrm>
                  <a:off x="10976" y="4028"/>
                  <a:ext cx="183" cy="480"/>
                </p14:xfrm>
              </p:contentPart>
            </mc:Choice>
            <mc:Fallback xmlns="">
              <p:pic>
                <p:nvPicPr>
                  <p:cNvPr id="116" name="墨迹 115"/>
                </p:nvPicPr>
                <p:blipFill>
                  <a:blip r:embed="rId188"/>
                </p:blipFill>
                <p:spPr>
                  <a:xfrm>
                    <a:off x="10976" y="4028"/>
                    <a:ext cx="183" cy="480"/>
                  </a:xfrm>
                  <a:prstGeom prst="rect"/>
                </p:spPr>
              </p:pic>
            </mc:Fallback>
          </mc:AlternateContent>
          <mc:AlternateContent xmlns:mc="http://schemas.openxmlformats.org/markup-compatibility/2006" xmlns:p14="http://schemas.microsoft.com/office/powerpoint/2010/main">
            <mc:Choice Requires="p14">
              <p:contentPart r:id="rId189" p14:bwMode="auto">
                <p14:nvContentPartPr>
                  <p14:cNvPr id="117" name="墨迹 116"/>
                  <p14:cNvContentPartPr/>
                  <p14:nvPr/>
                </p14:nvContentPartPr>
                <p14:xfrm>
                  <a:off x="11175" y="4176"/>
                  <a:ext cx="149" cy="339"/>
                </p14:xfrm>
              </p:contentPart>
            </mc:Choice>
            <mc:Fallback xmlns="">
              <p:pic>
                <p:nvPicPr>
                  <p:cNvPr id="117" name="墨迹 116"/>
                </p:nvPicPr>
                <p:blipFill>
                  <a:blip r:embed="rId190"/>
                </p:blipFill>
                <p:spPr>
                  <a:xfrm>
                    <a:off x="11175" y="4176"/>
                    <a:ext cx="149" cy="339"/>
                  </a:xfrm>
                  <a:prstGeom prst="rect"/>
                </p:spPr>
              </p:pic>
            </mc:Fallback>
          </mc:AlternateContent>
          <mc:AlternateContent xmlns:mc="http://schemas.openxmlformats.org/markup-compatibility/2006" xmlns:p14="http://schemas.microsoft.com/office/powerpoint/2010/main">
            <mc:Choice Requires="p14">
              <p:contentPart r:id="rId191" p14:bwMode="auto">
                <p14:nvContentPartPr>
                  <p14:cNvPr id="118" name="墨迹 117"/>
                  <p14:cNvContentPartPr/>
                  <p14:nvPr/>
                </p14:nvContentPartPr>
                <p14:xfrm>
                  <a:off x="11224" y="4341"/>
                  <a:ext cx="166" cy="263"/>
                </p14:xfrm>
              </p:contentPart>
            </mc:Choice>
            <mc:Fallback xmlns="">
              <p:pic>
                <p:nvPicPr>
                  <p:cNvPr id="118" name="墨迹 117"/>
                </p:nvPicPr>
                <p:blipFill>
                  <a:blip r:embed="rId192"/>
                </p:blipFill>
                <p:spPr>
                  <a:xfrm>
                    <a:off x="11224" y="4341"/>
                    <a:ext cx="166" cy="263"/>
                  </a:xfrm>
                  <a:prstGeom prst="rect"/>
                </p:spPr>
              </p:pic>
            </mc:Fallback>
          </mc:AlternateContent>
          <mc:AlternateContent xmlns:mc="http://schemas.openxmlformats.org/markup-compatibility/2006" xmlns:p14="http://schemas.microsoft.com/office/powerpoint/2010/main">
            <mc:Choice Requires="p14">
              <p:contentPart r:id="rId193" p14:bwMode="auto">
                <p14:nvContentPartPr>
                  <p14:cNvPr id="119" name="墨迹 118"/>
                  <p14:cNvContentPartPr/>
                  <p14:nvPr/>
                </p14:nvContentPartPr>
                <p14:xfrm>
                  <a:off x="11307" y="4407"/>
                  <a:ext cx="182" cy="261"/>
                </p14:xfrm>
              </p:contentPart>
            </mc:Choice>
            <mc:Fallback xmlns="">
              <p:pic>
                <p:nvPicPr>
                  <p:cNvPr id="119" name="墨迹 118"/>
                </p:nvPicPr>
                <p:blipFill>
                  <a:blip r:embed="rId194"/>
                </p:blipFill>
                <p:spPr>
                  <a:xfrm>
                    <a:off x="11307" y="4407"/>
                    <a:ext cx="182" cy="261"/>
                  </a:xfrm>
                  <a:prstGeom prst="rect"/>
                </p:spPr>
              </p:pic>
            </mc:Fallback>
          </mc:AlternateContent>
          <mc:AlternateContent xmlns:mc="http://schemas.openxmlformats.org/markup-compatibility/2006" xmlns:p14="http://schemas.microsoft.com/office/powerpoint/2010/main">
            <mc:Choice Requires="p14">
              <p:contentPart r:id="rId195" p14:bwMode="auto">
                <p14:nvContentPartPr>
                  <p14:cNvPr id="120" name="墨迹 119"/>
                  <p14:cNvContentPartPr/>
                  <p14:nvPr/>
                </p14:nvContentPartPr>
                <p14:xfrm>
                  <a:off x="11356" y="4573"/>
                  <a:ext cx="183" cy="215"/>
                </p14:xfrm>
              </p:contentPart>
            </mc:Choice>
            <mc:Fallback xmlns="">
              <p:pic>
                <p:nvPicPr>
                  <p:cNvPr id="120" name="墨迹 119"/>
                </p:nvPicPr>
                <p:blipFill>
                  <a:blip r:embed="rId196"/>
                </p:blipFill>
                <p:spPr>
                  <a:xfrm>
                    <a:off x="11356" y="4573"/>
                    <a:ext cx="183" cy="215"/>
                  </a:xfrm>
                  <a:prstGeom prst="rect"/>
                </p:spPr>
              </p:pic>
            </mc:Fallback>
          </mc:AlternateContent>
          <mc:AlternateContent xmlns:mc="http://schemas.openxmlformats.org/markup-compatibility/2006" xmlns:p14="http://schemas.microsoft.com/office/powerpoint/2010/main">
            <mc:Choice Requires="p14">
              <p:contentPart r:id="rId197" p14:bwMode="auto">
                <p14:nvContentPartPr>
                  <p14:cNvPr id="121" name="墨迹 120"/>
                  <p14:cNvContentPartPr/>
                  <p14:nvPr/>
                </p14:nvContentPartPr>
                <p14:xfrm>
                  <a:off x="11423" y="4721"/>
                  <a:ext cx="232" cy="184"/>
                </p14:xfrm>
              </p:contentPart>
            </mc:Choice>
            <mc:Fallback xmlns="">
              <p:pic>
                <p:nvPicPr>
                  <p:cNvPr id="121" name="墨迹 120"/>
                </p:nvPicPr>
                <p:blipFill>
                  <a:blip r:embed="rId198"/>
                </p:blipFill>
                <p:spPr>
                  <a:xfrm>
                    <a:off x="11423" y="4721"/>
                    <a:ext cx="232" cy="184"/>
                  </a:xfrm>
                  <a:prstGeom prst="rect"/>
                </p:spPr>
              </p:pic>
            </mc:Fallback>
          </mc:AlternateContent>
          <mc:AlternateContent xmlns:mc="http://schemas.openxmlformats.org/markup-compatibility/2006" xmlns:p14="http://schemas.microsoft.com/office/powerpoint/2010/main">
            <mc:Choice Requires="p14">
              <p:contentPart r:id="rId199" p14:bwMode="auto">
                <p14:nvContentPartPr>
                  <p14:cNvPr id="122" name="墨迹 121"/>
                  <p14:cNvContentPartPr/>
                  <p14:nvPr/>
                </p14:nvContentPartPr>
                <p14:xfrm>
                  <a:off x="11113" y="4110"/>
                  <a:ext cx="79" cy="298"/>
                </p14:xfrm>
              </p:contentPart>
            </mc:Choice>
            <mc:Fallback xmlns="">
              <p:pic>
                <p:nvPicPr>
                  <p:cNvPr id="122" name="墨迹 121"/>
                </p:nvPicPr>
                <p:blipFill>
                  <a:blip r:embed="rId200"/>
                </p:blipFill>
                <p:spPr>
                  <a:xfrm>
                    <a:off x="11113" y="4110"/>
                    <a:ext cx="79" cy="298"/>
                  </a:xfrm>
                  <a:prstGeom prst="rect"/>
                </p:spPr>
              </p:pic>
            </mc:Fallback>
          </mc:AlternateContent>
          <mc:AlternateContent xmlns:mc="http://schemas.openxmlformats.org/markup-compatibility/2006" xmlns:p14="http://schemas.microsoft.com/office/powerpoint/2010/main">
            <mc:Choice Requires="p14">
              <p:contentPart r:id="rId201" p14:bwMode="auto">
                <p14:nvContentPartPr>
                  <p14:cNvPr id="123" name="墨迹 122"/>
                  <p14:cNvContentPartPr/>
                  <p14:nvPr/>
                </p14:nvContentPartPr>
                <p14:xfrm>
                  <a:off x="10399" y="3731"/>
                  <a:ext cx="34" cy="199"/>
                </p14:xfrm>
              </p:contentPart>
            </mc:Choice>
            <mc:Fallback xmlns="">
              <p:pic>
                <p:nvPicPr>
                  <p:cNvPr id="123" name="墨迹 122"/>
                </p:nvPicPr>
                <p:blipFill>
                  <a:blip r:embed="rId202"/>
                </p:blipFill>
                <p:spPr>
                  <a:xfrm>
                    <a:off x="10399" y="3731"/>
                    <a:ext cx="34" cy="199"/>
                  </a:xfrm>
                  <a:prstGeom prst="rect"/>
                </p:spPr>
              </p:pic>
            </mc:Fallback>
          </mc:AlternateContent>
          <mc:AlternateContent xmlns:mc="http://schemas.openxmlformats.org/markup-compatibility/2006" xmlns:p14="http://schemas.microsoft.com/office/powerpoint/2010/main">
            <mc:Choice Requires="p14">
              <p:contentPart r:id="rId203" p14:bwMode="auto">
                <p14:nvContentPartPr>
                  <p14:cNvPr id="124" name="墨迹 123"/>
                  <p14:cNvContentPartPr/>
                  <p14:nvPr/>
                </p14:nvContentPartPr>
                <p14:xfrm>
                  <a:off x="10432" y="3764"/>
                  <a:ext cx="50" cy="1"/>
                </p14:xfrm>
              </p:contentPart>
            </mc:Choice>
            <mc:Fallback xmlns="">
              <p:pic>
                <p:nvPicPr>
                  <p:cNvPr id="124" name="墨迹 123"/>
                </p:nvPicPr>
                <p:blipFill>
                  <a:blip r:embed="rId204"/>
                </p:blipFill>
                <p:spPr>
                  <a:xfrm>
                    <a:off x="10432" y="3764"/>
                    <a:ext cx="50" cy="1"/>
                  </a:xfrm>
                  <a:prstGeom prst="rect"/>
                </p:spPr>
              </p:pic>
            </mc:Fallback>
          </mc:AlternateContent>
          <mc:AlternateContent xmlns:mc="http://schemas.openxmlformats.org/markup-compatibility/2006" xmlns:p14="http://schemas.microsoft.com/office/powerpoint/2010/main">
            <mc:Choice Requires="p14">
              <p:contentPart r:id="rId205" p14:bwMode="auto">
                <p14:nvContentPartPr>
                  <p14:cNvPr id="125" name="墨迹 124"/>
                  <p14:cNvContentPartPr/>
                  <p14:nvPr/>
                </p14:nvContentPartPr>
                <p14:xfrm>
                  <a:off x="10415" y="3698"/>
                  <a:ext cx="18" cy="199"/>
                </p14:xfrm>
              </p:contentPart>
            </mc:Choice>
            <mc:Fallback xmlns="">
              <p:pic>
                <p:nvPicPr>
                  <p:cNvPr id="125" name="墨迹 124"/>
                </p:nvPicPr>
                <p:blipFill>
                  <a:blip r:embed="rId206"/>
                </p:blipFill>
                <p:spPr>
                  <a:xfrm>
                    <a:off x="10415" y="3698"/>
                    <a:ext cx="18" cy="199"/>
                  </a:xfrm>
                  <a:prstGeom prst="rect"/>
                </p:spPr>
              </p:pic>
            </mc:Fallback>
          </mc:AlternateContent>
          <mc:AlternateContent xmlns:mc="http://schemas.openxmlformats.org/markup-compatibility/2006" xmlns:p14="http://schemas.microsoft.com/office/powerpoint/2010/main">
            <mc:Choice Requires="p14">
              <p:contentPart r:id="rId207" p14:bwMode="auto">
                <p14:nvContentPartPr>
                  <p14:cNvPr id="126" name="墨迹 125"/>
                  <p14:cNvContentPartPr/>
                  <p14:nvPr/>
                </p14:nvContentPartPr>
                <p14:xfrm>
                  <a:off x="10415" y="3698"/>
                  <a:ext cx="34" cy="199"/>
                </p14:xfrm>
              </p:contentPart>
            </mc:Choice>
            <mc:Fallback xmlns="">
              <p:pic>
                <p:nvPicPr>
                  <p:cNvPr id="126" name="墨迹 125"/>
                </p:nvPicPr>
                <p:blipFill>
                  <a:blip r:embed="rId208"/>
                </p:blipFill>
                <p:spPr>
                  <a:xfrm>
                    <a:off x="10415" y="3698"/>
                    <a:ext cx="34" cy="199"/>
                  </a:xfrm>
                  <a:prstGeom prst="rect"/>
                </p:spPr>
              </p:pic>
            </mc:Fallback>
          </mc:AlternateContent>
          <mc:AlternateContent xmlns:mc="http://schemas.openxmlformats.org/markup-compatibility/2006" xmlns:p14="http://schemas.microsoft.com/office/powerpoint/2010/main">
            <mc:Choice Requires="p14">
              <p:contentPart r:id="rId209" p14:bwMode="auto">
                <p14:nvContentPartPr>
                  <p14:cNvPr id="127" name="墨迹 126"/>
                  <p14:cNvContentPartPr/>
                  <p14:nvPr/>
                </p14:nvContentPartPr>
                <p14:xfrm>
                  <a:off x="10373" y="3727"/>
                  <a:ext cx="49" cy="174"/>
                </p14:xfrm>
              </p:contentPart>
            </mc:Choice>
            <mc:Fallback xmlns="">
              <p:pic>
                <p:nvPicPr>
                  <p:cNvPr id="127" name="墨迹 126"/>
                </p:nvPicPr>
                <p:blipFill>
                  <a:blip r:embed="rId210"/>
                </p:blipFill>
                <p:spPr>
                  <a:xfrm>
                    <a:off x="10373" y="3727"/>
                    <a:ext cx="49" cy="174"/>
                  </a:xfrm>
                  <a:prstGeom prst="rect"/>
                </p:spPr>
              </p:pic>
            </mc:Fallback>
          </mc:AlternateContent>
          <mc:AlternateContent xmlns:mc="http://schemas.openxmlformats.org/markup-compatibility/2006" xmlns:p14="http://schemas.microsoft.com/office/powerpoint/2010/main">
            <mc:Choice Requires="p14">
              <p:contentPart r:id="rId211" p14:bwMode="auto">
                <p14:nvContentPartPr>
                  <p14:cNvPr id="128" name="墨迹 127"/>
                  <p14:cNvContentPartPr/>
                  <p14:nvPr/>
                </p14:nvContentPartPr>
                <p14:xfrm>
                  <a:off x="10450" y="3708"/>
                  <a:ext cx="30" cy="250"/>
                </p14:xfrm>
              </p:contentPart>
            </mc:Choice>
            <mc:Fallback xmlns="">
              <p:pic>
                <p:nvPicPr>
                  <p:cNvPr id="128" name="墨迹 127"/>
                </p:nvPicPr>
                <p:blipFill>
                  <a:blip r:embed="rId212"/>
                </p:blipFill>
                <p:spPr>
                  <a:xfrm>
                    <a:off x="10450" y="3708"/>
                    <a:ext cx="30" cy="250"/>
                  </a:xfrm>
                  <a:prstGeom prst="rect"/>
                </p:spPr>
              </p:pic>
            </mc:Fallback>
          </mc:AlternateContent>
          <mc:AlternateContent xmlns:mc="http://schemas.openxmlformats.org/markup-compatibility/2006" xmlns:p14="http://schemas.microsoft.com/office/powerpoint/2010/main">
            <mc:Choice Requires="p14">
              <p:contentPart r:id="rId213" p14:bwMode="auto">
                <p14:nvContentPartPr>
                  <p14:cNvPr id="129" name="墨迹 128"/>
                  <p14:cNvContentPartPr/>
                  <p14:nvPr/>
                </p14:nvContentPartPr>
                <p14:xfrm>
                  <a:off x="10383" y="3756"/>
                  <a:ext cx="77" cy="222"/>
                </p14:xfrm>
              </p:contentPart>
            </mc:Choice>
            <mc:Fallback xmlns="">
              <p:pic>
                <p:nvPicPr>
                  <p:cNvPr id="129" name="墨迹 128"/>
                </p:nvPicPr>
                <p:blipFill>
                  <a:blip r:embed="rId214"/>
                </p:blipFill>
                <p:spPr>
                  <a:xfrm>
                    <a:off x="10383" y="3756"/>
                    <a:ext cx="77" cy="222"/>
                  </a:xfrm>
                  <a:prstGeom prst="rect"/>
                </p:spPr>
              </p:pic>
            </mc:Fallback>
          </mc:AlternateContent>
          <mc:AlternateContent xmlns:mc="http://schemas.openxmlformats.org/markup-compatibility/2006" xmlns:p14="http://schemas.microsoft.com/office/powerpoint/2010/main">
            <mc:Choice Requires="p14">
              <p:contentPart r:id="rId215" p14:bwMode="auto">
                <p14:nvContentPartPr>
                  <p14:cNvPr id="130" name="墨迹 129"/>
                  <p14:cNvContentPartPr/>
                  <p14:nvPr/>
                </p14:nvContentPartPr>
                <p14:xfrm>
                  <a:off x="10459" y="3689"/>
                  <a:ext cx="30" cy="269"/>
                </p14:xfrm>
              </p:contentPart>
            </mc:Choice>
            <mc:Fallback xmlns="">
              <p:pic>
                <p:nvPicPr>
                  <p:cNvPr id="130" name="墨迹 129"/>
                </p:nvPicPr>
                <p:blipFill>
                  <a:blip r:embed="rId216"/>
                </p:blipFill>
                <p:spPr>
                  <a:xfrm>
                    <a:off x="10459" y="3689"/>
                    <a:ext cx="30" cy="269"/>
                  </a:xfrm>
                  <a:prstGeom prst="rect"/>
                </p:spPr>
              </p:pic>
            </mc:Fallback>
          </mc:AlternateContent>
          <mc:AlternateContent xmlns:mc="http://schemas.openxmlformats.org/markup-compatibility/2006" xmlns:p14="http://schemas.microsoft.com/office/powerpoint/2010/main">
            <mc:Choice Requires="p14">
              <p:contentPart r:id="rId217" p14:bwMode="auto">
                <p14:nvContentPartPr>
                  <p14:cNvPr id="131" name="墨迹 130"/>
                  <p14:cNvContentPartPr/>
                  <p14:nvPr/>
                </p14:nvContentPartPr>
                <p14:xfrm>
                  <a:off x="10440" y="3717"/>
                  <a:ext cx="1" cy="184"/>
                </p14:xfrm>
              </p:contentPart>
            </mc:Choice>
            <mc:Fallback xmlns="">
              <p:pic>
                <p:nvPicPr>
                  <p:cNvPr id="131" name="墨迹 130"/>
                </p:nvPicPr>
                <p:blipFill>
                  <a:blip r:embed="rId218"/>
                </p:blipFill>
                <p:spPr>
                  <a:xfrm>
                    <a:off x="10440" y="3717"/>
                    <a:ext cx="1" cy="184"/>
                  </a:xfrm>
                  <a:prstGeom prst="rect"/>
                </p:spPr>
              </p:pic>
            </mc:Fallback>
          </mc:AlternateContent>
          <mc:AlternateContent xmlns:mc="http://schemas.openxmlformats.org/markup-compatibility/2006" xmlns:p14="http://schemas.microsoft.com/office/powerpoint/2010/main">
            <mc:Choice Requires="p14">
              <p:contentPart r:id="rId219" p14:bwMode="auto">
                <p14:nvContentPartPr>
                  <p14:cNvPr id="132" name="墨迹 131"/>
                  <p14:cNvContentPartPr/>
                  <p14:nvPr/>
                </p14:nvContentPartPr>
                <p14:xfrm>
                  <a:off x="10450" y="3727"/>
                  <a:ext cx="10" cy="116"/>
                </p14:xfrm>
              </p:contentPart>
            </mc:Choice>
            <mc:Fallback xmlns="">
              <p:pic>
                <p:nvPicPr>
                  <p:cNvPr id="132" name="墨迹 131"/>
                </p:nvPicPr>
                <p:blipFill>
                  <a:blip r:embed="rId220"/>
                </p:blipFill>
                <p:spPr>
                  <a:xfrm>
                    <a:off x="10450" y="3727"/>
                    <a:ext cx="10" cy="116"/>
                  </a:xfrm>
                  <a:prstGeom prst="rect"/>
                </p:spPr>
              </p:pic>
            </mc:Fallback>
          </mc:AlternateContent>
          <mc:AlternateContent xmlns:mc="http://schemas.openxmlformats.org/markup-compatibility/2006" xmlns:p14="http://schemas.microsoft.com/office/powerpoint/2010/main">
            <mc:Choice Requires="p14">
              <p:contentPart r:id="rId221" p14:bwMode="auto">
                <p14:nvContentPartPr>
                  <p14:cNvPr id="133" name="墨迹 132"/>
                  <p14:cNvContentPartPr/>
                  <p14:nvPr/>
                </p14:nvContentPartPr>
                <p14:xfrm>
                  <a:off x="10335" y="3717"/>
                  <a:ext cx="49" cy="30"/>
                </p14:xfrm>
              </p:contentPart>
            </mc:Choice>
            <mc:Fallback xmlns="">
              <p:pic>
                <p:nvPicPr>
                  <p:cNvPr id="133" name="墨迹 132"/>
                </p:nvPicPr>
                <p:blipFill>
                  <a:blip r:embed="rId222"/>
                </p:blipFill>
                <p:spPr>
                  <a:xfrm>
                    <a:off x="10335" y="3717"/>
                    <a:ext cx="49" cy="30"/>
                  </a:xfrm>
                  <a:prstGeom prst="rect"/>
                </p:spPr>
              </p:pic>
            </mc:Fallback>
          </mc:AlternateContent>
          <mc:AlternateContent xmlns:mc="http://schemas.openxmlformats.org/markup-compatibility/2006" xmlns:p14="http://schemas.microsoft.com/office/powerpoint/2010/main">
            <mc:Choice Requires="p14">
              <p:contentPart r:id="rId223" p14:bwMode="auto">
                <p14:nvContentPartPr>
                  <p14:cNvPr id="134" name="墨迹 133"/>
                  <p14:cNvContentPartPr/>
                  <p14:nvPr/>
                </p14:nvContentPartPr>
                <p14:xfrm>
                  <a:off x="10373" y="3717"/>
                  <a:ext cx="39" cy="11"/>
                </p14:xfrm>
              </p:contentPart>
            </mc:Choice>
            <mc:Fallback xmlns="">
              <p:pic>
                <p:nvPicPr>
                  <p:cNvPr id="134" name="墨迹 133"/>
                </p:nvPicPr>
                <p:blipFill>
                  <a:blip r:embed="rId224"/>
                </p:blipFill>
                <p:spPr>
                  <a:xfrm>
                    <a:off x="10373" y="3717"/>
                    <a:ext cx="39" cy="11"/>
                  </a:xfrm>
                  <a:prstGeom prst="rect"/>
                </p:spPr>
              </p:pic>
            </mc:Fallback>
          </mc:AlternateContent>
          <mc:AlternateContent xmlns:mc="http://schemas.openxmlformats.org/markup-compatibility/2006" xmlns:p14="http://schemas.microsoft.com/office/powerpoint/2010/main">
            <mc:Choice Requires="p14">
              <p:contentPart r:id="rId225" p14:bwMode="auto">
                <p14:nvContentPartPr>
                  <p14:cNvPr id="135" name="墨迹 134"/>
                  <p14:cNvContentPartPr/>
                  <p14:nvPr/>
                </p14:nvContentPartPr>
                <p14:xfrm>
                  <a:off x="10431" y="3746"/>
                  <a:ext cx="39" cy="174"/>
                </p14:xfrm>
              </p:contentPart>
            </mc:Choice>
            <mc:Fallback xmlns="">
              <p:pic>
                <p:nvPicPr>
                  <p:cNvPr id="135" name="墨迹 134"/>
                </p:nvPicPr>
                <p:blipFill>
                  <a:blip r:embed="rId226"/>
                </p:blipFill>
                <p:spPr>
                  <a:xfrm>
                    <a:off x="10431" y="3746"/>
                    <a:ext cx="39" cy="174"/>
                  </a:xfrm>
                  <a:prstGeom prst="rect"/>
                </p:spPr>
              </p:pic>
            </mc:Fallback>
          </mc:AlternateContent>
          <mc:AlternateContent xmlns:mc="http://schemas.openxmlformats.org/markup-compatibility/2006" xmlns:p14="http://schemas.microsoft.com/office/powerpoint/2010/main">
            <mc:Choice Requires="p14">
              <p:contentPart r:id="rId227" p14:bwMode="auto">
                <p14:nvContentPartPr>
                  <p14:cNvPr id="136" name="墨迹 135"/>
                  <p14:cNvContentPartPr/>
                  <p14:nvPr/>
                </p14:nvContentPartPr>
                <p14:xfrm>
                  <a:off x="10440" y="3737"/>
                  <a:ext cx="11" cy="154"/>
                </p14:xfrm>
              </p:contentPart>
            </mc:Choice>
            <mc:Fallback xmlns="">
              <p:pic>
                <p:nvPicPr>
                  <p:cNvPr id="136" name="墨迹 135"/>
                </p:nvPicPr>
                <p:blipFill>
                  <a:blip r:embed="rId228"/>
                </p:blipFill>
                <p:spPr>
                  <a:xfrm>
                    <a:off x="10440" y="3737"/>
                    <a:ext cx="11" cy="154"/>
                  </a:xfrm>
                  <a:prstGeom prst="rect"/>
                </p:spPr>
              </p:pic>
            </mc:Fallback>
          </mc:AlternateContent>
          <mc:AlternateContent xmlns:mc="http://schemas.openxmlformats.org/markup-compatibility/2006" xmlns:p14="http://schemas.microsoft.com/office/powerpoint/2010/main">
            <mc:Choice Requires="p14">
              <p:contentPart r:id="rId229" p14:bwMode="auto">
                <p14:nvContentPartPr>
                  <p14:cNvPr id="137" name="墨迹 136"/>
                  <p14:cNvContentPartPr/>
                  <p14:nvPr/>
                </p14:nvContentPartPr>
                <p14:xfrm>
                  <a:off x="10459" y="3938"/>
                  <a:ext cx="1" cy="1"/>
                </p14:xfrm>
              </p:contentPart>
            </mc:Choice>
            <mc:Fallback xmlns="">
              <p:pic>
                <p:nvPicPr>
                  <p:cNvPr id="137" name="墨迹 136"/>
                </p:nvPicPr>
                <p:blipFill>
                  <a:blip r:embed="rId230"/>
                </p:blipFill>
                <p:spPr>
                  <a:xfrm>
                    <a:off x="10459" y="3938"/>
                    <a:ext cx="1" cy="1"/>
                  </a:xfrm>
                  <a:prstGeom prst="rect"/>
                </p:spPr>
              </p:pic>
            </mc:Fallback>
          </mc:AlternateContent>
          <mc:AlternateContent xmlns:mc="http://schemas.openxmlformats.org/markup-compatibility/2006" xmlns:p14="http://schemas.microsoft.com/office/powerpoint/2010/main">
            <mc:Choice Requires="p14">
              <p:contentPart r:id="rId231" p14:bwMode="auto">
                <p14:nvContentPartPr>
                  <p14:cNvPr id="138" name="墨迹 137"/>
                  <p14:cNvContentPartPr/>
                  <p14:nvPr/>
                </p14:nvContentPartPr>
                <p14:xfrm>
                  <a:off x="10440" y="3698"/>
                  <a:ext cx="1" cy="1"/>
                </p14:xfrm>
              </p:contentPart>
            </mc:Choice>
            <mc:Fallback xmlns="">
              <p:pic>
                <p:nvPicPr>
                  <p:cNvPr id="138" name="墨迹 137"/>
                </p:nvPicPr>
                <p:blipFill>
                  <a:blip r:embed="rId230"/>
                </p:blipFill>
                <p:spPr>
                  <a:xfrm>
                    <a:off x="10440" y="3698"/>
                    <a:ext cx="1" cy="1"/>
                  </a:xfrm>
                  <a:prstGeom prst="rect"/>
                </p:spPr>
              </p:pic>
            </mc:Fallback>
          </mc:AlternateContent>
          <mc:AlternateContent xmlns:mc="http://schemas.openxmlformats.org/markup-compatibility/2006" xmlns:p14="http://schemas.microsoft.com/office/powerpoint/2010/main">
            <mc:Choice Requires="p14">
              <p:contentPart r:id="rId232" p14:bwMode="auto">
                <p14:nvContentPartPr>
                  <p14:cNvPr id="139" name="墨迹 138"/>
                  <p14:cNvContentPartPr/>
                  <p14:nvPr/>
                </p14:nvContentPartPr>
                <p14:xfrm>
                  <a:off x="10440" y="3698"/>
                  <a:ext cx="1" cy="1"/>
                </p14:xfrm>
              </p:contentPart>
            </mc:Choice>
            <mc:Fallback xmlns="">
              <p:pic>
                <p:nvPicPr>
                  <p:cNvPr id="139" name="墨迹 138"/>
                </p:nvPicPr>
                <p:blipFill>
                  <a:blip r:embed="rId230"/>
                </p:blipFill>
                <p:spPr>
                  <a:xfrm>
                    <a:off x="10440" y="3698"/>
                    <a:ext cx="1" cy="1"/>
                  </a:xfrm>
                  <a:prstGeom prst="rect"/>
                </p:spPr>
              </p:pic>
            </mc:Fallback>
          </mc:AlternateContent>
          <mc:AlternateContent xmlns:mc="http://schemas.openxmlformats.org/markup-compatibility/2006" xmlns:p14="http://schemas.microsoft.com/office/powerpoint/2010/main">
            <mc:Choice Requires="p14">
              <p:contentPart r:id="rId233" p14:bwMode="auto">
                <p14:nvContentPartPr>
                  <p14:cNvPr id="140" name="墨迹 139"/>
                  <p14:cNvContentPartPr/>
                  <p14:nvPr/>
                </p14:nvContentPartPr>
                <p14:xfrm>
                  <a:off x="10392" y="3698"/>
                  <a:ext cx="1" cy="1"/>
                </p14:xfrm>
              </p:contentPart>
            </mc:Choice>
            <mc:Fallback xmlns="">
              <p:pic>
                <p:nvPicPr>
                  <p:cNvPr id="140" name="墨迹 139"/>
                </p:nvPicPr>
                <p:blipFill>
                  <a:blip r:embed="rId230"/>
                </p:blipFill>
                <p:spPr>
                  <a:xfrm>
                    <a:off x="10392" y="3698"/>
                    <a:ext cx="1" cy="1"/>
                  </a:xfrm>
                  <a:prstGeom prst="rect"/>
                </p:spPr>
              </p:pic>
            </mc:Fallback>
          </mc:AlternateContent>
          <mc:AlternateContent xmlns:mc="http://schemas.openxmlformats.org/markup-compatibility/2006" xmlns:p14="http://schemas.microsoft.com/office/powerpoint/2010/main">
            <mc:Choice Requires="p14">
              <p:contentPart r:id="rId234" p14:bwMode="auto">
                <p14:nvContentPartPr>
                  <p14:cNvPr id="141" name="墨迹 140"/>
                  <p14:cNvContentPartPr/>
                  <p14:nvPr/>
                </p14:nvContentPartPr>
                <p14:xfrm>
                  <a:off x="10642" y="3696"/>
                  <a:ext cx="1" cy="1"/>
                </p14:xfrm>
              </p:contentPart>
            </mc:Choice>
            <mc:Fallback xmlns="">
              <p:pic>
                <p:nvPicPr>
                  <p:cNvPr id="141" name="墨迹 140"/>
                </p:nvPicPr>
                <p:blipFill>
                  <a:blip r:embed="rId230"/>
                </p:blipFill>
                <p:spPr>
                  <a:xfrm>
                    <a:off x="10642" y="3696"/>
                    <a:ext cx="1" cy="1"/>
                  </a:xfrm>
                  <a:prstGeom prst="rect"/>
                </p:spPr>
              </p:pic>
            </mc:Fallback>
          </mc:AlternateContent>
          <mc:AlternateContent xmlns:mc="http://schemas.openxmlformats.org/markup-compatibility/2006" xmlns:p14="http://schemas.microsoft.com/office/powerpoint/2010/main">
            <mc:Choice Requires="p14">
              <p:contentPart r:id="rId235" p14:bwMode="auto">
                <p14:nvContentPartPr>
                  <p14:cNvPr id="142" name="墨迹 141"/>
                  <p14:cNvContentPartPr/>
                  <p14:nvPr/>
                </p14:nvContentPartPr>
                <p14:xfrm>
                  <a:off x="10642" y="3696"/>
                  <a:ext cx="49" cy="222"/>
                </p14:xfrm>
              </p:contentPart>
            </mc:Choice>
            <mc:Fallback xmlns="">
              <p:pic>
                <p:nvPicPr>
                  <p:cNvPr id="142" name="墨迹 141"/>
                </p:nvPicPr>
                <p:blipFill>
                  <a:blip r:embed="rId236"/>
                </p:blipFill>
                <p:spPr>
                  <a:xfrm>
                    <a:off x="10642" y="3696"/>
                    <a:ext cx="49" cy="222"/>
                  </a:xfrm>
                  <a:prstGeom prst="rect"/>
                </p:spPr>
              </p:pic>
            </mc:Fallback>
          </mc:AlternateContent>
          <mc:AlternateContent xmlns:mc="http://schemas.openxmlformats.org/markup-compatibility/2006" xmlns:p14="http://schemas.microsoft.com/office/powerpoint/2010/main">
            <mc:Choice Requires="p14">
              <p:contentPart r:id="rId237" p14:bwMode="auto">
                <p14:nvContentPartPr>
                  <p14:cNvPr id="143" name="墨迹 142"/>
                  <p14:cNvContentPartPr/>
                  <p14:nvPr/>
                </p14:nvContentPartPr>
                <p14:xfrm>
                  <a:off x="10690" y="3888"/>
                  <a:ext cx="1" cy="1"/>
                </p14:xfrm>
              </p:contentPart>
            </mc:Choice>
            <mc:Fallback xmlns="">
              <p:pic>
                <p:nvPicPr>
                  <p:cNvPr id="143" name="墨迹 142"/>
                </p:nvPicPr>
                <p:blipFill>
                  <a:blip r:embed="rId230"/>
                </p:blipFill>
                <p:spPr>
                  <a:xfrm>
                    <a:off x="10690" y="3888"/>
                    <a:ext cx="1" cy="1"/>
                  </a:xfrm>
                  <a:prstGeom prst="rect"/>
                </p:spPr>
              </p:pic>
            </mc:Fallback>
          </mc:AlternateContent>
          <mc:AlternateContent xmlns:mc="http://schemas.openxmlformats.org/markup-compatibility/2006" xmlns:p14="http://schemas.microsoft.com/office/powerpoint/2010/main">
            <mc:Choice Requires="p14">
              <p:contentPart r:id="rId238" p14:bwMode="auto">
                <p14:nvContentPartPr>
                  <p14:cNvPr id="144" name="墨迹 143"/>
                  <p14:cNvContentPartPr/>
                  <p14:nvPr/>
                </p14:nvContentPartPr>
                <p14:xfrm>
                  <a:off x="10219" y="3811"/>
                  <a:ext cx="40" cy="97"/>
                </p14:xfrm>
              </p:contentPart>
            </mc:Choice>
            <mc:Fallback xmlns="">
              <p:pic>
                <p:nvPicPr>
                  <p:cNvPr id="144" name="墨迹 143"/>
                </p:nvPicPr>
                <p:blipFill>
                  <a:blip r:embed="rId239"/>
                </p:blipFill>
                <p:spPr>
                  <a:xfrm>
                    <a:off x="10219" y="3811"/>
                    <a:ext cx="40" cy="97"/>
                  </a:xfrm>
                  <a:prstGeom prst="rect"/>
                </p:spPr>
              </p:pic>
            </mc:Fallback>
          </mc:AlternateContent>
          <mc:AlternateContent xmlns:mc="http://schemas.openxmlformats.org/markup-compatibility/2006" xmlns:p14="http://schemas.microsoft.com/office/powerpoint/2010/main">
            <mc:Choice Requires="p14">
              <p:contentPart r:id="rId240" p14:bwMode="auto">
                <p14:nvContentPartPr>
                  <p14:cNvPr id="145" name="墨迹 144"/>
                  <p14:cNvContentPartPr/>
                  <p14:nvPr/>
                </p14:nvContentPartPr>
                <p14:xfrm>
                  <a:off x="10037" y="3917"/>
                  <a:ext cx="107" cy="212"/>
                </p14:xfrm>
              </p:contentPart>
            </mc:Choice>
            <mc:Fallback xmlns="">
              <p:pic>
                <p:nvPicPr>
                  <p:cNvPr id="145" name="墨迹 144"/>
                </p:nvPicPr>
                <p:blipFill>
                  <a:blip r:embed="rId241"/>
                </p:blipFill>
                <p:spPr>
                  <a:xfrm>
                    <a:off x="10037" y="3917"/>
                    <a:ext cx="107" cy="212"/>
                  </a:xfrm>
                  <a:prstGeom prst="rect"/>
                </p:spPr>
              </p:pic>
            </mc:Fallback>
          </mc:AlternateContent>
          <mc:AlternateContent xmlns:mc="http://schemas.openxmlformats.org/markup-compatibility/2006" xmlns:p14="http://schemas.microsoft.com/office/powerpoint/2010/main">
            <mc:Choice Requires="p14">
              <p:contentPart r:id="rId242" p14:bwMode="auto">
                <p14:nvContentPartPr>
                  <p14:cNvPr id="146" name="墨迹 145"/>
                  <p14:cNvContentPartPr/>
                  <p14:nvPr/>
                </p14:nvContentPartPr>
                <p14:xfrm>
                  <a:off x="10143" y="4128"/>
                  <a:ext cx="1" cy="1"/>
                </p14:xfrm>
              </p:contentPart>
            </mc:Choice>
            <mc:Fallback xmlns="">
              <p:pic>
                <p:nvPicPr>
                  <p:cNvPr id="146" name="墨迹 145"/>
                </p:nvPicPr>
                <p:blipFill>
                  <a:blip r:embed="rId230"/>
                </p:blipFill>
                <p:spPr>
                  <a:xfrm>
                    <a:off x="10143" y="4128"/>
                    <a:ext cx="1" cy="1"/>
                  </a:xfrm>
                  <a:prstGeom prst="rect"/>
                </p:spPr>
              </p:pic>
            </mc:Fallback>
          </mc:AlternateContent>
          <mc:AlternateContent xmlns:mc="http://schemas.openxmlformats.org/markup-compatibility/2006" xmlns:p14="http://schemas.microsoft.com/office/powerpoint/2010/main">
            <mc:Choice Requires="p14">
              <p:contentPart r:id="rId243" p14:bwMode="auto">
                <p14:nvContentPartPr>
                  <p14:cNvPr id="170" name="墨迹 169"/>
                  <p14:cNvContentPartPr/>
                  <p14:nvPr/>
                </p14:nvContentPartPr>
                <p14:xfrm>
                  <a:off x="9532" y="2229"/>
                  <a:ext cx="434" cy="1794"/>
                </p14:xfrm>
              </p:contentPart>
            </mc:Choice>
            <mc:Fallback xmlns="">
              <p:pic>
                <p:nvPicPr>
                  <p:cNvPr id="170" name="墨迹 169"/>
                </p:nvPicPr>
                <p:blipFill>
                  <a:blip r:embed="rId244"/>
                </p:blipFill>
                <p:spPr>
                  <a:xfrm>
                    <a:off x="9532" y="2229"/>
                    <a:ext cx="434" cy="1794"/>
                  </a:xfrm>
                  <a:prstGeom prst="rect"/>
                </p:spPr>
              </p:pic>
            </mc:Fallback>
          </mc:AlternateContent>
          <mc:AlternateContent xmlns:mc="http://schemas.openxmlformats.org/markup-compatibility/2006" xmlns:p14="http://schemas.microsoft.com/office/powerpoint/2010/main">
            <mc:Choice Requires="p14">
              <p:contentPart r:id="rId245" p14:bwMode="auto">
                <p14:nvContentPartPr>
                  <p14:cNvPr id="173" name="墨迹 172"/>
                  <p14:cNvContentPartPr/>
                  <p14:nvPr/>
                </p14:nvContentPartPr>
                <p14:xfrm>
                  <a:off x="7469" y="2118"/>
                  <a:ext cx="1313" cy="689"/>
                </p14:xfrm>
              </p:contentPart>
            </mc:Choice>
            <mc:Fallback xmlns="">
              <p:pic>
                <p:nvPicPr>
                  <p:cNvPr id="173" name="墨迹 172"/>
                </p:nvPicPr>
                <p:blipFill>
                  <a:blip r:embed="rId246"/>
                </p:blipFill>
                <p:spPr>
                  <a:xfrm>
                    <a:off x="7469" y="2118"/>
                    <a:ext cx="1313" cy="689"/>
                  </a:xfrm>
                  <a:prstGeom prst="rect"/>
                </p:spPr>
              </p:pic>
            </mc:Fallback>
          </mc:AlternateContent>
          <mc:AlternateContent xmlns:mc="http://schemas.openxmlformats.org/markup-compatibility/2006" xmlns:p14="http://schemas.microsoft.com/office/powerpoint/2010/main">
            <mc:Choice Requires="p14">
              <p:contentPart r:id="rId247" p14:bwMode="auto">
                <p14:nvContentPartPr>
                  <p14:cNvPr id="174" name="墨迹 173"/>
                  <p14:cNvContentPartPr/>
                  <p14:nvPr/>
                </p14:nvContentPartPr>
                <p14:xfrm>
                  <a:off x="8781" y="2806"/>
                  <a:ext cx="1" cy="1"/>
                </p14:xfrm>
              </p:contentPart>
            </mc:Choice>
            <mc:Fallback xmlns="">
              <p:pic>
                <p:nvPicPr>
                  <p:cNvPr id="174" name="墨迹 173"/>
                </p:nvPicPr>
                <p:blipFill>
                  <a:blip r:embed="rId6"/>
                </p:blipFill>
                <p:spPr>
                  <a:xfrm>
                    <a:off x="8781" y="2806"/>
                    <a:ext cx="1" cy="1"/>
                  </a:xfrm>
                  <a:prstGeom prst="rect"/>
                </p:spPr>
              </p:pic>
            </mc:Fallback>
          </mc:AlternateContent>
          <mc:AlternateContent xmlns:mc="http://schemas.openxmlformats.org/markup-compatibility/2006" xmlns:p14="http://schemas.microsoft.com/office/powerpoint/2010/main">
            <mc:Choice Requires="p14">
              <p:contentPart r:id="rId248" p14:bwMode="auto">
                <p14:nvContentPartPr>
                  <p14:cNvPr id="176" name="墨迹 175"/>
                  <p14:cNvContentPartPr/>
                  <p14:nvPr/>
                </p14:nvContentPartPr>
                <p14:xfrm>
                  <a:off x="8765" y="1925"/>
                  <a:ext cx="5376" cy="1139"/>
                </p14:xfrm>
              </p:contentPart>
            </mc:Choice>
            <mc:Fallback xmlns="">
              <p:pic>
                <p:nvPicPr>
                  <p:cNvPr id="176" name="墨迹 175"/>
                </p:nvPicPr>
                <p:blipFill>
                  <a:blip r:embed="rId249"/>
                </p:blipFill>
                <p:spPr>
                  <a:xfrm>
                    <a:off x="8765" y="1925"/>
                    <a:ext cx="5376" cy="1139"/>
                  </a:xfrm>
                  <a:prstGeom prst="rect"/>
                </p:spPr>
              </p:pic>
            </mc:Fallback>
          </mc:AlternateContent>
          <mc:AlternateContent xmlns:mc="http://schemas.openxmlformats.org/markup-compatibility/2006" xmlns:p14="http://schemas.microsoft.com/office/powerpoint/2010/main">
            <mc:Choice Requires="p14">
              <p:contentPart r:id="rId250" p14:bwMode="auto">
                <p14:nvContentPartPr>
                  <p14:cNvPr id="177" name="墨迹 176"/>
                  <p14:cNvContentPartPr/>
                  <p14:nvPr/>
                </p14:nvContentPartPr>
                <p14:xfrm>
                  <a:off x="7468" y="2214"/>
                  <a:ext cx="34" cy="93"/>
                </p14:xfrm>
              </p:contentPart>
            </mc:Choice>
            <mc:Fallback xmlns="">
              <p:pic>
                <p:nvPicPr>
                  <p:cNvPr id="177" name="墨迹 176"/>
                </p:nvPicPr>
                <p:blipFill>
                  <a:blip r:embed="rId251"/>
                </p:blipFill>
                <p:spPr>
                  <a:xfrm>
                    <a:off x="7468" y="2214"/>
                    <a:ext cx="34" cy="93"/>
                  </a:xfrm>
                  <a:prstGeom prst="rect"/>
                </p:spPr>
              </p:pic>
            </mc:Fallback>
          </mc:AlternateContent>
          <mc:AlternateContent xmlns:mc="http://schemas.openxmlformats.org/markup-compatibility/2006" xmlns:p14="http://schemas.microsoft.com/office/powerpoint/2010/main">
            <mc:Choice Requires="p14">
              <p:contentPart r:id="rId252" p14:bwMode="auto">
                <p14:nvContentPartPr>
                  <p14:cNvPr id="178" name="墨迹 177"/>
                  <p14:cNvContentPartPr/>
                  <p14:nvPr/>
                </p14:nvContentPartPr>
                <p14:xfrm>
                  <a:off x="7517" y="2310"/>
                  <a:ext cx="81" cy="144"/>
                </p14:xfrm>
              </p:contentPart>
            </mc:Choice>
            <mc:Fallback xmlns="">
              <p:pic>
                <p:nvPicPr>
                  <p:cNvPr id="178" name="墨迹 177"/>
                </p:nvPicPr>
                <p:blipFill>
                  <a:blip r:embed="rId253"/>
                </p:blipFill>
                <p:spPr>
                  <a:xfrm>
                    <a:off x="7517" y="2310"/>
                    <a:ext cx="81" cy="144"/>
                  </a:xfrm>
                  <a:prstGeom prst="rect"/>
                </p:spPr>
              </p:pic>
            </mc:Fallback>
          </mc:AlternateContent>
          <mc:AlternateContent xmlns:mc="http://schemas.openxmlformats.org/markup-compatibility/2006" xmlns:p14="http://schemas.microsoft.com/office/powerpoint/2010/main">
            <mc:Choice Requires="p14">
              <p:contentPart r:id="rId254" p14:bwMode="auto">
                <p14:nvContentPartPr>
                  <p14:cNvPr id="179" name="墨迹 178"/>
                  <p14:cNvContentPartPr/>
                  <p14:nvPr/>
                </p14:nvContentPartPr>
                <p14:xfrm>
                  <a:off x="7549" y="2486"/>
                  <a:ext cx="225" cy="130"/>
                </p14:xfrm>
              </p:contentPart>
            </mc:Choice>
            <mc:Fallback xmlns="">
              <p:pic>
                <p:nvPicPr>
                  <p:cNvPr id="179" name="墨迹 178"/>
                </p:nvPicPr>
                <p:blipFill>
                  <a:blip r:embed="rId255"/>
                </p:blipFill>
                <p:spPr>
                  <a:xfrm>
                    <a:off x="7549" y="2486"/>
                    <a:ext cx="225" cy="130"/>
                  </a:xfrm>
                  <a:prstGeom prst="rect"/>
                </p:spPr>
              </p:pic>
            </mc:Fallback>
          </mc:AlternateContent>
          <mc:AlternateContent xmlns:mc="http://schemas.openxmlformats.org/markup-compatibility/2006" xmlns:p14="http://schemas.microsoft.com/office/powerpoint/2010/main">
            <mc:Choice Requires="p14">
              <p:contentPart r:id="rId256" p14:bwMode="auto">
                <p14:nvContentPartPr>
                  <p14:cNvPr id="180" name="墨迹 179"/>
                  <p14:cNvContentPartPr/>
                  <p14:nvPr/>
                </p14:nvContentPartPr>
                <p14:xfrm>
                  <a:off x="7740" y="2598"/>
                  <a:ext cx="66" cy="124"/>
                </p14:xfrm>
              </p:contentPart>
            </mc:Choice>
            <mc:Fallback xmlns="">
              <p:pic>
                <p:nvPicPr>
                  <p:cNvPr id="180" name="墨迹 179"/>
                </p:nvPicPr>
                <p:blipFill>
                  <a:blip r:embed="rId257"/>
                </p:blipFill>
                <p:spPr>
                  <a:xfrm>
                    <a:off x="7740" y="2598"/>
                    <a:ext cx="66" cy="124"/>
                  </a:xfrm>
                  <a:prstGeom prst="rect"/>
                </p:spPr>
              </p:pic>
            </mc:Fallback>
          </mc:AlternateContent>
          <mc:AlternateContent xmlns:mc="http://schemas.openxmlformats.org/markup-compatibility/2006" xmlns:p14="http://schemas.microsoft.com/office/powerpoint/2010/main">
            <mc:Choice Requires="p14">
              <p:contentPart r:id="rId258" p14:bwMode="auto">
                <p14:nvContentPartPr>
                  <p14:cNvPr id="181" name="墨迹 180"/>
                  <p14:cNvContentPartPr/>
                  <p14:nvPr/>
                </p14:nvContentPartPr>
                <p14:xfrm>
                  <a:off x="7901" y="2678"/>
                  <a:ext cx="145" cy="154"/>
                </p14:xfrm>
              </p:contentPart>
            </mc:Choice>
            <mc:Fallback xmlns="">
              <p:pic>
                <p:nvPicPr>
                  <p:cNvPr id="181" name="墨迹 180"/>
                </p:nvPicPr>
                <p:blipFill>
                  <a:blip r:embed="rId259"/>
                </p:blipFill>
                <p:spPr>
                  <a:xfrm>
                    <a:off x="7901" y="2678"/>
                    <a:ext cx="145" cy="154"/>
                  </a:xfrm>
                  <a:prstGeom prst="rect"/>
                </p:spPr>
              </p:pic>
            </mc:Fallback>
          </mc:AlternateContent>
          <mc:AlternateContent xmlns:mc="http://schemas.openxmlformats.org/markup-compatibility/2006" xmlns:p14="http://schemas.microsoft.com/office/powerpoint/2010/main">
            <mc:Choice Requires="p14">
              <p:contentPart r:id="rId260" p14:bwMode="auto">
                <p14:nvContentPartPr>
                  <p14:cNvPr id="182" name="墨迹 181"/>
                  <p14:cNvContentPartPr/>
                  <p14:nvPr/>
                </p14:nvContentPartPr>
                <p14:xfrm>
                  <a:off x="8125" y="2726"/>
                  <a:ext cx="33" cy="112"/>
                </p14:xfrm>
              </p:contentPart>
            </mc:Choice>
            <mc:Fallback xmlns="">
              <p:pic>
                <p:nvPicPr>
                  <p:cNvPr id="182" name="墨迹 181"/>
                </p:nvPicPr>
                <p:blipFill>
                  <a:blip r:embed="rId261"/>
                </p:blipFill>
                <p:spPr>
                  <a:xfrm>
                    <a:off x="8125" y="2726"/>
                    <a:ext cx="33" cy="112"/>
                  </a:xfrm>
                  <a:prstGeom prst="rect"/>
                </p:spPr>
              </p:pic>
            </mc:Fallback>
          </mc:AlternateContent>
          <mc:AlternateContent xmlns:mc="http://schemas.openxmlformats.org/markup-compatibility/2006" xmlns:p14="http://schemas.microsoft.com/office/powerpoint/2010/main">
            <mc:Choice Requires="p14">
              <p:contentPart r:id="rId262" p14:bwMode="auto">
                <p14:nvContentPartPr>
                  <p14:cNvPr id="183" name="墨迹 182"/>
                  <p14:cNvContentPartPr/>
                  <p14:nvPr/>
                </p14:nvContentPartPr>
                <p14:xfrm>
                  <a:off x="8317" y="2710"/>
                  <a:ext cx="17" cy="156"/>
                </p14:xfrm>
              </p:contentPart>
            </mc:Choice>
            <mc:Fallback xmlns="">
              <p:pic>
                <p:nvPicPr>
                  <p:cNvPr id="183" name="墨迹 182"/>
                </p:nvPicPr>
                <p:blipFill>
                  <a:blip r:embed="rId263"/>
                </p:blipFill>
                <p:spPr>
                  <a:xfrm>
                    <a:off x="8317" y="2710"/>
                    <a:ext cx="17" cy="156"/>
                  </a:xfrm>
                  <a:prstGeom prst="rect"/>
                </p:spPr>
              </p:pic>
            </mc:Fallback>
          </mc:AlternateContent>
          <mc:AlternateContent xmlns:mc="http://schemas.openxmlformats.org/markup-compatibility/2006" xmlns:p14="http://schemas.microsoft.com/office/powerpoint/2010/main">
            <mc:Choice Requires="p14">
              <p:contentPart r:id="rId264" p14:bwMode="auto">
                <p14:nvContentPartPr>
                  <p14:cNvPr id="184" name="墨迹 183"/>
                  <p14:cNvContentPartPr/>
                  <p14:nvPr/>
                </p14:nvContentPartPr>
                <p14:xfrm>
                  <a:off x="8509" y="2790"/>
                  <a:ext cx="1" cy="95"/>
                </p14:xfrm>
              </p:contentPart>
            </mc:Choice>
            <mc:Fallback xmlns="">
              <p:pic>
                <p:nvPicPr>
                  <p:cNvPr id="184" name="墨迹 183"/>
                </p:nvPicPr>
                <p:blipFill>
                  <a:blip r:embed="rId265"/>
                </p:blipFill>
                <p:spPr>
                  <a:xfrm>
                    <a:off x="8509" y="2790"/>
                    <a:ext cx="1" cy="95"/>
                  </a:xfrm>
                  <a:prstGeom prst="rect"/>
                </p:spPr>
              </p:pic>
            </mc:Fallback>
          </mc:AlternateContent>
          <mc:AlternateContent xmlns:mc="http://schemas.openxmlformats.org/markup-compatibility/2006" xmlns:p14="http://schemas.microsoft.com/office/powerpoint/2010/main">
            <mc:Choice Requires="p14">
              <p:contentPart r:id="rId266" p14:bwMode="auto">
                <p14:nvContentPartPr>
                  <p14:cNvPr id="185" name="墨迹 184"/>
                  <p14:cNvContentPartPr/>
                  <p14:nvPr/>
                </p14:nvContentPartPr>
                <p14:xfrm>
                  <a:off x="8701" y="2726"/>
                  <a:ext cx="1" cy="174"/>
                </p14:xfrm>
              </p:contentPart>
            </mc:Choice>
            <mc:Fallback xmlns="">
              <p:pic>
                <p:nvPicPr>
                  <p:cNvPr id="185" name="墨迹 184"/>
                </p:nvPicPr>
                <p:blipFill>
                  <a:blip r:embed="rId267"/>
                </p:blipFill>
                <p:spPr>
                  <a:xfrm>
                    <a:off x="8701" y="2726"/>
                    <a:ext cx="1" cy="174"/>
                  </a:xfrm>
                  <a:prstGeom prst="rect"/>
                </p:spPr>
              </p:pic>
            </mc:Fallback>
          </mc:AlternateContent>
          <mc:AlternateContent xmlns:mc="http://schemas.openxmlformats.org/markup-compatibility/2006" xmlns:p14="http://schemas.microsoft.com/office/powerpoint/2010/main">
            <mc:Choice Requires="p14">
              <p:contentPart r:id="rId268" p14:bwMode="auto">
                <p14:nvContentPartPr>
                  <p14:cNvPr id="186" name="墨迹 185"/>
                  <p14:cNvContentPartPr/>
                  <p14:nvPr/>
                </p14:nvContentPartPr>
                <p14:xfrm>
                  <a:off x="8813" y="2742"/>
                  <a:ext cx="81" cy="160"/>
                </p14:xfrm>
              </p:contentPart>
            </mc:Choice>
            <mc:Fallback xmlns="">
              <p:pic>
                <p:nvPicPr>
                  <p:cNvPr id="186" name="墨迹 185"/>
                </p:nvPicPr>
                <p:blipFill>
                  <a:blip r:embed="rId269"/>
                </p:blipFill>
                <p:spPr>
                  <a:xfrm>
                    <a:off x="8813" y="2742"/>
                    <a:ext cx="81" cy="160"/>
                  </a:xfrm>
                  <a:prstGeom prst="rect"/>
                </p:spPr>
              </p:pic>
            </mc:Fallback>
          </mc:AlternateContent>
          <mc:AlternateContent xmlns:mc="http://schemas.openxmlformats.org/markup-compatibility/2006" xmlns:p14="http://schemas.microsoft.com/office/powerpoint/2010/main">
            <mc:Choice Requires="p14">
              <p:contentPart r:id="rId270" p14:bwMode="auto">
                <p14:nvContentPartPr>
                  <p14:cNvPr id="187" name="墨迹 186"/>
                  <p14:cNvContentPartPr/>
                  <p14:nvPr/>
                </p14:nvContentPartPr>
                <p14:xfrm>
                  <a:off x="8893" y="2614"/>
                  <a:ext cx="97" cy="193"/>
                </p14:xfrm>
              </p:contentPart>
            </mc:Choice>
            <mc:Fallback xmlns="">
              <p:pic>
                <p:nvPicPr>
                  <p:cNvPr id="187" name="墨迹 186"/>
                </p:nvPicPr>
                <p:blipFill>
                  <a:blip r:embed="rId271"/>
                </p:blipFill>
                <p:spPr>
                  <a:xfrm>
                    <a:off x="8893" y="2614"/>
                    <a:ext cx="97" cy="193"/>
                  </a:xfrm>
                  <a:prstGeom prst="rect"/>
                </p:spPr>
              </p:pic>
            </mc:Fallback>
          </mc:AlternateContent>
          <mc:AlternateContent xmlns:mc="http://schemas.openxmlformats.org/markup-compatibility/2006" xmlns:p14="http://schemas.microsoft.com/office/powerpoint/2010/main">
            <mc:Choice Requires="p14">
              <p:contentPart r:id="rId272" p14:bwMode="auto">
                <p14:nvContentPartPr>
                  <p14:cNvPr id="188" name="墨迹 187"/>
                  <p14:cNvContentPartPr/>
                  <p14:nvPr/>
                </p14:nvContentPartPr>
                <p14:xfrm>
                  <a:off x="8989" y="2502"/>
                  <a:ext cx="114" cy="161"/>
                </p14:xfrm>
              </p:contentPart>
            </mc:Choice>
            <mc:Fallback xmlns="">
              <p:pic>
                <p:nvPicPr>
                  <p:cNvPr id="188" name="墨迹 187"/>
                </p:nvPicPr>
                <p:blipFill>
                  <a:blip r:embed="rId273"/>
                </p:blipFill>
                <p:spPr>
                  <a:xfrm>
                    <a:off x="8989" y="2502"/>
                    <a:ext cx="114" cy="161"/>
                  </a:xfrm>
                  <a:prstGeom prst="rect"/>
                </p:spPr>
              </p:pic>
            </mc:Fallback>
          </mc:AlternateContent>
          <mc:AlternateContent xmlns:mc="http://schemas.openxmlformats.org/markup-compatibility/2006" xmlns:p14="http://schemas.microsoft.com/office/powerpoint/2010/main">
            <mc:Choice Requires="p14">
              <p:contentPart r:id="rId274" p14:bwMode="auto">
                <p14:nvContentPartPr>
                  <p14:cNvPr id="189" name="墨迹 188"/>
                  <p14:cNvContentPartPr/>
                  <p14:nvPr/>
                </p14:nvContentPartPr>
                <p14:xfrm>
                  <a:off x="9117" y="2390"/>
                  <a:ext cx="126" cy="177"/>
                </p14:xfrm>
              </p:contentPart>
            </mc:Choice>
            <mc:Fallback xmlns="">
              <p:pic>
                <p:nvPicPr>
                  <p:cNvPr id="189" name="墨迹 188"/>
                </p:nvPicPr>
                <p:blipFill>
                  <a:blip r:embed="rId275"/>
                </p:blipFill>
                <p:spPr>
                  <a:xfrm>
                    <a:off x="9117" y="2390"/>
                    <a:ext cx="126" cy="177"/>
                  </a:xfrm>
                  <a:prstGeom prst="rect"/>
                </p:spPr>
              </p:pic>
            </mc:Fallback>
          </mc:AlternateContent>
          <mc:AlternateContent xmlns:mc="http://schemas.openxmlformats.org/markup-compatibility/2006" xmlns:p14="http://schemas.microsoft.com/office/powerpoint/2010/main">
            <mc:Choice Requires="p14">
              <p:contentPart r:id="rId276" p14:bwMode="auto">
                <p14:nvContentPartPr>
                  <p14:cNvPr id="190" name="墨迹 189"/>
                  <p14:cNvContentPartPr/>
                  <p14:nvPr/>
                </p14:nvContentPartPr>
                <p14:xfrm>
                  <a:off x="9277" y="2374"/>
                  <a:ext cx="48" cy="92"/>
                </p14:xfrm>
              </p:contentPart>
            </mc:Choice>
            <mc:Fallback xmlns="">
              <p:pic>
                <p:nvPicPr>
                  <p:cNvPr id="190" name="墨迹 189"/>
                </p:nvPicPr>
                <p:blipFill>
                  <a:blip r:embed="rId277"/>
                </p:blipFill>
                <p:spPr>
                  <a:xfrm>
                    <a:off x="9277" y="2374"/>
                    <a:ext cx="48" cy="92"/>
                  </a:xfrm>
                  <a:prstGeom prst="rect"/>
                </p:spPr>
              </p:pic>
            </mc:Fallback>
          </mc:AlternateContent>
          <mc:AlternateContent xmlns:mc="http://schemas.openxmlformats.org/markup-compatibility/2006" xmlns:p14="http://schemas.microsoft.com/office/powerpoint/2010/main">
            <mc:Choice Requires="p14">
              <p:contentPart r:id="rId278" p14:bwMode="auto">
                <p14:nvContentPartPr>
                  <p14:cNvPr id="191" name="墨迹 190"/>
                  <p14:cNvContentPartPr/>
                  <p14:nvPr/>
                </p14:nvContentPartPr>
                <p14:xfrm>
                  <a:off x="9357" y="2230"/>
                  <a:ext cx="112" cy="237"/>
                </p14:xfrm>
              </p:contentPart>
            </mc:Choice>
            <mc:Fallback xmlns="">
              <p:pic>
                <p:nvPicPr>
                  <p:cNvPr id="191" name="墨迹 190"/>
                </p:nvPicPr>
                <p:blipFill>
                  <a:blip r:embed="rId279"/>
                </p:blipFill>
                <p:spPr>
                  <a:xfrm>
                    <a:off x="9357" y="2230"/>
                    <a:ext cx="112" cy="237"/>
                  </a:xfrm>
                  <a:prstGeom prst="rect"/>
                </p:spPr>
              </p:pic>
            </mc:Fallback>
          </mc:AlternateContent>
          <mc:AlternateContent xmlns:mc="http://schemas.openxmlformats.org/markup-compatibility/2006" xmlns:p14="http://schemas.microsoft.com/office/powerpoint/2010/main">
            <mc:Choice Requires="p14">
              <p:contentPart r:id="rId280" p14:bwMode="auto">
                <p14:nvContentPartPr>
                  <p14:cNvPr id="192" name="墨迹 191"/>
                  <p14:cNvContentPartPr/>
                  <p14:nvPr/>
                </p14:nvContentPartPr>
                <p14:xfrm>
                  <a:off x="9501" y="2214"/>
                  <a:ext cx="49" cy="139"/>
                </p14:xfrm>
              </p:contentPart>
            </mc:Choice>
            <mc:Fallback xmlns="">
              <p:pic>
                <p:nvPicPr>
                  <p:cNvPr id="192" name="墨迹 191"/>
                </p:nvPicPr>
                <p:blipFill>
                  <a:blip r:embed="rId281"/>
                </p:blipFill>
                <p:spPr>
                  <a:xfrm>
                    <a:off x="9501" y="2214"/>
                    <a:ext cx="49" cy="139"/>
                  </a:xfrm>
                  <a:prstGeom prst="rect"/>
                </p:spPr>
              </p:pic>
            </mc:Fallback>
          </mc:AlternateContent>
          <mc:AlternateContent xmlns:mc="http://schemas.openxmlformats.org/markup-compatibility/2006" xmlns:p14="http://schemas.microsoft.com/office/powerpoint/2010/main">
            <mc:Choice Requires="p14">
              <p:contentPart r:id="rId282" p14:bwMode="auto">
                <p14:nvContentPartPr>
                  <p14:cNvPr id="193" name="墨迹 192"/>
                  <p14:cNvContentPartPr/>
                  <p14:nvPr/>
                </p14:nvContentPartPr>
                <p14:xfrm>
                  <a:off x="9645" y="2166"/>
                  <a:ext cx="62" cy="129"/>
                </p14:xfrm>
              </p:contentPart>
            </mc:Choice>
            <mc:Fallback xmlns="">
              <p:pic>
                <p:nvPicPr>
                  <p:cNvPr id="193" name="墨迹 192"/>
                </p:nvPicPr>
                <p:blipFill>
                  <a:blip r:embed="rId283"/>
                </p:blipFill>
                <p:spPr>
                  <a:xfrm>
                    <a:off x="9645" y="2166"/>
                    <a:ext cx="62" cy="129"/>
                  </a:xfrm>
                  <a:prstGeom prst="rect"/>
                </p:spPr>
              </p:pic>
            </mc:Fallback>
          </mc:AlternateContent>
          <mc:AlternateContent xmlns:mc="http://schemas.openxmlformats.org/markup-compatibility/2006" xmlns:p14="http://schemas.microsoft.com/office/powerpoint/2010/main">
            <mc:Choice Requires="p14">
              <p:contentPart r:id="rId284" p14:bwMode="auto">
                <p14:nvContentPartPr>
                  <p14:cNvPr id="194" name="墨迹 193"/>
                  <p14:cNvContentPartPr/>
                  <p14:nvPr/>
                </p14:nvContentPartPr>
                <p14:xfrm>
                  <a:off x="9805" y="2054"/>
                  <a:ext cx="33" cy="159"/>
                </p14:xfrm>
              </p:contentPart>
            </mc:Choice>
            <mc:Fallback xmlns="">
              <p:pic>
                <p:nvPicPr>
                  <p:cNvPr id="194" name="墨迹 193"/>
                </p:nvPicPr>
                <p:blipFill>
                  <a:blip r:embed="rId285"/>
                </p:blipFill>
                <p:spPr>
                  <a:xfrm>
                    <a:off x="9805" y="2054"/>
                    <a:ext cx="33" cy="159"/>
                  </a:xfrm>
                  <a:prstGeom prst="rect"/>
                </p:spPr>
              </p:pic>
            </mc:Fallback>
          </mc:AlternateContent>
          <mc:AlternateContent xmlns:mc="http://schemas.openxmlformats.org/markup-compatibility/2006" xmlns:p14="http://schemas.microsoft.com/office/powerpoint/2010/main">
            <mc:Choice Requires="p14">
              <p:contentPart r:id="rId286" p14:bwMode="auto">
                <p14:nvContentPartPr>
                  <p14:cNvPr id="195" name="墨迹 194"/>
                  <p14:cNvContentPartPr/>
                  <p14:nvPr/>
                </p14:nvContentPartPr>
                <p14:xfrm>
                  <a:off x="9981" y="1990"/>
                  <a:ext cx="1" cy="191"/>
                </p14:xfrm>
              </p:contentPart>
            </mc:Choice>
            <mc:Fallback xmlns="">
              <p:pic>
                <p:nvPicPr>
                  <p:cNvPr id="195" name="墨迹 194"/>
                </p:nvPicPr>
                <p:blipFill>
                  <a:blip r:embed="rId287"/>
                </p:blipFill>
                <p:spPr>
                  <a:xfrm>
                    <a:off x="9981" y="1990"/>
                    <a:ext cx="1" cy="191"/>
                  </a:xfrm>
                  <a:prstGeom prst="rect"/>
                </p:spPr>
              </p:pic>
            </mc:Fallback>
          </mc:AlternateContent>
          <mc:AlternateContent xmlns:mc="http://schemas.openxmlformats.org/markup-compatibility/2006" xmlns:p14="http://schemas.microsoft.com/office/powerpoint/2010/main">
            <mc:Choice Requires="p14">
              <p:contentPart r:id="rId288" p14:bwMode="auto">
                <p14:nvContentPartPr>
                  <p14:cNvPr id="196" name="墨迹 195"/>
                  <p14:cNvContentPartPr/>
                  <p14:nvPr/>
                </p14:nvContentPartPr>
                <p14:xfrm>
                  <a:off x="10061" y="2006"/>
                  <a:ext cx="33" cy="161"/>
                </p14:xfrm>
              </p:contentPart>
            </mc:Choice>
            <mc:Fallback xmlns="">
              <p:pic>
                <p:nvPicPr>
                  <p:cNvPr id="196" name="墨迹 195"/>
                </p:nvPicPr>
                <p:blipFill>
                  <a:blip r:embed="rId289"/>
                </p:blipFill>
                <p:spPr>
                  <a:xfrm>
                    <a:off x="10061" y="2006"/>
                    <a:ext cx="33" cy="161"/>
                  </a:xfrm>
                  <a:prstGeom prst="rect"/>
                </p:spPr>
              </p:pic>
            </mc:Fallback>
          </mc:AlternateContent>
          <mc:AlternateContent xmlns:mc="http://schemas.openxmlformats.org/markup-compatibility/2006" xmlns:p14="http://schemas.microsoft.com/office/powerpoint/2010/main">
            <mc:Choice Requires="p14">
              <p:contentPart r:id="rId290" p14:bwMode="auto">
                <p14:nvContentPartPr>
                  <p14:cNvPr id="197" name="墨迹 196"/>
                  <p14:cNvContentPartPr/>
                  <p14:nvPr/>
                </p14:nvContentPartPr>
                <p14:xfrm>
                  <a:off x="10173" y="1958"/>
                  <a:ext cx="29" cy="177"/>
                </p14:xfrm>
              </p:contentPart>
            </mc:Choice>
            <mc:Fallback xmlns="">
              <p:pic>
                <p:nvPicPr>
                  <p:cNvPr id="197" name="墨迹 196"/>
                </p:nvPicPr>
                <p:blipFill>
                  <a:blip r:embed="rId291"/>
                </p:blipFill>
                <p:spPr>
                  <a:xfrm>
                    <a:off x="10173" y="1958"/>
                    <a:ext cx="29" cy="177"/>
                  </a:xfrm>
                  <a:prstGeom prst="rect"/>
                </p:spPr>
              </p:pic>
            </mc:Fallback>
          </mc:AlternateContent>
          <mc:AlternateContent xmlns:mc="http://schemas.openxmlformats.org/markup-compatibility/2006" xmlns:p14="http://schemas.microsoft.com/office/powerpoint/2010/main">
            <mc:Choice Requires="p14">
              <p:contentPart r:id="rId292" p14:bwMode="auto">
                <p14:nvContentPartPr>
                  <p14:cNvPr id="198" name="墨迹 197"/>
                  <p14:cNvContentPartPr/>
                  <p14:nvPr/>
                </p14:nvContentPartPr>
                <p14:xfrm>
                  <a:off x="10285" y="1990"/>
                  <a:ext cx="17" cy="237"/>
                </p14:xfrm>
              </p:contentPart>
            </mc:Choice>
            <mc:Fallback xmlns="">
              <p:pic>
                <p:nvPicPr>
                  <p:cNvPr id="198" name="墨迹 197"/>
                </p:nvPicPr>
                <p:blipFill>
                  <a:blip r:embed="rId293"/>
                </p:blipFill>
                <p:spPr>
                  <a:xfrm>
                    <a:off x="10285" y="1990"/>
                    <a:ext cx="17" cy="237"/>
                  </a:xfrm>
                  <a:prstGeom prst="rect"/>
                </p:spPr>
              </p:pic>
            </mc:Fallback>
          </mc:AlternateContent>
          <mc:AlternateContent xmlns:mc="http://schemas.openxmlformats.org/markup-compatibility/2006" xmlns:p14="http://schemas.microsoft.com/office/powerpoint/2010/main">
            <mc:Choice Requires="p14">
              <p:contentPart r:id="rId294" p14:bwMode="auto">
                <p14:nvContentPartPr>
                  <p14:cNvPr id="199" name="墨迹 198"/>
                  <p14:cNvContentPartPr/>
                  <p14:nvPr/>
                </p14:nvContentPartPr>
                <p14:xfrm>
                  <a:off x="10429" y="1958"/>
                  <a:ext cx="17" cy="159"/>
                </p14:xfrm>
              </p:contentPart>
            </mc:Choice>
            <mc:Fallback xmlns="">
              <p:pic>
                <p:nvPicPr>
                  <p:cNvPr id="199" name="墨迹 198"/>
                </p:nvPicPr>
                <p:blipFill>
                  <a:blip r:embed="rId295"/>
                </p:blipFill>
                <p:spPr>
                  <a:xfrm>
                    <a:off x="10429" y="1958"/>
                    <a:ext cx="17" cy="159"/>
                  </a:xfrm>
                  <a:prstGeom prst="rect"/>
                </p:spPr>
              </p:pic>
            </mc:Fallback>
          </mc:AlternateContent>
          <mc:AlternateContent xmlns:mc="http://schemas.openxmlformats.org/markup-compatibility/2006" xmlns:p14="http://schemas.microsoft.com/office/powerpoint/2010/main">
            <mc:Choice Requires="p14">
              <p:contentPart r:id="rId296" p14:bwMode="auto">
                <p14:nvContentPartPr>
                  <p14:cNvPr id="200" name="墨迹 199"/>
                  <p14:cNvContentPartPr/>
                  <p14:nvPr/>
                </p14:nvContentPartPr>
                <p14:xfrm>
                  <a:off x="10605" y="1990"/>
                  <a:ext cx="29" cy="129"/>
                </p14:xfrm>
              </p:contentPart>
            </mc:Choice>
            <mc:Fallback xmlns="">
              <p:pic>
                <p:nvPicPr>
                  <p:cNvPr id="200" name="墨迹 199"/>
                </p:nvPicPr>
                <p:blipFill>
                  <a:blip r:embed="rId297"/>
                </p:blipFill>
                <p:spPr>
                  <a:xfrm>
                    <a:off x="10605" y="1990"/>
                    <a:ext cx="29" cy="129"/>
                  </a:xfrm>
                  <a:prstGeom prst="rect"/>
                </p:spPr>
              </p:pic>
            </mc:Fallback>
          </mc:AlternateContent>
          <mc:AlternateContent xmlns:mc="http://schemas.openxmlformats.org/markup-compatibility/2006" xmlns:p14="http://schemas.microsoft.com/office/powerpoint/2010/main">
            <mc:Choice Requires="p14">
              <p:contentPart r:id="rId298" p14:bwMode="auto">
                <p14:nvContentPartPr>
                  <p14:cNvPr id="201" name="墨迹 200"/>
                  <p14:cNvContentPartPr/>
                  <p14:nvPr/>
                </p14:nvContentPartPr>
                <p14:xfrm>
                  <a:off x="10749" y="1958"/>
                  <a:ext cx="1" cy="156"/>
                </p14:xfrm>
              </p:contentPart>
            </mc:Choice>
            <mc:Fallback xmlns="">
              <p:pic>
                <p:nvPicPr>
                  <p:cNvPr id="201" name="墨迹 200"/>
                </p:nvPicPr>
                <p:blipFill>
                  <a:blip r:embed="rId299"/>
                </p:blipFill>
                <p:spPr>
                  <a:xfrm>
                    <a:off x="10749" y="1958"/>
                    <a:ext cx="1" cy="156"/>
                  </a:xfrm>
                  <a:prstGeom prst="rect"/>
                </p:spPr>
              </p:pic>
            </mc:Fallback>
          </mc:AlternateContent>
          <mc:AlternateContent xmlns:mc="http://schemas.openxmlformats.org/markup-compatibility/2006" xmlns:p14="http://schemas.microsoft.com/office/powerpoint/2010/main">
            <mc:Choice Requires="p14">
              <p:contentPart r:id="rId300" p14:bwMode="auto">
                <p14:nvContentPartPr>
                  <p14:cNvPr id="202" name="墨迹 201"/>
                  <p14:cNvContentPartPr/>
                  <p14:nvPr/>
                </p14:nvContentPartPr>
                <p14:xfrm>
                  <a:off x="10909" y="2038"/>
                  <a:ext cx="1" cy="63"/>
                </p14:xfrm>
              </p:contentPart>
            </mc:Choice>
            <mc:Fallback xmlns="">
              <p:pic>
                <p:nvPicPr>
                  <p:cNvPr id="202" name="墨迹 201"/>
                </p:nvPicPr>
                <p:blipFill>
                  <a:blip r:embed="rId301"/>
                </p:blipFill>
                <p:spPr>
                  <a:xfrm>
                    <a:off x="10909" y="2038"/>
                    <a:ext cx="1" cy="63"/>
                  </a:xfrm>
                  <a:prstGeom prst="rect"/>
                </p:spPr>
              </p:pic>
            </mc:Fallback>
          </mc:AlternateContent>
          <mc:AlternateContent xmlns:mc="http://schemas.openxmlformats.org/markup-compatibility/2006" xmlns:p14="http://schemas.microsoft.com/office/powerpoint/2010/main">
            <mc:Choice Requires="p14">
              <p:contentPart r:id="rId302" p14:bwMode="auto">
                <p14:nvContentPartPr>
                  <p14:cNvPr id="203" name="墨迹 202"/>
                  <p14:cNvContentPartPr/>
                  <p14:nvPr/>
                </p14:nvContentPartPr>
                <p14:xfrm>
                  <a:off x="11101" y="1990"/>
                  <a:ext cx="1" cy="126"/>
                </p14:xfrm>
              </p:contentPart>
            </mc:Choice>
            <mc:Fallback xmlns="">
              <p:pic>
                <p:nvPicPr>
                  <p:cNvPr id="203" name="墨迹 202"/>
                </p:nvPicPr>
                <p:blipFill>
                  <a:blip r:embed="rId303"/>
                </p:blipFill>
                <p:spPr>
                  <a:xfrm>
                    <a:off x="11101" y="1990"/>
                    <a:ext cx="1" cy="126"/>
                  </a:xfrm>
                  <a:prstGeom prst="rect"/>
                </p:spPr>
              </p:pic>
            </mc:Fallback>
          </mc:AlternateContent>
          <mc:AlternateContent xmlns:mc="http://schemas.openxmlformats.org/markup-compatibility/2006" xmlns:p14="http://schemas.microsoft.com/office/powerpoint/2010/main">
            <mc:Choice Requires="p14">
              <p:contentPart r:id="rId304" p14:bwMode="auto">
                <p14:nvContentPartPr>
                  <p14:cNvPr id="204" name="墨迹 203"/>
                  <p14:cNvContentPartPr/>
                  <p14:nvPr/>
                </p14:nvContentPartPr>
                <p14:xfrm>
                  <a:off x="11325" y="2038"/>
                  <a:ext cx="1" cy="143"/>
                </p14:xfrm>
              </p:contentPart>
            </mc:Choice>
            <mc:Fallback xmlns="">
              <p:pic>
                <p:nvPicPr>
                  <p:cNvPr id="204" name="墨迹 203"/>
                </p:nvPicPr>
                <p:blipFill>
                  <a:blip r:embed="rId305"/>
                </p:blipFill>
                <p:spPr>
                  <a:xfrm>
                    <a:off x="11325" y="2038"/>
                    <a:ext cx="1" cy="143"/>
                  </a:xfrm>
                  <a:prstGeom prst="rect"/>
                </p:spPr>
              </p:pic>
            </mc:Fallback>
          </mc:AlternateContent>
          <mc:AlternateContent xmlns:mc="http://schemas.openxmlformats.org/markup-compatibility/2006" xmlns:p14="http://schemas.microsoft.com/office/powerpoint/2010/main">
            <mc:Choice Requires="p14">
              <p:contentPart r:id="rId306" p14:bwMode="auto">
                <p14:nvContentPartPr>
                  <p14:cNvPr id="205" name="墨迹 204"/>
                  <p14:cNvContentPartPr/>
                  <p14:nvPr/>
                </p14:nvContentPartPr>
                <p14:xfrm>
                  <a:off x="11501" y="2070"/>
                  <a:ext cx="1" cy="112"/>
                </p14:xfrm>
              </p:contentPart>
            </mc:Choice>
            <mc:Fallback xmlns="">
              <p:pic>
                <p:nvPicPr>
                  <p:cNvPr id="205" name="墨迹 204"/>
                </p:nvPicPr>
                <p:blipFill>
                  <a:blip r:embed="rId307"/>
                </p:blipFill>
                <p:spPr>
                  <a:xfrm>
                    <a:off x="11501" y="2070"/>
                    <a:ext cx="1" cy="112"/>
                  </a:xfrm>
                  <a:prstGeom prst="rect"/>
                </p:spPr>
              </p:pic>
            </mc:Fallback>
          </mc:AlternateContent>
          <mc:AlternateContent xmlns:mc="http://schemas.openxmlformats.org/markup-compatibility/2006" xmlns:p14="http://schemas.microsoft.com/office/powerpoint/2010/main">
            <mc:Choice Requires="p14">
              <p:contentPart r:id="rId308" p14:bwMode="auto">
                <p14:nvContentPartPr>
                  <p14:cNvPr id="206" name="墨迹 205"/>
                  <p14:cNvContentPartPr/>
                  <p14:nvPr/>
                </p14:nvContentPartPr>
                <p14:xfrm>
                  <a:off x="11661" y="2102"/>
                  <a:ext cx="33" cy="257"/>
                </p14:xfrm>
              </p:contentPart>
            </mc:Choice>
            <mc:Fallback xmlns="">
              <p:pic>
                <p:nvPicPr>
                  <p:cNvPr id="206" name="墨迹 205"/>
                </p:nvPicPr>
                <p:blipFill>
                  <a:blip r:embed="rId309"/>
                </p:blipFill>
                <p:spPr>
                  <a:xfrm>
                    <a:off x="11661" y="2102"/>
                    <a:ext cx="33" cy="257"/>
                  </a:xfrm>
                  <a:prstGeom prst="rect"/>
                </p:spPr>
              </p:pic>
            </mc:Fallback>
          </mc:AlternateContent>
          <mc:AlternateContent xmlns:mc="http://schemas.openxmlformats.org/markup-compatibility/2006" xmlns:p14="http://schemas.microsoft.com/office/powerpoint/2010/main">
            <mc:Choice Requires="p14">
              <p:contentPart r:id="rId310" p14:bwMode="auto">
                <p14:nvContentPartPr>
                  <p14:cNvPr id="207" name="墨迹 206"/>
                  <p14:cNvContentPartPr/>
                  <p14:nvPr/>
                </p14:nvContentPartPr>
                <p14:xfrm>
                  <a:off x="11901" y="2214"/>
                  <a:ext cx="17" cy="208"/>
                </p14:xfrm>
              </p:contentPart>
            </mc:Choice>
            <mc:Fallback xmlns="">
              <p:pic>
                <p:nvPicPr>
                  <p:cNvPr id="207" name="墨迹 206"/>
                </p:nvPicPr>
                <p:blipFill>
                  <a:blip r:embed="rId311"/>
                </p:blipFill>
                <p:spPr>
                  <a:xfrm>
                    <a:off x="11901" y="2214"/>
                    <a:ext cx="17" cy="208"/>
                  </a:xfrm>
                  <a:prstGeom prst="rect"/>
                </p:spPr>
              </p:pic>
            </mc:Fallback>
          </mc:AlternateContent>
          <mc:AlternateContent xmlns:mc="http://schemas.openxmlformats.org/markup-compatibility/2006" xmlns:p14="http://schemas.microsoft.com/office/powerpoint/2010/main">
            <mc:Choice Requires="p14">
              <p:contentPart r:id="rId312" p14:bwMode="auto">
                <p14:nvContentPartPr>
                  <p14:cNvPr id="208" name="墨迹 207"/>
                  <p14:cNvContentPartPr/>
                  <p14:nvPr/>
                </p14:nvContentPartPr>
                <p14:xfrm>
                  <a:off x="11996" y="2422"/>
                  <a:ext cx="114" cy="173"/>
                </p14:xfrm>
              </p:contentPart>
            </mc:Choice>
            <mc:Fallback xmlns="">
              <p:pic>
                <p:nvPicPr>
                  <p:cNvPr id="208" name="墨迹 207"/>
                </p:nvPicPr>
                <p:blipFill>
                  <a:blip r:embed="rId313"/>
                </p:blipFill>
                <p:spPr>
                  <a:xfrm>
                    <a:off x="11996" y="2422"/>
                    <a:ext cx="114" cy="173"/>
                  </a:xfrm>
                  <a:prstGeom prst="rect"/>
                </p:spPr>
              </p:pic>
            </mc:Fallback>
          </mc:AlternateContent>
          <mc:AlternateContent xmlns:mc="http://schemas.openxmlformats.org/markup-compatibility/2006" xmlns:p14="http://schemas.microsoft.com/office/powerpoint/2010/main">
            <mc:Choice Requires="p14">
              <p:contentPart r:id="rId314" p14:bwMode="auto">
                <p14:nvContentPartPr>
                  <p14:cNvPr id="209" name="墨迹 208"/>
                  <p14:cNvContentPartPr/>
                  <p14:nvPr/>
                </p14:nvContentPartPr>
                <p14:xfrm>
                  <a:off x="12125" y="2486"/>
                  <a:ext cx="113" cy="177"/>
                </p14:xfrm>
              </p:contentPart>
            </mc:Choice>
            <mc:Fallback xmlns="">
              <p:pic>
                <p:nvPicPr>
                  <p:cNvPr id="209" name="墨迹 208"/>
                </p:nvPicPr>
                <p:blipFill>
                  <a:blip r:embed="rId315"/>
                </p:blipFill>
                <p:spPr>
                  <a:xfrm>
                    <a:off x="12125" y="2486"/>
                    <a:ext cx="113" cy="177"/>
                  </a:xfrm>
                  <a:prstGeom prst="rect"/>
                </p:spPr>
              </p:pic>
            </mc:Fallback>
          </mc:AlternateContent>
          <mc:AlternateContent xmlns:mc="http://schemas.openxmlformats.org/markup-compatibility/2006" xmlns:p14="http://schemas.microsoft.com/office/powerpoint/2010/main">
            <mc:Choice Requires="p14">
              <p:contentPart r:id="rId316" p14:bwMode="auto">
                <p14:nvContentPartPr>
                  <p14:cNvPr id="210" name="墨迹 209"/>
                  <p14:cNvContentPartPr/>
                  <p14:nvPr/>
                </p14:nvContentPartPr>
                <p14:xfrm>
                  <a:off x="12236" y="2518"/>
                  <a:ext cx="162" cy="239"/>
                </p14:xfrm>
              </p:contentPart>
            </mc:Choice>
            <mc:Fallback xmlns="">
              <p:pic>
                <p:nvPicPr>
                  <p:cNvPr id="210" name="墨迹 209"/>
                </p:nvPicPr>
                <p:blipFill>
                  <a:blip r:embed="rId317"/>
                </p:blipFill>
                <p:spPr>
                  <a:xfrm>
                    <a:off x="12236" y="2518"/>
                    <a:ext cx="162" cy="239"/>
                  </a:xfrm>
                  <a:prstGeom prst="rect"/>
                </p:spPr>
              </p:pic>
            </mc:Fallback>
          </mc:AlternateContent>
          <mc:AlternateContent xmlns:mc="http://schemas.openxmlformats.org/markup-compatibility/2006" xmlns:p14="http://schemas.microsoft.com/office/powerpoint/2010/main">
            <mc:Choice Requires="p14">
              <p:contentPart r:id="rId318" p14:bwMode="auto">
                <p14:nvContentPartPr>
                  <p14:cNvPr id="211" name="墨迹 210"/>
                  <p14:cNvContentPartPr/>
                  <p14:nvPr/>
                </p14:nvContentPartPr>
                <p14:xfrm>
                  <a:off x="12333" y="2630"/>
                  <a:ext cx="81" cy="190"/>
                </p14:xfrm>
              </p:contentPart>
            </mc:Choice>
            <mc:Fallback xmlns="">
              <p:pic>
                <p:nvPicPr>
                  <p:cNvPr id="211" name="墨迹 210"/>
                </p:nvPicPr>
                <p:blipFill>
                  <a:blip r:embed="rId319"/>
                </p:blipFill>
                <p:spPr>
                  <a:xfrm>
                    <a:off x="12333" y="2630"/>
                    <a:ext cx="81" cy="190"/>
                  </a:xfrm>
                  <a:prstGeom prst="rect"/>
                </p:spPr>
              </p:pic>
            </mc:Fallback>
          </mc:AlternateContent>
          <mc:AlternateContent xmlns:mc="http://schemas.openxmlformats.org/markup-compatibility/2006" xmlns:p14="http://schemas.microsoft.com/office/powerpoint/2010/main">
            <mc:Choice Requires="p14">
              <p:contentPart r:id="rId320" p14:bwMode="auto">
                <p14:nvContentPartPr>
                  <p14:cNvPr id="212" name="墨迹 211"/>
                  <p14:cNvContentPartPr/>
                  <p14:nvPr/>
                </p14:nvContentPartPr>
                <p14:xfrm>
                  <a:off x="12476" y="2758"/>
                  <a:ext cx="50" cy="189"/>
                </p14:xfrm>
              </p:contentPart>
            </mc:Choice>
            <mc:Fallback xmlns="">
              <p:pic>
                <p:nvPicPr>
                  <p:cNvPr id="212" name="墨迹 211"/>
                </p:nvPicPr>
                <p:blipFill>
                  <a:blip r:embed="rId321"/>
                </p:blipFill>
                <p:spPr>
                  <a:xfrm>
                    <a:off x="12476" y="2758"/>
                    <a:ext cx="50" cy="189"/>
                  </a:xfrm>
                  <a:prstGeom prst="rect"/>
                </p:spPr>
              </p:pic>
            </mc:Fallback>
          </mc:AlternateContent>
          <mc:AlternateContent xmlns:mc="http://schemas.openxmlformats.org/markup-compatibility/2006" xmlns:p14="http://schemas.microsoft.com/office/powerpoint/2010/main">
            <mc:Choice Requires="p14">
              <p:contentPart r:id="rId322" p14:bwMode="auto">
                <p14:nvContentPartPr>
                  <p14:cNvPr id="213" name="墨迹 212"/>
                  <p14:cNvContentPartPr/>
                  <p14:nvPr/>
                </p14:nvContentPartPr>
                <p14:xfrm>
                  <a:off x="12588" y="2838"/>
                  <a:ext cx="114" cy="239"/>
                </p14:xfrm>
              </p:contentPart>
            </mc:Choice>
            <mc:Fallback xmlns="">
              <p:pic>
                <p:nvPicPr>
                  <p:cNvPr id="213" name="墨迹 212"/>
                </p:nvPicPr>
                <p:blipFill>
                  <a:blip r:embed="rId323"/>
                </p:blipFill>
                <p:spPr>
                  <a:xfrm>
                    <a:off x="12588" y="2838"/>
                    <a:ext cx="114" cy="239"/>
                  </a:xfrm>
                  <a:prstGeom prst="rect"/>
                </p:spPr>
              </p:pic>
            </mc:Fallback>
          </mc:AlternateContent>
          <mc:AlternateContent xmlns:mc="http://schemas.openxmlformats.org/markup-compatibility/2006" xmlns:p14="http://schemas.microsoft.com/office/powerpoint/2010/main">
            <mc:Choice Requires="p14">
              <p:contentPart r:id="rId324" p14:bwMode="auto">
                <p14:nvContentPartPr>
                  <p14:cNvPr id="214" name="墨迹 213"/>
                  <p14:cNvContentPartPr/>
                  <p14:nvPr/>
                </p14:nvContentPartPr>
                <p14:xfrm>
                  <a:off x="12737" y="2998"/>
                  <a:ext cx="61" cy="142"/>
                </p14:xfrm>
              </p:contentPart>
            </mc:Choice>
            <mc:Fallback xmlns="">
              <p:pic>
                <p:nvPicPr>
                  <p:cNvPr id="214" name="墨迹 213"/>
                </p:nvPicPr>
                <p:blipFill>
                  <a:blip r:embed="rId325"/>
                </p:blipFill>
                <p:spPr>
                  <a:xfrm>
                    <a:off x="12737" y="2998"/>
                    <a:ext cx="61" cy="142"/>
                  </a:xfrm>
                  <a:prstGeom prst="rect"/>
                </p:spPr>
              </p:pic>
            </mc:Fallback>
          </mc:AlternateContent>
          <mc:AlternateContent xmlns:mc="http://schemas.openxmlformats.org/markup-compatibility/2006" xmlns:p14="http://schemas.microsoft.com/office/powerpoint/2010/main">
            <mc:Choice Requires="p14">
              <p:contentPart r:id="rId326" p14:bwMode="auto">
                <p14:nvContentPartPr>
                  <p14:cNvPr id="215" name="墨迹 214"/>
                  <p14:cNvContentPartPr/>
                  <p14:nvPr/>
                </p14:nvContentPartPr>
                <p14:xfrm>
                  <a:off x="12925" y="3062"/>
                  <a:ext cx="1" cy="97"/>
                </p14:xfrm>
              </p:contentPart>
            </mc:Choice>
            <mc:Fallback xmlns="">
              <p:pic>
                <p:nvPicPr>
                  <p:cNvPr id="215" name="墨迹 214"/>
                </p:nvPicPr>
                <p:blipFill>
                  <a:blip r:embed="rId327"/>
                </p:blipFill>
                <p:spPr>
                  <a:xfrm>
                    <a:off x="12925" y="3062"/>
                    <a:ext cx="1" cy="97"/>
                  </a:xfrm>
                  <a:prstGeom prst="rect"/>
                </p:spPr>
              </p:pic>
            </mc:Fallback>
          </mc:AlternateContent>
          <mc:AlternateContent xmlns:mc="http://schemas.openxmlformats.org/markup-compatibility/2006" xmlns:p14="http://schemas.microsoft.com/office/powerpoint/2010/main">
            <mc:Choice Requires="p14">
              <p:contentPart r:id="rId328" p14:bwMode="auto">
                <p14:nvContentPartPr>
                  <p14:cNvPr id="216" name="墨迹 215"/>
                  <p14:cNvContentPartPr/>
                  <p14:nvPr/>
                </p14:nvContentPartPr>
                <p14:xfrm>
                  <a:off x="13085" y="3078"/>
                  <a:ext cx="1" cy="221"/>
                </p14:xfrm>
              </p:contentPart>
            </mc:Choice>
            <mc:Fallback xmlns="">
              <p:pic>
                <p:nvPicPr>
                  <p:cNvPr id="216" name="墨迹 215"/>
                </p:nvPicPr>
                <p:blipFill>
                  <a:blip r:embed="rId329"/>
                </p:blipFill>
                <p:spPr>
                  <a:xfrm>
                    <a:off x="13085" y="3078"/>
                    <a:ext cx="1" cy="221"/>
                  </a:xfrm>
                  <a:prstGeom prst="rect"/>
                </p:spPr>
              </p:pic>
            </mc:Fallback>
          </mc:AlternateContent>
          <mc:AlternateContent xmlns:mc="http://schemas.openxmlformats.org/markup-compatibility/2006" xmlns:p14="http://schemas.microsoft.com/office/powerpoint/2010/main">
            <mc:Choice Requires="p14">
              <p:contentPart r:id="rId330" p14:bwMode="auto">
                <p14:nvContentPartPr>
                  <p14:cNvPr id="217" name="墨迹 216"/>
                  <p14:cNvContentPartPr/>
                  <p14:nvPr/>
                </p14:nvContentPartPr>
                <p14:xfrm>
                  <a:off x="13213" y="3110"/>
                  <a:ext cx="33" cy="140"/>
                </p14:xfrm>
              </p:contentPart>
            </mc:Choice>
            <mc:Fallback xmlns="">
              <p:pic>
                <p:nvPicPr>
                  <p:cNvPr id="217" name="墨迹 216"/>
                </p:nvPicPr>
                <p:blipFill>
                  <a:blip r:embed="rId331"/>
                </p:blipFill>
                <p:spPr>
                  <a:xfrm>
                    <a:off x="13213" y="3110"/>
                    <a:ext cx="33" cy="140"/>
                  </a:xfrm>
                  <a:prstGeom prst="rect"/>
                </p:spPr>
              </p:pic>
            </mc:Fallback>
          </mc:AlternateContent>
          <mc:AlternateContent xmlns:mc="http://schemas.openxmlformats.org/markup-compatibility/2006" xmlns:p14="http://schemas.microsoft.com/office/powerpoint/2010/main">
            <mc:Choice Requires="p14">
              <p:contentPart r:id="rId332" p14:bwMode="auto">
                <p14:nvContentPartPr>
                  <p14:cNvPr id="218" name="墨迹 217"/>
                  <p14:cNvContentPartPr/>
                  <p14:nvPr/>
                </p14:nvContentPartPr>
                <p14:xfrm>
                  <a:off x="13437" y="3062"/>
                  <a:ext cx="1" cy="209"/>
                </p14:xfrm>
              </p:contentPart>
            </mc:Choice>
            <mc:Fallback xmlns="">
              <p:pic>
                <p:nvPicPr>
                  <p:cNvPr id="218" name="墨迹 217"/>
                </p:nvPicPr>
                <p:blipFill>
                  <a:blip r:embed="rId333"/>
                </p:blipFill>
                <p:spPr>
                  <a:xfrm>
                    <a:off x="13437" y="3062"/>
                    <a:ext cx="1" cy="209"/>
                  </a:xfrm>
                  <a:prstGeom prst="rect"/>
                </p:spPr>
              </p:pic>
            </mc:Fallback>
          </mc:AlternateContent>
          <mc:AlternateContent xmlns:mc="http://schemas.openxmlformats.org/markup-compatibility/2006" xmlns:p14="http://schemas.microsoft.com/office/powerpoint/2010/main">
            <mc:Choice Requires="p14">
              <p:contentPart r:id="rId334" p14:bwMode="auto">
                <p14:nvContentPartPr>
                  <p14:cNvPr id="219" name="墨迹 218"/>
                  <p14:cNvContentPartPr/>
                  <p14:nvPr/>
                </p14:nvContentPartPr>
                <p14:xfrm>
                  <a:off x="13757" y="3142"/>
                  <a:ext cx="1" cy="96"/>
                </p14:xfrm>
              </p:contentPart>
            </mc:Choice>
            <mc:Fallback xmlns="">
              <p:pic>
                <p:nvPicPr>
                  <p:cNvPr id="219" name="墨迹 218"/>
                </p:nvPicPr>
                <p:blipFill>
                  <a:blip r:embed="rId335"/>
                </p:blipFill>
                <p:spPr>
                  <a:xfrm>
                    <a:off x="13757" y="3142"/>
                    <a:ext cx="1" cy="96"/>
                  </a:xfrm>
                  <a:prstGeom prst="rect"/>
                </p:spPr>
              </p:pic>
            </mc:Fallback>
          </mc:AlternateContent>
          <mc:AlternateContent xmlns:mc="http://schemas.openxmlformats.org/markup-compatibility/2006" xmlns:p14="http://schemas.microsoft.com/office/powerpoint/2010/main">
            <mc:Choice Requires="p14">
              <p:contentPart r:id="rId336" p14:bwMode="auto">
                <p14:nvContentPartPr>
                  <p14:cNvPr id="220" name="墨迹 219"/>
                  <p14:cNvContentPartPr/>
                  <p14:nvPr/>
                </p14:nvContentPartPr>
                <p14:xfrm>
                  <a:off x="7277" y="1158"/>
                  <a:ext cx="1472" cy="1169"/>
                </p14:xfrm>
              </p:contentPart>
            </mc:Choice>
            <mc:Fallback xmlns="">
              <p:pic>
                <p:nvPicPr>
                  <p:cNvPr id="220" name="墨迹 219"/>
                </p:nvPicPr>
                <p:blipFill>
                  <a:blip r:embed="rId337"/>
                </p:blipFill>
                <p:spPr>
                  <a:xfrm>
                    <a:off x="7277" y="1158"/>
                    <a:ext cx="1472" cy="1169"/>
                  </a:xfrm>
                  <a:prstGeom prst="rect"/>
                </p:spPr>
              </p:pic>
            </mc:Fallback>
          </mc:AlternateContent>
          <mc:AlternateContent xmlns:mc="http://schemas.openxmlformats.org/markup-compatibility/2006" xmlns:p14="http://schemas.microsoft.com/office/powerpoint/2010/main">
            <mc:Choice Requires="p14">
              <p:contentPart r:id="rId338" p14:bwMode="auto">
                <p14:nvContentPartPr>
                  <p14:cNvPr id="222" name="墨迹 221"/>
                  <p14:cNvContentPartPr/>
                  <p14:nvPr/>
                </p14:nvContentPartPr>
                <p14:xfrm>
                  <a:off x="10237" y="4166"/>
                  <a:ext cx="129" cy="207"/>
                </p14:xfrm>
              </p:contentPart>
            </mc:Choice>
            <mc:Fallback xmlns="">
              <p:pic>
                <p:nvPicPr>
                  <p:cNvPr id="222" name="墨迹 221"/>
                </p:nvPicPr>
                <p:blipFill>
                  <a:blip r:embed="rId339"/>
                </p:blipFill>
                <p:spPr>
                  <a:xfrm>
                    <a:off x="10237" y="4166"/>
                    <a:ext cx="129" cy="207"/>
                  </a:xfrm>
                  <a:prstGeom prst="rect"/>
                </p:spPr>
              </p:pic>
            </mc:Fallback>
          </mc:AlternateContent>
          <mc:AlternateContent xmlns:mc="http://schemas.openxmlformats.org/markup-compatibility/2006" xmlns:p14="http://schemas.microsoft.com/office/powerpoint/2010/main">
            <mc:Choice Requires="p14">
              <p:contentPart r:id="rId340" p14:bwMode="auto">
                <p14:nvContentPartPr>
                  <p14:cNvPr id="223" name="墨迹 222"/>
                  <p14:cNvContentPartPr/>
                  <p14:nvPr/>
                </p14:nvContentPartPr>
                <p14:xfrm>
                  <a:off x="10381" y="4134"/>
                  <a:ext cx="65" cy="239"/>
                </p14:xfrm>
              </p:contentPart>
            </mc:Choice>
            <mc:Fallback xmlns="">
              <p:pic>
                <p:nvPicPr>
                  <p:cNvPr id="223" name="墨迹 222"/>
                </p:nvPicPr>
                <p:blipFill>
                  <a:blip r:embed="rId341"/>
                </p:blipFill>
                <p:spPr>
                  <a:xfrm>
                    <a:off x="10381" y="4134"/>
                    <a:ext cx="65" cy="239"/>
                  </a:xfrm>
                  <a:prstGeom prst="rect"/>
                </p:spPr>
              </p:pic>
            </mc:Fallback>
          </mc:AlternateContent>
          <mc:AlternateContent xmlns:mc="http://schemas.openxmlformats.org/markup-compatibility/2006" xmlns:p14="http://schemas.microsoft.com/office/powerpoint/2010/main">
            <mc:Choice Requires="p14">
              <p:contentPart r:id="rId342" p14:bwMode="auto">
                <p14:nvContentPartPr>
                  <p14:cNvPr id="224" name="墨迹 223"/>
                  <p14:cNvContentPartPr/>
                  <p14:nvPr/>
                </p14:nvContentPartPr>
                <p14:xfrm>
                  <a:off x="10732" y="4118"/>
                  <a:ext cx="18" cy="256"/>
                </p14:xfrm>
              </p:contentPart>
            </mc:Choice>
            <mc:Fallback xmlns="">
              <p:pic>
                <p:nvPicPr>
                  <p:cNvPr id="224" name="墨迹 223"/>
                </p:nvPicPr>
                <p:blipFill>
                  <a:blip r:embed="rId343"/>
                </p:blipFill>
                <p:spPr>
                  <a:xfrm>
                    <a:off x="10732" y="4118"/>
                    <a:ext cx="18" cy="256"/>
                  </a:xfrm>
                  <a:prstGeom prst="rect"/>
                </p:spPr>
              </p:pic>
            </mc:Fallback>
          </mc:AlternateContent>
          <mc:AlternateContent xmlns:mc="http://schemas.openxmlformats.org/markup-compatibility/2006" xmlns:p14="http://schemas.microsoft.com/office/powerpoint/2010/main">
            <mc:Choice Requires="p14">
              <p:contentPart r:id="rId344" p14:bwMode="auto">
                <p14:nvContentPartPr>
                  <p14:cNvPr id="225" name="墨迹 224"/>
                  <p14:cNvContentPartPr/>
                  <p14:nvPr/>
                </p14:nvContentPartPr>
                <p14:xfrm>
                  <a:off x="10701" y="4246"/>
                  <a:ext cx="209" cy="221"/>
                </p14:xfrm>
              </p:contentPart>
            </mc:Choice>
            <mc:Fallback xmlns="">
              <p:pic>
                <p:nvPicPr>
                  <p:cNvPr id="225" name="墨迹 224"/>
                </p:nvPicPr>
                <p:blipFill>
                  <a:blip r:embed="rId345"/>
                </p:blipFill>
                <p:spPr>
                  <a:xfrm>
                    <a:off x="10701" y="4246"/>
                    <a:ext cx="209" cy="221"/>
                  </a:xfrm>
                  <a:prstGeom prst="rect"/>
                </p:spPr>
              </p:pic>
            </mc:Fallback>
          </mc:AlternateContent>
          <mc:AlternateContent xmlns:mc="http://schemas.openxmlformats.org/markup-compatibility/2006" xmlns:p14="http://schemas.microsoft.com/office/powerpoint/2010/main">
            <mc:Choice Requires="p14">
              <p:contentPart r:id="rId346" p14:bwMode="auto">
                <p14:nvContentPartPr>
                  <p14:cNvPr id="231" name="墨迹 230"/>
                  <p14:cNvContentPartPr/>
                  <p14:nvPr/>
                </p14:nvContentPartPr>
                <p14:xfrm>
                  <a:off x="10349" y="4374"/>
                  <a:ext cx="17" cy="1969"/>
                </p14:xfrm>
              </p:contentPart>
            </mc:Choice>
            <mc:Fallback xmlns="">
              <p:pic>
                <p:nvPicPr>
                  <p:cNvPr id="231" name="墨迹 230"/>
                </p:nvPicPr>
                <p:blipFill>
                  <a:blip r:embed="rId347"/>
                </p:blipFill>
                <p:spPr>
                  <a:xfrm>
                    <a:off x="10349" y="4374"/>
                    <a:ext cx="17" cy="1969"/>
                  </a:xfrm>
                  <a:prstGeom prst="rect"/>
                </p:spPr>
              </p:pic>
            </mc:Fallback>
          </mc:AlternateContent>
          <mc:AlternateContent xmlns:mc="http://schemas.openxmlformats.org/markup-compatibility/2006" xmlns:p14="http://schemas.microsoft.com/office/powerpoint/2010/main">
            <mc:Choice Requires="p14">
              <p:contentPart r:id="rId348" p14:bwMode="auto">
                <p14:nvContentPartPr>
                  <p14:cNvPr id="232" name="墨迹 231"/>
                  <p14:cNvContentPartPr/>
                  <p14:nvPr/>
                </p14:nvContentPartPr>
                <p14:xfrm>
                  <a:off x="10701" y="4454"/>
                  <a:ext cx="17" cy="1857"/>
                </p14:xfrm>
              </p:contentPart>
            </mc:Choice>
            <mc:Fallback xmlns="">
              <p:pic>
                <p:nvPicPr>
                  <p:cNvPr id="232" name="墨迹 231"/>
                </p:nvPicPr>
                <p:blipFill>
                  <a:blip r:embed="rId349"/>
                </p:blipFill>
                <p:spPr>
                  <a:xfrm>
                    <a:off x="10701" y="4454"/>
                    <a:ext cx="17" cy="1857"/>
                  </a:xfrm>
                  <a:prstGeom prst="rect"/>
                </p:spPr>
              </p:pic>
            </mc:Fallback>
          </mc:AlternateContent>
          <mc:AlternateContent xmlns:mc="http://schemas.openxmlformats.org/markup-compatibility/2006" xmlns:p14="http://schemas.microsoft.com/office/powerpoint/2010/main">
            <mc:Choice Requires="p14">
              <p:contentPart r:id="rId350" p14:bwMode="auto">
                <p14:nvContentPartPr>
                  <p14:cNvPr id="233" name="墨迹 232"/>
                  <p14:cNvContentPartPr/>
                  <p14:nvPr/>
                </p14:nvContentPartPr>
                <p14:xfrm>
                  <a:off x="10397" y="4374"/>
                  <a:ext cx="17" cy="1953"/>
                </p14:xfrm>
              </p:contentPart>
            </mc:Choice>
            <mc:Fallback xmlns="">
              <p:pic>
                <p:nvPicPr>
                  <p:cNvPr id="233" name="墨迹 232"/>
                </p:nvPicPr>
                <p:blipFill>
                  <a:blip r:embed="rId351"/>
                </p:blipFill>
                <p:spPr>
                  <a:xfrm>
                    <a:off x="10397" y="4374"/>
                    <a:ext cx="17" cy="1953"/>
                  </a:xfrm>
                  <a:prstGeom prst="rect"/>
                </p:spPr>
              </p:pic>
            </mc:Fallback>
          </mc:AlternateContent>
          <mc:AlternateContent xmlns:mc="http://schemas.openxmlformats.org/markup-compatibility/2006" xmlns:p14="http://schemas.microsoft.com/office/powerpoint/2010/main">
            <mc:Choice Requires="p14">
              <p:contentPart r:id="rId352" p14:bwMode="auto">
                <p14:nvContentPartPr>
                  <p14:cNvPr id="236" name="墨迹 235"/>
                  <p14:cNvContentPartPr/>
                  <p14:nvPr/>
                </p14:nvContentPartPr>
                <p14:xfrm>
                  <a:off x="10749" y="4422"/>
                  <a:ext cx="1" cy="1969"/>
                </p14:xfrm>
              </p:contentPart>
            </mc:Choice>
            <mc:Fallback xmlns="">
              <p:pic>
                <p:nvPicPr>
                  <p:cNvPr id="236" name="墨迹 235"/>
                </p:nvPicPr>
                <p:blipFill>
                  <a:blip r:embed="rId353"/>
                </p:blipFill>
                <p:spPr>
                  <a:xfrm>
                    <a:off x="10749" y="4422"/>
                    <a:ext cx="1" cy="1969"/>
                  </a:xfrm>
                  <a:prstGeom prst="rect"/>
                </p:spPr>
              </p:pic>
            </mc:Fallback>
          </mc:AlternateContent>
          <mc:AlternateContent xmlns:mc="http://schemas.openxmlformats.org/markup-compatibility/2006" xmlns:p14="http://schemas.microsoft.com/office/powerpoint/2010/main">
            <mc:Choice Requires="p14">
              <p:contentPart r:id="rId354" p14:bwMode="auto">
                <p14:nvContentPartPr>
                  <p14:cNvPr id="238" name="墨迹 237"/>
                  <p14:cNvContentPartPr/>
                  <p14:nvPr/>
                </p14:nvContentPartPr>
                <p14:xfrm>
                  <a:off x="9565" y="6086"/>
                  <a:ext cx="1" cy="1"/>
                </p14:xfrm>
              </p:contentPart>
            </mc:Choice>
            <mc:Fallback xmlns="">
              <p:pic>
                <p:nvPicPr>
                  <p:cNvPr id="238" name="墨迹 237"/>
                </p:nvPicPr>
                <p:blipFill>
                  <a:blip r:embed="rId6"/>
                </p:blipFill>
                <p:spPr>
                  <a:xfrm>
                    <a:off x="9565" y="6086"/>
                    <a:ext cx="1" cy="1"/>
                  </a:xfrm>
                  <a:prstGeom prst="rect"/>
                </p:spPr>
              </p:pic>
            </mc:Fallback>
          </mc:AlternateContent>
          <mc:AlternateContent xmlns:mc="http://schemas.openxmlformats.org/markup-compatibility/2006" xmlns:p14="http://schemas.microsoft.com/office/powerpoint/2010/main">
            <mc:Choice Requires="p14">
              <p:contentPart r:id="rId355" p14:bwMode="auto">
                <p14:nvContentPartPr>
                  <p14:cNvPr id="239" name="墨迹 238"/>
                  <p14:cNvContentPartPr/>
                  <p14:nvPr/>
                </p14:nvContentPartPr>
                <p14:xfrm>
                  <a:off x="9725" y="5142"/>
                  <a:ext cx="177" cy="1250"/>
                </p14:xfrm>
              </p:contentPart>
            </mc:Choice>
            <mc:Fallback xmlns="">
              <p:pic>
                <p:nvPicPr>
                  <p:cNvPr id="239" name="墨迹 238"/>
                </p:nvPicPr>
                <p:blipFill>
                  <a:blip r:embed="rId356"/>
                </p:blipFill>
                <p:spPr>
                  <a:xfrm>
                    <a:off x="9725" y="5142"/>
                    <a:ext cx="177" cy="1250"/>
                  </a:xfrm>
                  <a:prstGeom prst="rect"/>
                </p:spPr>
              </p:pic>
            </mc:Fallback>
          </mc:AlternateContent>
          <mc:AlternateContent xmlns:mc="http://schemas.openxmlformats.org/markup-compatibility/2006" xmlns:p14="http://schemas.microsoft.com/office/powerpoint/2010/main">
            <mc:Choice Requires="p14">
              <p:contentPart r:id="rId357" p14:bwMode="auto">
                <p14:nvContentPartPr>
                  <p14:cNvPr id="241" name="墨迹 240"/>
                  <p14:cNvContentPartPr/>
                  <p14:nvPr/>
                </p14:nvContentPartPr>
                <p14:xfrm>
                  <a:off x="9645" y="4870"/>
                  <a:ext cx="417" cy="332"/>
                </p14:xfrm>
              </p:contentPart>
            </mc:Choice>
            <mc:Fallback xmlns="">
              <p:pic>
                <p:nvPicPr>
                  <p:cNvPr id="241" name="墨迹 240"/>
                </p:nvPicPr>
                <p:blipFill>
                  <a:blip r:embed="rId358"/>
                </p:blipFill>
                <p:spPr>
                  <a:xfrm>
                    <a:off x="9645" y="4870"/>
                    <a:ext cx="417" cy="332"/>
                  </a:xfrm>
                  <a:prstGeom prst="rect"/>
                </p:spPr>
              </p:pic>
            </mc:Fallback>
          </mc:AlternateContent>
          <mc:AlternateContent xmlns:mc="http://schemas.openxmlformats.org/markup-compatibility/2006" xmlns:p14="http://schemas.microsoft.com/office/powerpoint/2010/main">
            <mc:Choice Requires="p14">
              <p:contentPart r:id="rId359" p14:bwMode="auto">
                <p14:nvContentPartPr>
                  <p14:cNvPr id="242" name="墨迹 241"/>
                  <p14:cNvContentPartPr/>
                  <p14:nvPr/>
                </p14:nvContentPartPr>
                <p14:xfrm>
                  <a:off x="10061" y="5190"/>
                  <a:ext cx="17" cy="1425"/>
                </p14:xfrm>
              </p:contentPart>
            </mc:Choice>
            <mc:Fallback xmlns="">
              <p:pic>
                <p:nvPicPr>
                  <p:cNvPr id="242" name="墨迹 241"/>
                </p:nvPicPr>
                <p:blipFill>
                  <a:blip r:embed="rId360"/>
                </p:blipFill>
                <p:spPr>
                  <a:xfrm>
                    <a:off x="10061" y="5190"/>
                    <a:ext cx="17" cy="1425"/>
                  </a:xfrm>
                  <a:prstGeom prst="rect"/>
                </p:spPr>
              </p:pic>
            </mc:Fallback>
          </mc:AlternateContent>
          <mc:AlternateContent xmlns:mc="http://schemas.openxmlformats.org/markup-compatibility/2006" xmlns:p14="http://schemas.microsoft.com/office/powerpoint/2010/main">
            <mc:Choice Requires="p14">
              <p:contentPart r:id="rId361" p14:bwMode="auto">
                <p14:nvContentPartPr>
                  <p14:cNvPr id="244" name="墨迹 243"/>
                  <p14:cNvContentPartPr/>
                  <p14:nvPr/>
                </p14:nvContentPartPr>
                <p14:xfrm>
                  <a:off x="11181" y="5510"/>
                  <a:ext cx="385" cy="878"/>
                </p14:xfrm>
              </p:contentPart>
            </mc:Choice>
            <mc:Fallback xmlns="">
              <p:pic>
                <p:nvPicPr>
                  <p:cNvPr id="244" name="墨迹 243"/>
                </p:nvPicPr>
                <p:blipFill>
                  <a:blip r:embed="rId362"/>
                </p:blipFill>
                <p:spPr>
                  <a:xfrm>
                    <a:off x="11181" y="5510"/>
                    <a:ext cx="385" cy="878"/>
                  </a:xfrm>
                  <a:prstGeom prst="rect"/>
                </p:spPr>
              </p:pic>
            </mc:Fallback>
          </mc:AlternateContent>
          <mc:AlternateContent xmlns:mc="http://schemas.openxmlformats.org/markup-compatibility/2006" xmlns:p14="http://schemas.microsoft.com/office/powerpoint/2010/main">
            <mc:Choice Requires="p14">
              <p:contentPart r:id="rId363" p14:bwMode="auto">
                <p14:nvContentPartPr>
                  <p14:cNvPr id="245" name="墨迹 244"/>
                  <p14:cNvContentPartPr/>
                  <p14:nvPr/>
                </p14:nvContentPartPr>
                <p14:xfrm>
                  <a:off x="11069" y="4934"/>
                  <a:ext cx="321" cy="400"/>
                </p14:xfrm>
              </p:contentPart>
            </mc:Choice>
            <mc:Fallback xmlns="">
              <p:pic>
                <p:nvPicPr>
                  <p:cNvPr id="245" name="墨迹 244"/>
                </p:nvPicPr>
                <p:blipFill>
                  <a:blip r:embed="rId364"/>
                </p:blipFill>
                <p:spPr>
                  <a:xfrm>
                    <a:off x="11069" y="4934"/>
                    <a:ext cx="321" cy="400"/>
                  </a:xfrm>
                  <a:prstGeom prst="rect"/>
                </p:spPr>
              </p:pic>
            </mc:Fallback>
          </mc:AlternateContent>
          <mc:AlternateContent xmlns:mc="http://schemas.openxmlformats.org/markup-compatibility/2006" xmlns:p14="http://schemas.microsoft.com/office/powerpoint/2010/main">
            <mc:Choice Requires="p14">
              <p:contentPart r:id="rId365" p14:bwMode="auto">
                <p14:nvContentPartPr>
                  <p14:cNvPr id="246" name="墨迹 245"/>
                  <p14:cNvContentPartPr/>
                  <p14:nvPr/>
                </p14:nvContentPartPr>
                <p14:xfrm>
                  <a:off x="11005" y="5334"/>
                  <a:ext cx="33" cy="1393"/>
                </p14:xfrm>
              </p:contentPart>
            </mc:Choice>
            <mc:Fallback xmlns="">
              <p:pic>
                <p:nvPicPr>
                  <p:cNvPr id="246" name="墨迹 245"/>
                </p:nvPicPr>
                <p:blipFill>
                  <a:blip r:embed="rId366"/>
                </p:blipFill>
                <p:spPr>
                  <a:xfrm>
                    <a:off x="11005" y="5334"/>
                    <a:ext cx="33" cy="1393"/>
                  </a:xfrm>
                  <a:prstGeom prst="rect"/>
                </p:spPr>
              </p:pic>
            </mc:Fallback>
          </mc:AlternateContent>
          <mc:AlternateContent xmlns:mc="http://schemas.openxmlformats.org/markup-compatibility/2006" xmlns:p14="http://schemas.microsoft.com/office/powerpoint/2010/main">
            <mc:Choice Requires="p14">
              <p:contentPart r:id="rId367" p14:bwMode="auto">
                <p14:nvContentPartPr>
                  <p14:cNvPr id="253" name="墨迹 252"/>
                  <p14:cNvContentPartPr/>
                  <p14:nvPr/>
                </p14:nvContentPartPr>
                <p14:xfrm>
                  <a:off x="10588" y="2486"/>
                  <a:ext cx="546" cy="1389"/>
                </p14:xfrm>
              </p:contentPart>
            </mc:Choice>
            <mc:Fallback xmlns="">
              <p:pic>
                <p:nvPicPr>
                  <p:cNvPr id="253" name="墨迹 252"/>
                </p:nvPicPr>
                <p:blipFill>
                  <a:blip r:embed="rId368"/>
                </p:blipFill>
                <p:spPr>
                  <a:xfrm>
                    <a:off x="10588" y="2486"/>
                    <a:ext cx="546" cy="1389"/>
                  </a:xfrm>
                  <a:prstGeom prst="rect"/>
                </p:spPr>
              </p:pic>
            </mc:Fallback>
          </mc:AlternateContent>
          <mc:AlternateContent xmlns:mc="http://schemas.openxmlformats.org/markup-compatibility/2006" xmlns:p14="http://schemas.microsoft.com/office/powerpoint/2010/main">
            <mc:Choice Requires="p14">
              <p:contentPart r:id="rId369" p14:bwMode="auto">
                <p14:nvContentPartPr>
                  <p14:cNvPr id="254" name="墨迹 253"/>
                  <p14:cNvContentPartPr/>
                  <p14:nvPr/>
                </p14:nvContentPartPr>
                <p14:xfrm>
                  <a:off x="10412" y="2406"/>
                  <a:ext cx="434" cy="1458"/>
                </p14:xfrm>
              </p:contentPart>
            </mc:Choice>
            <mc:Fallback xmlns="">
              <p:pic>
                <p:nvPicPr>
                  <p:cNvPr id="254" name="墨迹 253"/>
                </p:nvPicPr>
                <p:blipFill>
                  <a:blip r:embed="rId370"/>
                </p:blipFill>
                <p:spPr>
                  <a:xfrm>
                    <a:off x="10412" y="2406"/>
                    <a:ext cx="434" cy="1458"/>
                  </a:xfrm>
                  <a:prstGeom prst="rect"/>
                </p:spPr>
              </p:pic>
            </mc:Fallback>
          </mc:AlternateContent>
          <mc:AlternateContent xmlns:mc="http://schemas.openxmlformats.org/markup-compatibility/2006" xmlns:p14="http://schemas.microsoft.com/office/powerpoint/2010/main">
            <mc:Choice Requires="p14">
              <p:contentPart r:id="rId371" p14:bwMode="auto">
                <p14:nvContentPartPr>
                  <p14:cNvPr id="255" name="墨迹 254"/>
                  <p14:cNvContentPartPr/>
                  <p14:nvPr/>
                </p14:nvContentPartPr>
                <p14:xfrm>
                  <a:off x="9996" y="2278"/>
                  <a:ext cx="498" cy="1663"/>
                </p14:xfrm>
              </p:contentPart>
            </mc:Choice>
            <mc:Fallback xmlns="">
              <p:pic>
                <p:nvPicPr>
                  <p:cNvPr id="255" name="墨迹 254"/>
                </p:nvPicPr>
                <p:blipFill>
                  <a:blip r:embed="rId372"/>
                </p:blipFill>
                <p:spPr>
                  <a:xfrm>
                    <a:off x="9996" y="2278"/>
                    <a:ext cx="498" cy="1663"/>
                  </a:xfrm>
                  <a:prstGeom prst="rect"/>
                </p:spPr>
              </p:pic>
            </mc:Fallback>
          </mc:AlternateContent>
          <mc:AlternateContent xmlns:mc="http://schemas.openxmlformats.org/markup-compatibility/2006" xmlns:p14="http://schemas.microsoft.com/office/powerpoint/2010/main">
            <mc:Choice Requires="p14">
              <p:contentPart r:id="rId373" p14:bwMode="auto">
                <p14:nvContentPartPr>
                  <p14:cNvPr id="257" name="墨迹 256"/>
                  <p14:cNvContentPartPr/>
                  <p14:nvPr/>
                </p14:nvContentPartPr>
                <p14:xfrm>
                  <a:off x="9740" y="2534"/>
                  <a:ext cx="403" cy="1394"/>
                </p14:xfrm>
              </p:contentPart>
            </mc:Choice>
            <mc:Fallback xmlns="">
              <p:pic>
                <p:nvPicPr>
                  <p:cNvPr id="257" name="墨迹 256"/>
                </p:nvPicPr>
                <p:blipFill>
                  <a:blip r:embed="rId374"/>
                </p:blipFill>
                <p:spPr>
                  <a:xfrm>
                    <a:off x="9740" y="2534"/>
                    <a:ext cx="403" cy="1394"/>
                  </a:xfrm>
                  <a:prstGeom prst="rect"/>
                </p:spPr>
              </p:pic>
            </mc:Fallback>
          </mc:AlternateContent>
          <mc:AlternateContent xmlns:mc="http://schemas.openxmlformats.org/markup-compatibility/2006" xmlns:p14="http://schemas.microsoft.com/office/powerpoint/2010/main">
            <mc:Choice Requires="p14">
              <p:contentPart r:id="rId375" p14:bwMode="auto">
                <p14:nvContentPartPr>
                  <p14:cNvPr id="258" name="墨迹 257"/>
                  <p14:cNvContentPartPr/>
                  <p14:nvPr/>
                </p14:nvContentPartPr>
                <p14:xfrm>
                  <a:off x="10797" y="2246"/>
                  <a:ext cx="593" cy="1650"/>
                </p14:xfrm>
              </p:contentPart>
            </mc:Choice>
            <mc:Fallback xmlns="">
              <p:pic>
                <p:nvPicPr>
                  <p:cNvPr id="258" name="墨迹 257"/>
                </p:nvPicPr>
                <p:blipFill>
                  <a:blip r:embed="rId376"/>
                </p:blipFill>
                <p:spPr>
                  <a:xfrm>
                    <a:off x="10797" y="2246"/>
                    <a:ext cx="593" cy="1650"/>
                  </a:xfrm>
                  <a:prstGeom prst="rect"/>
                </p:spPr>
              </p:pic>
            </mc:Fallback>
          </mc:AlternateContent>
          <mc:AlternateContent xmlns:mc="http://schemas.openxmlformats.org/markup-compatibility/2006" xmlns:p14="http://schemas.microsoft.com/office/powerpoint/2010/main">
            <mc:Choice Requires="p14">
              <p:contentPart r:id="rId377" p14:bwMode="auto">
                <p14:nvContentPartPr>
                  <p14:cNvPr id="260" name="墨迹 259"/>
                  <p14:cNvContentPartPr/>
                  <p14:nvPr/>
                </p14:nvContentPartPr>
                <p14:xfrm>
                  <a:off x="8044" y="2918"/>
                  <a:ext cx="194" cy="1282"/>
                </p14:xfrm>
              </p:contentPart>
            </mc:Choice>
            <mc:Fallback xmlns="">
              <p:pic>
                <p:nvPicPr>
                  <p:cNvPr id="260" name="墨迹 259"/>
                </p:nvPicPr>
                <p:blipFill>
                  <a:blip r:embed="rId378"/>
                </p:blipFill>
                <p:spPr>
                  <a:xfrm>
                    <a:off x="8044" y="2918"/>
                    <a:ext cx="194" cy="1282"/>
                  </a:xfrm>
                  <a:prstGeom prst="rect"/>
                </p:spPr>
              </p:pic>
            </mc:Fallback>
          </mc:AlternateContent>
          <mc:AlternateContent xmlns:mc="http://schemas.openxmlformats.org/markup-compatibility/2006" xmlns:p14="http://schemas.microsoft.com/office/powerpoint/2010/main">
            <mc:Choice Requires="p14">
              <p:contentPart r:id="rId379" p14:bwMode="auto">
                <p14:nvContentPartPr>
                  <p14:cNvPr id="261" name="墨迹 260"/>
                  <p14:cNvContentPartPr/>
                  <p14:nvPr/>
                </p14:nvContentPartPr>
                <p14:xfrm>
                  <a:off x="12589" y="3094"/>
                  <a:ext cx="370" cy="1586"/>
                </p14:xfrm>
              </p:contentPart>
            </mc:Choice>
            <mc:Fallback xmlns="">
              <p:pic>
                <p:nvPicPr>
                  <p:cNvPr id="261" name="墨迹 260"/>
                </p:nvPicPr>
                <p:blipFill>
                  <a:blip r:embed="rId380"/>
                </p:blipFill>
                <p:spPr>
                  <a:xfrm>
                    <a:off x="12589" y="3094"/>
                    <a:ext cx="370" cy="1586"/>
                  </a:xfrm>
                  <a:prstGeom prst="rect"/>
                </p:spPr>
              </p:pic>
            </mc:Fallback>
          </mc:AlternateContent>
          <p:sp>
            <p:nvSpPr>
              <p:cNvPr id="262" name="左箭头 261"/>
              <p:cNvSpPr/>
              <p:nvPr/>
            </p:nvSpPr>
            <p:spPr>
              <a:xfrm>
                <a:off x="11101" y="3184"/>
                <a:ext cx="1425" cy="390"/>
              </a:xfrm>
              <a:prstGeom prst="leftArrow">
                <a:avLst>
                  <a:gd name="adj1" fmla="val 50000"/>
                  <a:gd name="adj2" fmla="val 77692"/>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xmlns:p14="http://schemas.microsoft.com/office/powerpoint/2010/main">
            <mc:Choice Requires="p14">
              <p:contentPart r:id="rId381" p14:bwMode="auto">
                <p14:nvContentPartPr>
                  <p14:cNvPr id="264" name="墨迹 263"/>
                  <p14:cNvContentPartPr/>
                  <p14:nvPr/>
                </p14:nvContentPartPr>
                <p14:xfrm>
                  <a:off x="9709" y="3302"/>
                  <a:ext cx="305" cy="495"/>
                </p14:xfrm>
              </p:contentPart>
            </mc:Choice>
            <mc:Fallback xmlns="">
              <p:pic>
                <p:nvPicPr>
                  <p:cNvPr id="264" name="墨迹 263"/>
                </p:nvPicPr>
                <p:blipFill>
                  <a:blip r:embed="rId382"/>
                </p:blipFill>
                <p:spPr>
                  <a:xfrm>
                    <a:off x="9709" y="3302"/>
                    <a:ext cx="305" cy="495"/>
                  </a:xfrm>
                  <a:prstGeom prst="rect"/>
                </p:spPr>
              </p:pic>
            </mc:Fallback>
          </mc:AlternateContent>
          <mc:AlternateContent xmlns:mc="http://schemas.openxmlformats.org/markup-compatibility/2006" xmlns:p14="http://schemas.microsoft.com/office/powerpoint/2010/main">
            <mc:Choice Requires="p14">
              <p:contentPart r:id="rId383" p14:bwMode="auto">
                <p14:nvContentPartPr>
                  <p14:cNvPr id="265" name="墨迹 264"/>
                  <p14:cNvContentPartPr/>
                  <p14:nvPr/>
                </p14:nvContentPartPr>
                <p14:xfrm>
                  <a:off x="9948" y="3334"/>
                  <a:ext cx="242" cy="444"/>
                </p14:xfrm>
              </p:contentPart>
            </mc:Choice>
            <mc:Fallback xmlns="">
              <p:pic>
                <p:nvPicPr>
                  <p:cNvPr id="265" name="墨迹 264"/>
                </p:nvPicPr>
                <p:blipFill>
                  <a:blip r:embed="rId384"/>
                </p:blipFill>
                <p:spPr>
                  <a:xfrm>
                    <a:off x="9948" y="3334"/>
                    <a:ext cx="242" cy="444"/>
                  </a:xfrm>
                  <a:prstGeom prst="rect"/>
                </p:spPr>
              </p:pic>
            </mc:Fallback>
          </mc:AlternateContent>
          <mc:AlternateContent xmlns:mc="http://schemas.openxmlformats.org/markup-compatibility/2006" xmlns:p14="http://schemas.microsoft.com/office/powerpoint/2010/main">
            <mc:Choice Requires="p14">
              <p:contentPart r:id="rId385" p14:bwMode="auto">
                <p14:nvContentPartPr>
                  <p14:cNvPr id="266" name="墨迹 265"/>
                  <p14:cNvContentPartPr/>
                  <p14:nvPr/>
                </p14:nvContentPartPr>
                <p14:xfrm>
                  <a:off x="10332" y="3193"/>
                  <a:ext cx="67" cy="670"/>
                </p14:xfrm>
              </p:contentPart>
            </mc:Choice>
            <mc:Fallback xmlns="">
              <p:pic>
                <p:nvPicPr>
                  <p:cNvPr id="266" name="墨迹 265"/>
                </p:nvPicPr>
                <p:blipFill>
                  <a:blip r:embed="rId386"/>
                </p:blipFill>
                <p:spPr>
                  <a:xfrm>
                    <a:off x="10332" y="3193"/>
                    <a:ext cx="67" cy="670"/>
                  </a:xfrm>
                  <a:prstGeom prst="rect"/>
                </p:spPr>
              </p:pic>
            </mc:Fallback>
          </mc:AlternateContent>
          <mc:AlternateContent xmlns:mc="http://schemas.openxmlformats.org/markup-compatibility/2006" xmlns:p14="http://schemas.microsoft.com/office/powerpoint/2010/main">
            <mc:Choice Requires="p14">
              <p:contentPart r:id="rId387" p14:bwMode="auto">
                <p14:nvContentPartPr>
                  <p14:cNvPr id="267" name="墨迹 266"/>
                  <p14:cNvContentPartPr/>
                  <p14:nvPr/>
                </p14:nvContentPartPr>
                <p14:xfrm>
                  <a:off x="10492" y="3215"/>
                  <a:ext cx="130" cy="649"/>
                </p14:xfrm>
              </p:contentPart>
            </mc:Choice>
            <mc:Fallback xmlns="">
              <p:pic>
                <p:nvPicPr>
                  <p:cNvPr id="267" name="墨迹 266"/>
                </p:nvPicPr>
                <p:blipFill>
                  <a:blip r:embed="rId388"/>
                </p:blipFill>
                <p:spPr>
                  <a:xfrm>
                    <a:off x="10492" y="3215"/>
                    <a:ext cx="130" cy="649"/>
                  </a:xfrm>
                  <a:prstGeom prst="rect"/>
                </p:spPr>
              </p:pic>
            </mc:Fallback>
          </mc:AlternateContent>
          <mc:AlternateContent xmlns:mc="http://schemas.openxmlformats.org/markup-compatibility/2006" xmlns:p14="http://schemas.microsoft.com/office/powerpoint/2010/main">
            <mc:Choice Requires="p14">
              <p:contentPart r:id="rId389" p14:bwMode="auto">
                <p14:nvContentPartPr>
                  <p14:cNvPr id="268" name="墨迹 267"/>
                  <p14:cNvContentPartPr/>
                  <p14:nvPr/>
                </p14:nvContentPartPr>
                <p14:xfrm>
                  <a:off x="10557" y="3574"/>
                  <a:ext cx="1" cy="130"/>
                </p14:xfrm>
              </p:contentPart>
            </mc:Choice>
            <mc:Fallback xmlns="">
              <p:pic>
                <p:nvPicPr>
                  <p:cNvPr id="268" name="墨迹 267"/>
                </p:nvPicPr>
                <p:blipFill>
                  <a:blip r:embed="rId390"/>
                </p:blipFill>
                <p:spPr>
                  <a:xfrm>
                    <a:off x="10557" y="3574"/>
                    <a:ext cx="1" cy="130"/>
                  </a:xfrm>
                  <a:prstGeom prst="rect"/>
                </p:spPr>
              </p:pic>
            </mc:Fallback>
          </mc:AlternateContent>
          <mc:AlternateContent xmlns:mc="http://schemas.openxmlformats.org/markup-compatibility/2006" xmlns:p14="http://schemas.microsoft.com/office/powerpoint/2010/main">
            <mc:Choice Requires="p14">
              <p:contentPart r:id="rId391" p14:bwMode="auto">
                <p14:nvContentPartPr>
                  <p14:cNvPr id="272" name="墨迹 271"/>
                  <p14:cNvContentPartPr/>
                  <p14:nvPr/>
                </p14:nvContentPartPr>
                <p14:xfrm>
                  <a:off x="10494" y="1353"/>
                  <a:ext cx="1" cy="1"/>
                </p14:xfrm>
              </p:contentPart>
            </mc:Choice>
            <mc:Fallback xmlns="">
              <p:pic>
                <p:nvPicPr>
                  <p:cNvPr id="272" name="墨迹 271"/>
                </p:nvPicPr>
                <p:blipFill>
                  <a:blip r:embed="rId6"/>
                </p:blipFill>
                <p:spPr>
                  <a:xfrm>
                    <a:off x="10494" y="1353"/>
                    <a:ext cx="1" cy="1"/>
                  </a:xfrm>
                  <a:prstGeom prst="rect"/>
                </p:spPr>
              </p:pic>
            </mc:Fallback>
          </mc:AlternateContent>
          <mc:AlternateContent xmlns:mc="http://schemas.openxmlformats.org/markup-compatibility/2006" xmlns:p14="http://schemas.microsoft.com/office/powerpoint/2010/main">
            <mc:Choice Requires="p14">
              <p:contentPart r:id="rId392" p14:bwMode="auto">
                <p14:nvContentPartPr>
                  <p14:cNvPr id="273" name="墨迹 272"/>
                  <p14:cNvContentPartPr/>
                  <p14:nvPr/>
                </p14:nvContentPartPr>
                <p14:xfrm>
                  <a:off x="11666" y="1585"/>
                  <a:ext cx="1" cy="1"/>
                </p14:xfrm>
              </p:contentPart>
            </mc:Choice>
            <mc:Fallback xmlns="">
              <p:pic>
                <p:nvPicPr>
                  <p:cNvPr id="273" name="墨迹 272"/>
                </p:nvPicPr>
                <p:blipFill>
                  <a:blip r:embed="rId6"/>
                </p:blipFill>
                <p:spPr>
                  <a:xfrm>
                    <a:off x="11666" y="1585"/>
                    <a:ext cx="1" cy="1"/>
                  </a:xfrm>
                  <a:prstGeom prst="rect"/>
                </p:spPr>
              </p:pic>
            </mc:Fallback>
          </mc:AlternateContent>
          <mc:AlternateContent xmlns:mc="http://schemas.openxmlformats.org/markup-compatibility/2006" xmlns:p14="http://schemas.microsoft.com/office/powerpoint/2010/main">
            <mc:Choice Requires="p14">
              <p:contentPart r:id="rId393" p14:bwMode="auto">
                <p14:nvContentPartPr>
                  <p14:cNvPr id="275" name="墨迹 274"/>
                  <p14:cNvContentPartPr/>
                  <p14:nvPr/>
                </p14:nvContentPartPr>
                <p14:xfrm>
                  <a:off x="8694" y="2311"/>
                  <a:ext cx="1" cy="1"/>
                </p14:xfrm>
              </p:contentPart>
            </mc:Choice>
            <mc:Fallback xmlns="">
              <p:pic>
                <p:nvPicPr>
                  <p:cNvPr id="275" name="墨迹 274"/>
                </p:nvPicPr>
                <p:blipFill>
                  <a:blip r:embed="rId6"/>
                </p:blipFill>
                <p:spPr>
                  <a:xfrm>
                    <a:off x="8694" y="2311"/>
                    <a:ext cx="1" cy="1"/>
                  </a:xfrm>
                  <a:prstGeom prst="rect"/>
                </p:spPr>
              </p:pic>
            </mc:Fallback>
          </mc:AlternateContent>
          <mc:AlternateContent xmlns:mc="http://schemas.openxmlformats.org/markup-compatibility/2006" xmlns:p14="http://schemas.microsoft.com/office/powerpoint/2010/main">
            <mc:Choice Requires="p14">
              <p:contentPart r:id="rId394" p14:bwMode="auto">
                <p14:nvContentPartPr>
                  <p14:cNvPr id="280" name="墨迹 279"/>
                  <p14:cNvContentPartPr/>
                  <p14:nvPr/>
                </p14:nvContentPartPr>
                <p14:xfrm>
                  <a:off x="8678" y="2261"/>
                  <a:ext cx="1" cy="1"/>
                </p14:xfrm>
              </p:contentPart>
            </mc:Choice>
            <mc:Fallback xmlns="">
              <p:pic>
                <p:nvPicPr>
                  <p:cNvPr id="280" name="墨迹 279"/>
                </p:nvPicPr>
                <p:blipFill>
                  <a:blip r:embed="rId6"/>
                </p:blipFill>
                <p:spPr>
                  <a:xfrm>
                    <a:off x="8678" y="2261"/>
                    <a:ext cx="1" cy="1"/>
                  </a:xfrm>
                  <a:prstGeom prst="rect"/>
                </p:spPr>
              </p:pic>
            </mc:Fallback>
          </mc:AlternateContent>
          <mc:AlternateContent xmlns:mc="http://schemas.openxmlformats.org/markup-compatibility/2006" xmlns:p14="http://schemas.microsoft.com/office/powerpoint/2010/main">
            <mc:Choice Requires="p14">
              <p:contentPart r:id="rId395" p14:bwMode="auto">
                <p14:nvContentPartPr>
                  <p14:cNvPr id="282" name="墨迹 281"/>
                  <p14:cNvContentPartPr/>
                  <p14:nvPr/>
                </p14:nvContentPartPr>
                <p14:xfrm>
                  <a:off x="8727" y="2261"/>
                  <a:ext cx="1" cy="1"/>
                </p14:xfrm>
              </p:contentPart>
            </mc:Choice>
            <mc:Fallback xmlns="">
              <p:pic>
                <p:nvPicPr>
                  <p:cNvPr id="282" name="墨迹 281"/>
                </p:nvPicPr>
                <p:blipFill>
                  <a:blip r:embed="rId6"/>
                </p:blipFill>
                <p:spPr>
                  <a:xfrm>
                    <a:off x="8727" y="2261"/>
                    <a:ext cx="1" cy="1"/>
                  </a:xfrm>
                  <a:prstGeom prst="rect"/>
                </p:spPr>
              </p:pic>
            </mc:Fallback>
          </mc:AlternateContent>
          <mc:AlternateContent xmlns:mc="http://schemas.openxmlformats.org/markup-compatibility/2006" xmlns:p14="http://schemas.microsoft.com/office/powerpoint/2010/main">
            <mc:Choice Requires="p14">
              <p:contentPart r:id="rId396" p14:bwMode="auto">
                <p14:nvContentPartPr>
                  <p14:cNvPr id="284" name="墨迹 283"/>
                  <p14:cNvContentPartPr/>
                  <p14:nvPr/>
                </p14:nvContentPartPr>
                <p14:xfrm>
                  <a:off x="8744" y="1501"/>
                  <a:ext cx="4040" cy="960"/>
                </p14:xfrm>
              </p:contentPart>
            </mc:Choice>
            <mc:Fallback xmlns="">
              <p:pic>
                <p:nvPicPr>
                  <p:cNvPr id="284" name="墨迹 283"/>
                </p:nvPicPr>
                <p:blipFill>
                  <a:blip r:embed="rId397"/>
                </p:blipFill>
                <p:spPr>
                  <a:xfrm>
                    <a:off x="8744" y="1501"/>
                    <a:ext cx="4040" cy="960"/>
                  </a:xfrm>
                  <a:prstGeom prst="rect"/>
                </p:spPr>
              </p:pic>
            </mc:Fallback>
          </mc:AlternateContent>
          <mc:AlternateContent xmlns:mc="http://schemas.openxmlformats.org/markup-compatibility/2006" xmlns:p14="http://schemas.microsoft.com/office/powerpoint/2010/main">
            <mc:Choice Requires="p14">
              <p:contentPart r:id="rId398" p14:bwMode="auto">
                <p14:nvContentPartPr>
                  <p14:cNvPr id="287" name="墨迹 286"/>
                  <p14:cNvContentPartPr/>
                  <p14:nvPr/>
                </p14:nvContentPartPr>
                <p14:xfrm>
                  <a:off x="12805" y="2410"/>
                  <a:ext cx="1238" cy="84"/>
                </p14:xfrm>
              </p:contentPart>
            </mc:Choice>
            <mc:Fallback xmlns="">
              <p:pic>
                <p:nvPicPr>
                  <p:cNvPr id="287" name="墨迹 286"/>
                </p:nvPicPr>
                <p:blipFill>
                  <a:blip r:embed="rId399"/>
                </p:blipFill>
                <p:spPr>
                  <a:xfrm>
                    <a:off x="12805" y="2410"/>
                    <a:ext cx="1238" cy="84"/>
                  </a:xfrm>
                  <a:prstGeom prst="rect"/>
                </p:spPr>
              </p:pic>
            </mc:Fallback>
          </mc:AlternateContent>
          <mc:AlternateContent xmlns:mc="http://schemas.openxmlformats.org/markup-compatibility/2006" xmlns:p14="http://schemas.microsoft.com/office/powerpoint/2010/main">
            <mc:Choice Requires="p14">
              <p:contentPart r:id="rId400" p14:bwMode="auto">
                <p14:nvContentPartPr>
                  <p14:cNvPr id="288" name="墨迹 287"/>
                  <p14:cNvContentPartPr/>
                  <p14:nvPr/>
                </p14:nvContentPartPr>
                <p14:xfrm>
                  <a:off x="14951" y="5101"/>
                  <a:ext cx="1" cy="1"/>
                </p14:xfrm>
              </p:contentPart>
            </mc:Choice>
            <mc:Fallback xmlns="">
              <p:pic>
                <p:nvPicPr>
                  <p:cNvPr id="288" name="墨迹 287"/>
                </p:nvPicPr>
                <p:blipFill>
                  <a:blip r:embed="rId6"/>
                </p:blipFill>
                <p:spPr>
                  <a:xfrm>
                    <a:off x="14951" y="5101"/>
                    <a:ext cx="1" cy="1"/>
                  </a:xfrm>
                  <a:prstGeom prst="rect"/>
                </p:spPr>
              </p:pic>
            </mc:Fallback>
          </mc:AlternateContent>
        </p:grpSp>
      </p:grpSp>
      <p:sp>
        <p:nvSpPr>
          <p:cNvPr id="293" name="弧形 292"/>
          <p:cNvSpPr/>
          <p:nvPr/>
        </p:nvSpPr>
        <p:spPr>
          <a:xfrm rot="9480000">
            <a:off x="7070725" y="-82550"/>
            <a:ext cx="1748155" cy="675005"/>
          </a:xfrm>
          <a:prstGeom prst="arc">
            <a:avLst/>
          </a:prstGeom>
          <a:ln w="28575">
            <a:solidFill>
              <a:schemeClr val="tx2">
                <a:lumMod val="75000"/>
              </a:schemeClr>
            </a:solidFill>
            <a:headEnd type="arrow"/>
            <a:tailEnd type="none"/>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mc:AlternateContent xmlns:mc="http://schemas.openxmlformats.org/markup-compatibility/2006" xmlns:p14="http://schemas.microsoft.com/office/powerpoint/2010/main">
        <mc:Choice Requires="p14">
          <p:contentPart r:id="rId401" p14:bwMode="auto">
            <p14:nvContentPartPr>
              <p14:cNvPr id="295" name="墨迹 294"/>
              <p14:cNvContentPartPr/>
              <p14:nvPr/>
            </p14:nvContentPartPr>
            <p14:xfrm>
              <a:off x="4696460" y="1175385"/>
              <a:ext cx="635" cy="635"/>
            </p14:xfrm>
          </p:contentPart>
        </mc:Choice>
        <mc:Fallback xmlns="">
          <p:pic>
            <p:nvPicPr>
              <p:cNvPr id="295" name="墨迹 294"/>
            </p:nvPicPr>
            <p:blipFill>
              <a:blip r:embed="rId402"/>
            </p:blipFill>
            <p:spPr>
              <a:xfrm>
                <a:off x="4696460" y="1175385"/>
                <a:ext cx="635" cy="635"/>
              </a:xfrm>
              <a:prstGeom prst="rect"/>
            </p:spPr>
          </p:pic>
        </mc:Fallback>
      </mc:AlternateContent>
      <mc:AlternateContent xmlns:mc="http://schemas.openxmlformats.org/markup-compatibility/2006" xmlns:p14="http://schemas.microsoft.com/office/powerpoint/2010/main">
        <mc:Choice Requires="p14">
          <p:contentPart r:id="rId403" p14:bwMode="auto">
            <p14:nvContentPartPr>
              <p14:cNvPr id="299" name="墨迹 298"/>
              <p14:cNvContentPartPr/>
              <p14:nvPr/>
            </p14:nvContentPartPr>
            <p14:xfrm>
              <a:off x="4638675" y="889000"/>
              <a:ext cx="2103120" cy="797560"/>
            </p14:xfrm>
          </p:contentPart>
        </mc:Choice>
        <mc:Fallback xmlns="">
          <p:pic>
            <p:nvPicPr>
              <p:cNvPr id="299" name="墨迹 298"/>
            </p:nvPicPr>
            <p:blipFill>
              <a:blip r:embed="rId404"/>
            </p:blipFill>
            <p:spPr>
              <a:xfrm>
                <a:off x="4638675" y="889000"/>
                <a:ext cx="2103120" cy="797560"/>
              </a:xfrm>
              <a:prstGeom prst="rect"/>
            </p:spPr>
          </p:pic>
        </mc:Fallback>
      </mc:AlternateContent>
      <mc:AlternateContent xmlns:mc="http://schemas.openxmlformats.org/markup-compatibility/2006" xmlns:p14="http://schemas.microsoft.com/office/powerpoint/2010/main">
        <mc:Choice Requires="p14">
          <p:contentPart r:id="rId405" p14:bwMode="auto">
            <p14:nvContentPartPr>
              <p14:cNvPr id="301" name="墨迹 300"/>
              <p14:cNvContentPartPr/>
              <p14:nvPr/>
            </p14:nvContentPartPr>
            <p14:xfrm>
              <a:off x="6518275" y="1110615"/>
              <a:ext cx="421640" cy="140970"/>
            </p14:xfrm>
          </p:contentPart>
        </mc:Choice>
        <mc:Fallback xmlns="">
          <p:pic>
            <p:nvPicPr>
              <p:cNvPr id="301" name="墨迹 300"/>
            </p:nvPicPr>
            <p:blipFill>
              <a:blip r:embed="rId406"/>
            </p:blipFill>
            <p:spPr>
              <a:xfrm>
                <a:off x="6518275" y="1110615"/>
                <a:ext cx="421640" cy="140970"/>
              </a:xfrm>
              <a:prstGeom prst="rect"/>
            </p:spPr>
          </p:pic>
        </mc:Fallback>
      </mc:AlternateContent>
      <mc:AlternateContent xmlns:mc="http://schemas.openxmlformats.org/markup-compatibility/2006" xmlns:p14="http://schemas.microsoft.com/office/powerpoint/2010/main">
        <mc:Choice Requires="p14">
          <p:contentPart r:id="rId407" p14:bwMode="auto">
            <p14:nvContentPartPr>
              <p14:cNvPr id="302" name="墨迹 301"/>
              <p14:cNvContentPartPr/>
              <p14:nvPr/>
            </p14:nvContentPartPr>
            <p14:xfrm>
              <a:off x="6589395" y="1043305"/>
              <a:ext cx="429895" cy="244475"/>
            </p14:xfrm>
          </p:contentPart>
        </mc:Choice>
        <mc:Fallback xmlns="">
          <p:pic>
            <p:nvPicPr>
              <p:cNvPr id="302" name="墨迹 301"/>
            </p:nvPicPr>
            <p:blipFill>
              <a:blip r:embed="rId408"/>
            </p:blipFill>
            <p:spPr>
              <a:xfrm>
                <a:off x="6589395" y="1043305"/>
                <a:ext cx="429895" cy="244475"/>
              </a:xfrm>
              <a:prstGeom prst="rect"/>
            </p:spPr>
          </p:pic>
        </mc:Fallback>
      </mc:AlternateContent>
      <mc:AlternateContent xmlns:mc="http://schemas.openxmlformats.org/markup-compatibility/2006" xmlns:p14="http://schemas.microsoft.com/office/powerpoint/2010/main">
        <mc:Choice Requires="p14">
          <p:contentPart r:id="rId409" p14:bwMode="auto">
            <p14:nvContentPartPr>
              <p14:cNvPr id="303" name="墨迹 302"/>
              <p14:cNvContentPartPr/>
              <p14:nvPr/>
            </p14:nvContentPartPr>
            <p14:xfrm>
              <a:off x="6932295" y="1183005"/>
              <a:ext cx="1517015" cy="709930"/>
            </p14:xfrm>
          </p:contentPart>
        </mc:Choice>
        <mc:Fallback xmlns="">
          <p:pic>
            <p:nvPicPr>
              <p:cNvPr id="303" name="墨迹 302"/>
            </p:nvPicPr>
            <p:blipFill>
              <a:blip r:embed="rId410"/>
            </p:blipFill>
            <p:spPr>
              <a:xfrm>
                <a:off x="6932295" y="1183005"/>
                <a:ext cx="1517015" cy="709930"/>
              </a:xfrm>
              <a:prstGeom prst="rect"/>
            </p:spPr>
          </p:pic>
        </mc:Fallback>
      </mc:AlternateContent>
      <mc:AlternateContent xmlns:mc="http://schemas.openxmlformats.org/markup-compatibility/2006" xmlns:p14="http://schemas.microsoft.com/office/powerpoint/2010/main">
        <mc:Choice Requires="p14">
          <p:contentPart r:id="rId411" p14:bwMode="auto">
            <p14:nvContentPartPr>
              <p14:cNvPr id="304" name="墨迹 303"/>
              <p14:cNvContentPartPr/>
              <p14:nvPr/>
            </p14:nvContentPartPr>
            <p14:xfrm>
              <a:off x="6800215" y="1061720"/>
              <a:ext cx="143510" cy="85725"/>
            </p14:xfrm>
          </p:contentPart>
        </mc:Choice>
        <mc:Fallback xmlns="">
          <p:pic>
            <p:nvPicPr>
              <p:cNvPr id="304" name="墨迹 303"/>
            </p:nvPicPr>
            <p:blipFill>
              <a:blip r:embed="rId412"/>
            </p:blipFill>
            <p:spPr>
              <a:xfrm>
                <a:off x="6800215" y="1061720"/>
                <a:ext cx="143510" cy="85725"/>
              </a:xfrm>
              <a:prstGeom prst="rect"/>
            </p:spPr>
          </p:pic>
        </mc:Fallback>
      </mc:AlternateContent>
      <mc:AlternateContent xmlns:mc="http://schemas.openxmlformats.org/markup-compatibility/2006" xmlns:p14="http://schemas.microsoft.com/office/powerpoint/2010/main">
        <mc:Choice Requires="p14">
          <p:contentPart r:id="rId413" p14:bwMode="auto">
            <p14:nvContentPartPr>
              <p14:cNvPr id="305" name="墨迹 304"/>
              <p14:cNvContentPartPr/>
              <p14:nvPr/>
            </p14:nvContentPartPr>
            <p14:xfrm>
              <a:off x="4653280" y="1360170"/>
              <a:ext cx="22860" cy="49530"/>
            </p14:xfrm>
          </p:contentPart>
        </mc:Choice>
        <mc:Fallback xmlns="">
          <p:pic>
            <p:nvPicPr>
              <p:cNvPr id="305" name="墨迹 304"/>
            </p:nvPicPr>
            <p:blipFill>
              <a:blip r:embed="rId414"/>
            </p:blipFill>
            <p:spPr>
              <a:xfrm>
                <a:off x="4653280" y="1360170"/>
                <a:ext cx="22860" cy="49530"/>
              </a:xfrm>
              <a:prstGeom prst="rect"/>
            </p:spPr>
          </p:pic>
        </mc:Fallback>
      </mc:AlternateContent>
      <mc:AlternateContent xmlns:mc="http://schemas.openxmlformats.org/markup-compatibility/2006" xmlns:p14="http://schemas.microsoft.com/office/powerpoint/2010/main">
        <mc:Choice Requires="p14">
          <p:contentPart r:id="rId415" p14:bwMode="auto">
            <p14:nvContentPartPr>
              <p14:cNvPr id="306" name="墨迹 305"/>
              <p14:cNvContentPartPr/>
              <p14:nvPr/>
            </p14:nvContentPartPr>
            <p14:xfrm>
              <a:off x="4705985" y="1465580"/>
              <a:ext cx="12700" cy="17145"/>
            </p14:xfrm>
          </p:contentPart>
        </mc:Choice>
        <mc:Fallback xmlns="">
          <p:pic>
            <p:nvPicPr>
              <p:cNvPr id="306" name="墨迹 305"/>
            </p:nvPicPr>
            <p:blipFill>
              <a:blip r:embed="rId416"/>
            </p:blipFill>
            <p:spPr>
              <a:xfrm>
                <a:off x="4705985" y="1465580"/>
                <a:ext cx="12700" cy="17145"/>
              </a:xfrm>
              <a:prstGeom prst="rect"/>
            </p:spPr>
          </p:pic>
        </mc:Fallback>
      </mc:AlternateContent>
      <mc:AlternateContent xmlns:mc="http://schemas.openxmlformats.org/markup-compatibility/2006" xmlns:p14="http://schemas.microsoft.com/office/powerpoint/2010/main">
        <mc:Choice Requires="p14">
          <p:contentPart r:id="rId417" p14:bwMode="auto">
            <p14:nvContentPartPr>
              <p14:cNvPr id="307" name="墨迹 306"/>
              <p14:cNvContentPartPr/>
              <p14:nvPr/>
            </p14:nvContentPartPr>
            <p14:xfrm>
              <a:off x="4747260" y="1527810"/>
              <a:ext cx="50800" cy="22225"/>
            </p14:xfrm>
          </p:contentPart>
        </mc:Choice>
        <mc:Fallback xmlns="">
          <p:pic>
            <p:nvPicPr>
              <p:cNvPr id="307" name="墨迹 306"/>
            </p:nvPicPr>
            <p:blipFill>
              <a:blip r:embed="rId418"/>
            </p:blipFill>
            <p:spPr>
              <a:xfrm>
                <a:off x="4747260" y="1527810"/>
                <a:ext cx="50800" cy="22225"/>
              </a:xfrm>
              <a:prstGeom prst="rect"/>
            </p:spPr>
          </p:pic>
        </mc:Fallback>
      </mc:AlternateContent>
      <mc:AlternateContent xmlns:mc="http://schemas.openxmlformats.org/markup-compatibility/2006" xmlns:p14="http://schemas.microsoft.com/office/powerpoint/2010/main">
        <mc:Choice Requires="p14">
          <p:contentPart r:id="rId419" p14:bwMode="auto">
            <p14:nvContentPartPr>
              <p14:cNvPr id="308" name="墨迹 307"/>
              <p14:cNvContentPartPr/>
              <p14:nvPr/>
            </p14:nvContentPartPr>
            <p14:xfrm>
              <a:off x="4815840" y="1641475"/>
              <a:ext cx="20320" cy="6350"/>
            </p14:xfrm>
          </p:contentPart>
        </mc:Choice>
        <mc:Fallback xmlns="">
          <p:pic>
            <p:nvPicPr>
              <p:cNvPr id="308" name="墨迹 307"/>
            </p:nvPicPr>
            <p:blipFill>
              <a:blip r:embed="rId420"/>
            </p:blipFill>
            <p:spPr>
              <a:xfrm>
                <a:off x="4815840" y="1641475"/>
                <a:ext cx="20320" cy="6350"/>
              </a:xfrm>
              <a:prstGeom prst="rect"/>
            </p:spPr>
          </p:pic>
        </mc:Fallback>
      </mc:AlternateContent>
      <mc:AlternateContent xmlns:mc="http://schemas.openxmlformats.org/markup-compatibility/2006" xmlns:p14="http://schemas.microsoft.com/office/powerpoint/2010/main">
        <mc:Choice Requires="p14">
          <p:contentPart r:id="rId421" p14:bwMode="auto">
            <p14:nvContentPartPr>
              <p14:cNvPr id="309" name="墨迹 308"/>
              <p14:cNvContentPartPr/>
              <p14:nvPr/>
            </p14:nvContentPartPr>
            <p14:xfrm>
              <a:off x="4888865" y="1696085"/>
              <a:ext cx="27940" cy="36830"/>
            </p14:xfrm>
          </p:contentPart>
        </mc:Choice>
        <mc:Fallback xmlns="">
          <p:pic>
            <p:nvPicPr>
              <p:cNvPr id="309" name="墨迹 308"/>
            </p:nvPicPr>
            <p:blipFill>
              <a:blip r:embed="rId422"/>
            </p:blipFill>
            <p:spPr>
              <a:xfrm>
                <a:off x="4888865" y="1696085"/>
                <a:ext cx="27940" cy="36830"/>
              </a:xfrm>
              <a:prstGeom prst="rect"/>
            </p:spPr>
          </p:pic>
        </mc:Fallback>
      </mc:AlternateContent>
      <mc:AlternateContent xmlns:mc="http://schemas.openxmlformats.org/markup-compatibility/2006" xmlns:p14="http://schemas.microsoft.com/office/powerpoint/2010/main">
        <mc:Choice Requires="p14">
          <p:contentPart r:id="rId423" p14:bwMode="auto">
            <p14:nvContentPartPr>
              <p14:cNvPr id="310" name="墨迹 309"/>
              <p14:cNvContentPartPr/>
              <p14:nvPr/>
            </p14:nvContentPartPr>
            <p14:xfrm>
              <a:off x="4992370" y="1732280"/>
              <a:ext cx="37465" cy="37465"/>
            </p14:xfrm>
          </p:contentPart>
        </mc:Choice>
        <mc:Fallback xmlns="">
          <p:pic>
            <p:nvPicPr>
              <p:cNvPr id="310" name="墨迹 309"/>
            </p:nvPicPr>
            <p:blipFill>
              <a:blip r:embed="rId424"/>
            </p:blipFill>
            <p:spPr>
              <a:xfrm>
                <a:off x="4992370" y="1732280"/>
                <a:ext cx="37465" cy="37465"/>
              </a:xfrm>
              <a:prstGeom prst="rect"/>
            </p:spPr>
          </p:pic>
        </mc:Fallback>
      </mc:AlternateContent>
      <mc:AlternateContent xmlns:mc="http://schemas.openxmlformats.org/markup-compatibility/2006" xmlns:p14="http://schemas.microsoft.com/office/powerpoint/2010/main">
        <mc:Choice Requires="p14">
          <p:contentPart r:id="rId425" p14:bwMode="auto">
            <p14:nvContentPartPr>
              <p14:cNvPr id="311" name="墨迹 310"/>
              <p14:cNvContentPartPr/>
              <p14:nvPr/>
            </p14:nvContentPartPr>
            <p14:xfrm>
              <a:off x="5095875" y="1744345"/>
              <a:ext cx="37465" cy="27305"/>
            </p14:xfrm>
          </p:contentPart>
        </mc:Choice>
        <mc:Fallback xmlns="">
          <p:pic>
            <p:nvPicPr>
              <p:cNvPr id="311" name="墨迹 310"/>
            </p:nvPicPr>
            <p:blipFill>
              <a:blip r:embed="rId426"/>
            </p:blipFill>
            <p:spPr>
              <a:xfrm>
                <a:off x="5095875" y="1744345"/>
                <a:ext cx="37465" cy="27305"/>
              </a:xfrm>
              <a:prstGeom prst="rect"/>
            </p:spPr>
          </p:pic>
        </mc:Fallback>
      </mc:AlternateContent>
      <mc:AlternateContent xmlns:mc="http://schemas.openxmlformats.org/markup-compatibility/2006" xmlns:p14="http://schemas.microsoft.com/office/powerpoint/2010/main">
        <mc:Choice Requires="p14">
          <p:contentPart r:id="rId427" p14:bwMode="auto">
            <p14:nvContentPartPr>
              <p14:cNvPr id="312" name="墨迹 311"/>
              <p14:cNvContentPartPr/>
              <p14:nvPr/>
            </p14:nvContentPartPr>
            <p14:xfrm>
              <a:off x="5200015" y="1725930"/>
              <a:ext cx="18415" cy="61595"/>
            </p14:xfrm>
          </p:contentPart>
        </mc:Choice>
        <mc:Fallback xmlns="">
          <p:pic>
            <p:nvPicPr>
              <p:cNvPr id="312" name="墨迹 311"/>
            </p:nvPicPr>
            <p:blipFill>
              <a:blip r:embed="rId428"/>
            </p:blipFill>
            <p:spPr>
              <a:xfrm>
                <a:off x="5200015" y="1725930"/>
                <a:ext cx="18415" cy="61595"/>
              </a:xfrm>
              <a:prstGeom prst="rect"/>
            </p:spPr>
          </p:pic>
        </mc:Fallback>
      </mc:AlternateContent>
      <mc:AlternateContent xmlns:mc="http://schemas.openxmlformats.org/markup-compatibility/2006" xmlns:p14="http://schemas.microsoft.com/office/powerpoint/2010/main">
        <mc:Choice Requires="p14">
          <p:contentPart r:id="rId429" p14:bwMode="auto">
            <p14:nvContentPartPr>
              <p14:cNvPr id="313" name="墨迹 312"/>
              <p14:cNvContentPartPr/>
              <p14:nvPr/>
            </p14:nvContentPartPr>
            <p14:xfrm>
              <a:off x="5297170" y="1736090"/>
              <a:ext cx="19050" cy="48895"/>
            </p14:xfrm>
          </p:contentPart>
        </mc:Choice>
        <mc:Fallback xmlns="">
          <p:pic>
            <p:nvPicPr>
              <p:cNvPr id="313" name="墨迹 312"/>
            </p:nvPicPr>
            <p:blipFill>
              <a:blip r:embed="rId430"/>
            </p:blipFill>
            <p:spPr>
              <a:xfrm>
                <a:off x="5297170" y="1736090"/>
                <a:ext cx="19050" cy="48895"/>
              </a:xfrm>
              <a:prstGeom prst="rect"/>
            </p:spPr>
          </p:pic>
        </mc:Fallback>
      </mc:AlternateContent>
      <mc:AlternateContent xmlns:mc="http://schemas.openxmlformats.org/markup-compatibility/2006" xmlns:p14="http://schemas.microsoft.com/office/powerpoint/2010/main">
        <mc:Choice Requires="p14">
          <p:contentPart r:id="rId431" p14:bwMode="auto">
            <p14:nvContentPartPr>
              <p14:cNvPr id="314" name="墨迹 313"/>
              <p14:cNvContentPartPr/>
              <p14:nvPr/>
            </p14:nvContentPartPr>
            <p14:xfrm>
              <a:off x="5419090" y="1805305"/>
              <a:ext cx="635" cy="635"/>
            </p14:xfrm>
          </p:contentPart>
        </mc:Choice>
        <mc:Fallback xmlns="">
          <p:pic>
            <p:nvPicPr>
              <p:cNvPr id="314" name="墨迹 313"/>
            </p:nvPicPr>
            <p:blipFill>
              <a:blip r:embed="rId402"/>
            </p:blipFill>
            <p:spPr>
              <a:xfrm>
                <a:off x="5419090" y="1805305"/>
                <a:ext cx="635" cy="635"/>
              </a:xfrm>
              <a:prstGeom prst="rect"/>
            </p:spPr>
          </p:pic>
        </mc:Fallback>
      </mc:AlternateContent>
      <mc:AlternateContent xmlns:mc="http://schemas.openxmlformats.org/markup-compatibility/2006" xmlns:p14="http://schemas.microsoft.com/office/powerpoint/2010/main">
        <mc:Choice Requires="p14">
          <p:contentPart r:id="rId432" p14:bwMode="auto">
            <p14:nvContentPartPr>
              <p14:cNvPr id="315" name="墨迹 314"/>
              <p14:cNvContentPartPr/>
              <p14:nvPr/>
            </p14:nvContentPartPr>
            <p14:xfrm>
              <a:off x="5486400" y="1725930"/>
              <a:ext cx="635" cy="38735"/>
            </p14:xfrm>
          </p:contentPart>
        </mc:Choice>
        <mc:Fallback xmlns="">
          <p:pic>
            <p:nvPicPr>
              <p:cNvPr id="315" name="墨迹 314"/>
            </p:nvPicPr>
            <p:blipFill>
              <a:blip r:embed="rId433"/>
            </p:blipFill>
            <p:spPr>
              <a:xfrm>
                <a:off x="5486400" y="1725930"/>
                <a:ext cx="635" cy="38735"/>
              </a:xfrm>
              <a:prstGeom prst="rect"/>
            </p:spPr>
          </p:pic>
        </mc:Fallback>
      </mc:AlternateContent>
      <mc:AlternateContent xmlns:mc="http://schemas.openxmlformats.org/markup-compatibility/2006" xmlns:p14="http://schemas.microsoft.com/office/powerpoint/2010/main">
        <mc:Choice Requires="p14">
          <p:contentPart r:id="rId434" p14:bwMode="auto">
            <p14:nvContentPartPr>
              <p14:cNvPr id="316" name="墨迹 315"/>
              <p14:cNvContentPartPr/>
              <p14:nvPr/>
            </p14:nvContentPartPr>
            <p14:xfrm>
              <a:off x="5522595" y="1652905"/>
              <a:ext cx="13335" cy="31115"/>
            </p14:xfrm>
          </p:contentPart>
        </mc:Choice>
        <mc:Fallback xmlns="">
          <p:pic>
            <p:nvPicPr>
              <p:cNvPr id="316" name="墨迹 315"/>
            </p:nvPicPr>
            <p:blipFill>
              <a:blip r:embed="rId435"/>
            </p:blipFill>
            <p:spPr>
              <a:xfrm>
                <a:off x="5522595" y="1652905"/>
                <a:ext cx="13335" cy="31115"/>
              </a:xfrm>
              <a:prstGeom prst="rect"/>
            </p:spPr>
          </p:pic>
        </mc:Fallback>
      </mc:AlternateContent>
      <mc:AlternateContent xmlns:mc="http://schemas.openxmlformats.org/markup-compatibility/2006" xmlns:p14="http://schemas.microsoft.com/office/powerpoint/2010/main">
        <mc:Choice Requires="p14">
          <p:contentPart r:id="rId436" p14:bwMode="auto">
            <p14:nvContentPartPr>
              <p14:cNvPr id="317" name="墨迹 316"/>
              <p14:cNvContentPartPr/>
              <p14:nvPr/>
            </p14:nvContentPartPr>
            <p14:xfrm>
              <a:off x="5601970" y="1561465"/>
              <a:ext cx="6985" cy="64770"/>
            </p14:xfrm>
          </p:contentPart>
        </mc:Choice>
        <mc:Fallback xmlns="">
          <p:pic>
            <p:nvPicPr>
              <p:cNvPr id="317" name="墨迹 316"/>
            </p:nvPicPr>
            <p:blipFill>
              <a:blip r:embed="rId437"/>
            </p:blipFill>
            <p:spPr>
              <a:xfrm>
                <a:off x="5601970" y="1561465"/>
                <a:ext cx="6985" cy="64770"/>
              </a:xfrm>
              <a:prstGeom prst="rect"/>
            </p:spPr>
          </p:pic>
        </mc:Fallback>
      </mc:AlternateContent>
      <mc:AlternateContent xmlns:mc="http://schemas.openxmlformats.org/markup-compatibility/2006" xmlns:p14="http://schemas.microsoft.com/office/powerpoint/2010/main">
        <mc:Choice Requires="p14">
          <p:contentPart r:id="rId438" p14:bwMode="auto">
            <p14:nvContentPartPr>
              <p14:cNvPr id="318" name="墨迹 317"/>
              <p14:cNvContentPartPr/>
              <p14:nvPr/>
            </p14:nvContentPartPr>
            <p14:xfrm>
              <a:off x="5638800" y="1525270"/>
              <a:ext cx="12700" cy="18415"/>
            </p14:xfrm>
          </p:contentPart>
        </mc:Choice>
        <mc:Fallback xmlns="">
          <p:pic>
            <p:nvPicPr>
              <p:cNvPr id="318" name="墨迹 317"/>
            </p:nvPicPr>
            <p:blipFill>
              <a:blip r:embed="rId439"/>
            </p:blipFill>
            <p:spPr>
              <a:xfrm>
                <a:off x="5638800" y="1525270"/>
                <a:ext cx="12700" cy="18415"/>
              </a:xfrm>
              <a:prstGeom prst="rect"/>
            </p:spPr>
          </p:pic>
        </mc:Fallback>
      </mc:AlternateContent>
      <mc:AlternateContent xmlns:mc="http://schemas.openxmlformats.org/markup-compatibility/2006" xmlns:p14="http://schemas.microsoft.com/office/powerpoint/2010/main">
        <mc:Choice Requires="p14">
          <p:contentPart r:id="rId440" p14:bwMode="auto">
            <p14:nvContentPartPr>
              <p14:cNvPr id="319" name="墨迹 318"/>
              <p14:cNvContentPartPr/>
              <p14:nvPr/>
            </p14:nvContentPartPr>
            <p14:xfrm>
              <a:off x="5718175" y="1520825"/>
              <a:ext cx="635" cy="22860"/>
            </p14:xfrm>
          </p:contentPart>
        </mc:Choice>
        <mc:Fallback xmlns="">
          <p:pic>
            <p:nvPicPr>
              <p:cNvPr id="319" name="墨迹 318"/>
            </p:nvPicPr>
            <p:blipFill>
              <a:blip r:embed="rId441"/>
            </p:blipFill>
            <p:spPr>
              <a:xfrm>
                <a:off x="5718175" y="1520825"/>
                <a:ext cx="635" cy="22860"/>
              </a:xfrm>
              <a:prstGeom prst="rect"/>
            </p:spPr>
          </p:pic>
        </mc:Fallback>
      </mc:AlternateContent>
      <mc:AlternateContent xmlns:mc="http://schemas.openxmlformats.org/markup-compatibility/2006" xmlns:p14="http://schemas.microsoft.com/office/powerpoint/2010/main">
        <mc:Choice Requires="p14">
          <p:contentPart r:id="rId442" p14:bwMode="auto">
            <p14:nvContentPartPr>
              <p14:cNvPr id="320" name="墨迹 319"/>
              <p14:cNvContentPartPr/>
              <p14:nvPr/>
            </p14:nvContentPartPr>
            <p14:xfrm>
              <a:off x="5693410" y="1470025"/>
              <a:ext cx="63500" cy="635"/>
            </p14:xfrm>
          </p:contentPart>
        </mc:Choice>
        <mc:Fallback xmlns="">
          <p:pic>
            <p:nvPicPr>
              <p:cNvPr id="320" name="墨迹 319"/>
            </p:nvPicPr>
            <p:blipFill>
              <a:blip r:embed="rId443"/>
            </p:blipFill>
            <p:spPr>
              <a:xfrm>
                <a:off x="5693410" y="1470025"/>
                <a:ext cx="63500" cy="635"/>
              </a:xfrm>
              <a:prstGeom prst="rect"/>
            </p:spPr>
          </p:pic>
        </mc:Fallback>
      </mc:AlternateContent>
      <mc:AlternateContent xmlns:mc="http://schemas.openxmlformats.org/markup-compatibility/2006" xmlns:p14="http://schemas.microsoft.com/office/powerpoint/2010/main">
        <mc:Choice Requires="p14">
          <p:contentPart r:id="rId444" p14:bwMode="auto">
            <p14:nvContentPartPr>
              <p14:cNvPr id="321" name="墨迹 320"/>
              <p14:cNvContentPartPr/>
              <p14:nvPr/>
            </p14:nvContentPartPr>
            <p14:xfrm>
              <a:off x="5784850" y="1469390"/>
              <a:ext cx="635" cy="31750"/>
            </p14:xfrm>
          </p:contentPart>
        </mc:Choice>
        <mc:Fallback xmlns="">
          <p:pic>
            <p:nvPicPr>
              <p:cNvPr id="321" name="墨迹 320"/>
            </p:nvPicPr>
            <p:blipFill>
              <a:blip r:embed="rId445"/>
            </p:blipFill>
            <p:spPr>
              <a:xfrm>
                <a:off x="5784850" y="1469390"/>
                <a:ext cx="635" cy="31750"/>
              </a:xfrm>
              <a:prstGeom prst="rect"/>
            </p:spPr>
          </p:pic>
        </mc:Fallback>
      </mc:AlternateContent>
      <mc:AlternateContent xmlns:mc="http://schemas.openxmlformats.org/markup-compatibility/2006" xmlns:p14="http://schemas.microsoft.com/office/powerpoint/2010/main">
        <mc:Choice Requires="p14">
          <p:contentPart r:id="rId446" p14:bwMode="auto">
            <p14:nvContentPartPr>
              <p14:cNvPr id="322" name="墨迹 321"/>
              <p14:cNvContentPartPr/>
              <p14:nvPr/>
            </p14:nvContentPartPr>
            <p14:xfrm>
              <a:off x="5844540" y="1421765"/>
              <a:ext cx="20320" cy="30480"/>
            </p14:xfrm>
          </p:contentPart>
        </mc:Choice>
        <mc:Fallback xmlns="">
          <p:pic>
            <p:nvPicPr>
              <p:cNvPr id="322" name="墨迹 321"/>
            </p:nvPicPr>
            <p:blipFill>
              <a:blip r:embed="rId447"/>
            </p:blipFill>
            <p:spPr>
              <a:xfrm>
                <a:off x="5844540" y="1421765"/>
                <a:ext cx="20320" cy="30480"/>
              </a:xfrm>
              <a:prstGeom prst="rect"/>
            </p:spPr>
          </p:pic>
        </mc:Fallback>
      </mc:AlternateContent>
      <mc:AlternateContent xmlns:mc="http://schemas.openxmlformats.org/markup-compatibility/2006" xmlns:p14="http://schemas.microsoft.com/office/powerpoint/2010/main">
        <mc:Choice Requires="p14">
          <p:contentPart r:id="rId448" p14:bwMode="auto">
            <p14:nvContentPartPr>
              <p14:cNvPr id="323" name="墨迹 322"/>
              <p14:cNvContentPartPr/>
              <p14:nvPr/>
            </p14:nvContentPartPr>
            <p14:xfrm>
              <a:off x="5931535" y="1354455"/>
              <a:ext cx="635" cy="29210"/>
            </p14:xfrm>
          </p:contentPart>
        </mc:Choice>
        <mc:Fallback xmlns="">
          <p:pic>
            <p:nvPicPr>
              <p:cNvPr id="323" name="墨迹 322"/>
            </p:nvPicPr>
            <p:blipFill>
              <a:blip r:embed="rId449"/>
            </p:blipFill>
            <p:spPr>
              <a:xfrm>
                <a:off x="5931535" y="1354455"/>
                <a:ext cx="635" cy="29210"/>
              </a:xfrm>
              <a:prstGeom prst="rect"/>
            </p:spPr>
          </p:pic>
        </mc:Fallback>
      </mc:AlternateContent>
      <mc:AlternateContent xmlns:mc="http://schemas.openxmlformats.org/markup-compatibility/2006" xmlns:p14="http://schemas.microsoft.com/office/powerpoint/2010/main">
        <mc:Choice Requires="p14">
          <p:contentPart r:id="rId450" p14:bwMode="auto">
            <p14:nvContentPartPr>
              <p14:cNvPr id="324" name="墨迹 323"/>
              <p14:cNvContentPartPr/>
              <p14:nvPr/>
            </p14:nvContentPartPr>
            <p14:xfrm>
              <a:off x="6023610" y="1336040"/>
              <a:ext cx="17780" cy="31115"/>
            </p14:xfrm>
          </p:contentPart>
        </mc:Choice>
        <mc:Fallback xmlns="">
          <p:pic>
            <p:nvPicPr>
              <p:cNvPr id="324" name="墨迹 323"/>
            </p:nvPicPr>
            <p:blipFill>
              <a:blip r:embed="rId451"/>
            </p:blipFill>
            <p:spPr>
              <a:xfrm>
                <a:off x="6023610" y="1336040"/>
                <a:ext cx="17780" cy="31115"/>
              </a:xfrm>
              <a:prstGeom prst="rect"/>
            </p:spPr>
          </p:pic>
        </mc:Fallback>
      </mc:AlternateContent>
      <mc:AlternateContent xmlns:mc="http://schemas.openxmlformats.org/markup-compatibility/2006" xmlns:p14="http://schemas.microsoft.com/office/powerpoint/2010/main">
        <mc:Choice Requires="p14">
          <p:contentPart r:id="rId452" p14:bwMode="auto">
            <p14:nvContentPartPr>
              <p14:cNvPr id="325" name="墨迹 324"/>
              <p14:cNvContentPartPr/>
              <p14:nvPr/>
            </p14:nvContentPartPr>
            <p14:xfrm>
              <a:off x="6083935" y="1354455"/>
              <a:ext cx="635" cy="635"/>
            </p14:xfrm>
          </p:contentPart>
        </mc:Choice>
        <mc:Fallback xmlns="">
          <p:pic>
            <p:nvPicPr>
              <p:cNvPr id="325" name="墨迹 324"/>
            </p:nvPicPr>
            <p:blipFill>
              <a:blip r:embed="rId402"/>
            </p:blipFill>
            <p:spPr>
              <a:xfrm>
                <a:off x="6083935" y="1354455"/>
                <a:ext cx="635" cy="635"/>
              </a:xfrm>
              <a:prstGeom prst="rect"/>
            </p:spPr>
          </p:pic>
        </mc:Fallback>
      </mc:AlternateContent>
      <mc:AlternateContent xmlns:mc="http://schemas.openxmlformats.org/markup-compatibility/2006" xmlns:p14="http://schemas.microsoft.com/office/powerpoint/2010/main">
        <mc:Choice Requires="p14">
          <p:contentPart r:id="rId453" p14:bwMode="auto">
            <p14:nvContentPartPr>
              <p14:cNvPr id="326" name="墨迹 325"/>
              <p14:cNvContentPartPr/>
              <p14:nvPr/>
            </p14:nvContentPartPr>
            <p14:xfrm>
              <a:off x="6083935" y="1270635"/>
              <a:ext cx="79375" cy="84455"/>
            </p14:xfrm>
          </p:contentPart>
        </mc:Choice>
        <mc:Fallback xmlns="">
          <p:pic>
            <p:nvPicPr>
              <p:cNvPr id="326" name="墨迹 325"/>
            </p:nvPicPr>
            <p:blipFill>
              <a:blip r:embed="rId454"/>
            </p:blipFill>
            <p:spPr>
              <a:xfrm>
                <a:off x="6083935" y="1270635"/>
                <a:ext cx="79375" cy="84455"/>
              </a:xfrm>
              <a:prstGeom prst="rect"/>
            </p:spPr>
          </p:pic>
        </mc:Fallback>
      </mc:AlternateContent>
      <mc:AlternateContent xmlns:mc="http://schemas.openxmlformats.org/markup-compatibility/2006" xmlns:p14="http://schemas.microsoft.com/office/powerpoint/2010/main">
        <mc:Choice Requires="p14">
          <p:contentPart r:id="rId455" p14:bwMode="auto">
            <p14:nvContentPartPr>
              <p14:cNvPr id="327" name="墨迹 326"/>
              <p14:cNvContentPartPr/>
              <p14:nvPr/>
            </p14:nvContentPartPr>
            <p14:xfrm>
              <a:off x="6181090" y="1323975"/>
              <a:ext cx="635" cy="635"/>
            </p14:xfrm>
          </p:contentPart>
        </mc:Choice>
        <mc:Fallback xmlns="">
          <p:pic>
            <p:nvPicPr>
              <p:cNvPr id="327" name="墨迹 326"/>
            </p:nvPicPr>
            <p:blipFill>
              <a:blip r:embed="rId402"/>
            </p:blipFill>
            <p:spPr>
              <a:xfrm>
                <a:off x="6181090" y="1323975"/>
                <a:ext cx="635" cy="635"/>
              </a:xfrm>
              <a:prstGeom prst="rect"/>
            </p:spPr>
          </p:pic>
        </mc:Fallback>
      </mc:AlternateContent>
      <mc:AlternateContent xmlns:mc="http://schemas.openxmlformats.org/markup-compatibility/2006" xmlns:p14="http://schemas.microsoft.com/office/powerpoint/2010/main">
        <mc:Choice Requires="p14">
          <p:contentPart r:id="rId456" p14:bwMode="auto">
            <p14:nvContentPartPr>
              <p14:cNvPr id="328" name="墨迹 327"/>
              <p14:cNvContentPartPr/>
              <p14:nvPr/>
            </p14:nvContentPartPr>
            <p14:xfrm>
              <a:off x="4766945" y="2774950"/>
              <a:ext cx="31115" cy="12700"/>
            </p14:xfrm>
          </p:contentPart>
        </mc:Choice>
        <mc:Fallback xmlns="">
          <p:pic>
            <p:nvPicPr>
              <p:cNvPr id="328" name="墨迹 327"/>
            </p:nvPicPr>
            <p:blipFill>
              <a:blip r:embed="rId457"/>
            </p:blipFill>
            <p:spPr>
              <a:xfrm>
                <a:off x="4766945" y="2774950"/>
                <a:ext cx="31115" cy="12700"/>
              </a:xfrm>
              <a:prstGeom prst="rect"/>
            </p:spPr>
          </p:pic>
        </mc:Fallback>
      </mc:AlternateContent>
      <mc:AlternateContent xmlns:mc="http://schemas.openxmlformats.org/markup-compatibility/2006" xmlns:p14="http://schemas.microsoft.com/office/powerpoint/2010/main">
        <mc:Choice Requires="p14">
          <p:contentPart r:id="rId458" p14:bwMode="auto">
            <p14:nvContentPartPr>
              <p14:cNvPr id="329" name="墨迹 328"/>
              <p14:cNvContentPartPr/>
              <p14:nvPr/>
            </p14:nvContentPartPr>
            <p14:xfrm>
              <a:off x="4864735" y="2731770"/>
              <a:ext cx="635" cy="22860"/>
            </p14:xfrm>
          </p:contentPart>
        </mc:Choice>
        <mc:Fallback xmlns="">
          <p:pic>
            <p:nvPicPr>
              <p:cNvPr id="329" name="墨迹 328"/>
            </p:nvPicPr>
            <p:blipFill>
              <a:blip r:embed="rId459"/>
            </p:blipFill>
            <p:spPr>
              <a:xfrm>
                <a:off x="4864735" y="2731770"/>
                <a:ext cx="635" cy="22860"/>
              </a:xfrm>
              <a:prstGeom prst="rect"/>
            </p:spPr>
          </p:pic>
        </mc:Fallback>
      </mc:AlternateContent>
      <mc:AlternateContent xmlns:mc="http://schemas.openxmlformats.org/markup-compatibility/2006" xmlns:p14="http://schemas.microsoft.com/office/powerpoint/2010/main">
        <mc:Choice Requires="p14">
          <p:contentPart r:id="rId460" p14:bwMode="auto">
            <p14:nvContentPartPr>
              <p14:cNvPr id="330" name="墨迹 329"/>
              <p14:cNvContentPartPr/>
              <p14:nvPr/>
            </p14:nvContentPartPr>
            <p14:xfrm>
              <a:off x="4919345" y="2683510"/>
              <a:ext cx="43180" cy="12700"/>
            </p14:xfrm>
          </p:contentPart>
        </mc:Choice>
        <mc:Fallback xmlns="">
          <p:pic>
            <p:nvPicPr>
              <p:cNvPr id="330" name="墨迹 329"/>
            </p:nvPicPr>
            <p:blipFill>
              <a:blip r:embed="rId461"/>
            </p:blipFill>
            <p:spPr>
              <a:xfrm>
                <a:off x="4919345" y="2683510"/>
                <a:ext cx="43180" cy="12700"/>
              </a:xfrm>
              <a:prstGeom prst="rect"/>
            </p:spPr>
          </p:pic>
        </mc:Fallback>
      </mc:AlternateContent>
      <mc:AlternateContent xmlns:mc="http://schemas.openxmlformats.org/markup-compatibility/2006" xmlns:p14="http://schemas.microsoft.com/office/powerpoint/2010/main">
        <mc:Choice Requires="p14">
          <p:contentPart r:id="rId462" p14:bwMode="auto">
            <p14:nvContentPartPr>
              <p14:cNvPr id="331" name="墨迹 330"/>
              <p14:cNvContentPartPr/>
              <p14:nvPr/>
            </p14:nvContentPartPr>
            <p14:xfrm>
              <a:off x="5004435" y="2651125"/>
              <a:ext cx="635" cy="8255"/>
            </p14:xfrm>
          </p:contentPart>
        </mc:Choice>
        <mc:Fallback xmlns="">
          <p:pic>
            <p:nvPicPr>
              <p:cNvPr id="331" name="墨迹 330"/>
            </p:nvPicPr>
            <p:blipFill>
              <a:blip r:embed="rId463"/>
            </p:blipFill>
            <p:spPr>
              <a:xfrm>
                <a:off x="5004435" y="2651125"/>
                <a:ext cx="635" cy="8255"/>
              </a:xfrm>
              <a:prstGeom prst="rect"/>
            </p:spPr>
          </p:pic>
        </mc:Fallback>
      </mc:AlternateContent>
      <mc:AlternateContent xmlns:mc="http://schemas.openxmlformats.org/markup-compatibility/2006" xmlns:p14="http://schemas.microsoft.com/office/powerpoint/2010/main">
        <mc:Choice Requires="p14">
          <p:contentPart r:id="rId464" p14:bwMode="auto">
            <p14:nvContentPartPr>
              <p14:cNvPr id="332" name="墨迹 331"/>
              <p14:cNvContentPartPr/>
              <p14:nvPr/>
            </p14:nvContentPartPr>
            <p14:xfrm>
              <a:off x="5078095" y="2628265"/>
              <a:ext cx="15240" cy="12700"/>
            </p14:xfrm>
          </p:contentPart>
        </mc:Choice>
        <mc:Fallback xmlns="">
          <p:pic>
            <p:nvPicPr>
              <p:cNvPr id="332" name="墨迹 331"/>
            </p:nvPicPr>
            <p:blipFill>
              <a:blip r:embed="rId465"/>
            </p:blipFill>
            <p:spPr>
              <a:xfrm>
                <a:off x="5078095" y="2628265"/>
                <a:ext cx="15240" cy="12700"/>
              </a:xfrm>
              <a:prstGeom prst="rect"/>
            </p:spPr>
          </p:pic>
        </mc:Fallback>
      </mc:AlternateContent>
      <mc:AlternateContent xmlns:mc="http://schemas.openxmlformats.org/markup-compatibility/2006" xmlns:p14="http://schemas.microsoft.com/office/powerpoint/2010/main">
        <mc:Choice Requires="p14">
          <p:contentPart r:id="rId466" p14:bwMode="auto">
            <p14:nvContentPartPr>
              <p14:cNvPr id="333" name="墨迹 332"/>
              <p14:cNvContentPartPr/>
              <p14:nvPr/>
            </p14:nvContentPartPr>
            <p14:xfrm>
              <a:off x="5193665" y="2579370"/>
              <a:ext cx="6350" cy="19050"/>
            </p14:xfrm>
          </p:contentPart>
        </mc:Choice>
        <mc:Fallback xmlns="">
          <p:pic>
            <p:nvPicPr>
              <p:cNvPr id="333" name="墨迹 332"/>
            </p:nvPicPr>
            <p:blipFill>
              <a:blip r:embed="rId467"/>
            </p:blipFill>
            <p:spPr>
              <a:xfrm>
                <a:off x="5193665" y="2579370"/>
                <a:ext cx="6350" cy="19050"/>
              </a:xfrm>
              <a:prstGeom prst="rect"/>
            </p:spPr>
          </p:pic>
        </mc:Fallback>
      </mc:AlternateContent>
      <mc:AlternateContent xmlns:mc="http://schemas.openxmlformats.org/markup-compatibility/2006" xmlns:p14="http://schemas.microsoft.com/office/powerpoint/2010/main">
        <mc:Choice Requires="p14">
          <p:contentPart r:id="rId468" p14:bwMode="auto">
            <p14:nvContentPartPr>
              <p14:cNvPr id="334" name="墨迹 333"/>
              <p14:cNvContentPartPr/>
              <p14:nvPr/>
            </p14:nvContentPartPr>
            <p14:xfrm>
              <a:off x="5260975" y="2561590"/>
              <a:ext cx="17780" cy="12700"/>
            </p14:xfrm>
          </p:contentPart>
        </mc:Choice>
        <mc:Fallback xmlns="">
          <p:pic>
            <p:nvPicPr>
              <p:cNvPr id="334" name="墨迹 333"/>
            </p:nvPicPr>
            <p:blipFill>
              <a:blip r:embed="rId469"/>
            </p:blipFill>
            <p:spPr>
              <a:xfrm>
                <a:off x="5260975" y="2561590"/>
                <a:ext cx="17780" cy="12700"/>
              </a:xfrm>
              <a:prstGeom prst="rect"/>
            </p:spPr>
          </p:pic>
        </mc:Fallback>
      </mc:AlternateContent>
      <mc:AlternateContent xmlns:mc="http://schemas.openxmlformats.org/markup-compatibility/2006" xmlns:p14="http://schemas.microsoft.com/office/powerpoint/2010/main">
        <mc:Choice Requires="p14">
          <p:contentPart r:id="rId470" p14:bwMode="auto">
            <p14:nvContentPartPr>
              <p14:cNvPr id="335" name="墨迹 334"/>
              <p14:cNvContentPartPr/>
              <p14:nvPr/>
            </p14:nvContentPartPr>
            <p14:xfrm>
              <a:off x="5346065" y="2561590"/>
              <a:ext cx="635" cy="635"/>
            </p14:xfrm>
          </p:contentPart>
        </mc:Choice>
        <mc:Fallback xmlns="">
          <p:pic>
            <p:nvPicPr>
              <p:cNvPr id="335" name="墨迹 334"/>
            </p:nvPicPr>
            <p:blipFill>
              <a:blip r:embed="rId402"/>
            </p:blipFill>
            <p:spPr>
              <a:xfrm>
                <a:off x="5346065" y="2561590"/>
                <a:ext cx="635" cy="635"/>
              </a:xfrm>
              <a:prstGeom prst="rect"/>
            </p:spPr>
          </p:pic>
        </mc:Fallback>
      </mc:AlternateContent>
      <mc:AlternateContent xmlns:mc="http://schemas.openxmlformats.org/markup-compatibility/2006" xmlns:p14="http://schemas.microsoft.com/office/powerpoint/2010/main">
        <mc:Choice Requires="p14">
          <p:contentPart r:id="rId471" p14:bwMode="auto">
            <p14:nvContentPartPr>
              <p14:cNvPr id="336" name="墨迹 335"/>
              <p14:cNvContentPartPr/>
              <p14:nvPr/>
            </p14:nvContentPartPr>
            <p14:xfrm>
              <a:off x="5431155" y="2561590"/>
              <a:ext cx="43815" cy="55245"/>
            </p14:xfrm>
          </p:contentPart>
        </mc:Choice>
        <mc:Fallback xmlns="">
          <p:pic>
            <p:nvPicPr>
              <p:cNvPr id="336" name="墨迹 335"/>
            </p:nvPicPr>
            <p:blipFill>
              <a:blip r:embed="rId472"/>
            </p:blipFill>
            <p:spPr>
              <a:xfrm>
                <a:off x="5431155" y="2561590"/>
                <a:ext cx="43815" cy="55245"/>
              </a:xfrm>
              <a:prstGeom prst="rect"/>
            </p:spPr>
          </p:pic>
        </mc:Fallback>
      </mc:AlternateContent>
      <mc:AlternateContent xmlns:mc="http://schemas.openxmlformats.org/markup-compatibility/2006" xmlns:p14="http://schemas.microsoft.com/office/powerpoint/2010/main">
        <mc:Choice Requires="p14">
          <p:contentPart r:id="rId473" p14:bwMode="auto">
            <p14:nvContentPartPr>
              <p14:cNvPr id="337" name="墨迹 336"/>
              <p14:cNvContentPartPr/>
              <p14:nvPr/>
            </p14:nvContentPartPr>
            <p14:xfrm>
              <a:off x="5535295" y="2597785"/>
              <a:ext cx="635" cy="30480"/>
            </p14:xfrm>
          </p:contentPart>
        </mc:Choice>
        <mc:Fallback xmlns="">
          <p:pic>
            <p:nvPicPr>
              <p:cNvPr id="337" name="墨迹 336"/>
            </p:nvPicPr>
            <p:blipFill>
              <a:blip r:embed="rId474"/>
            </p:blipFill>
            <p:spPr>
              <a:xfrm>
                <a:off x="5535295" y="2597785"/>
                <a:ext cx="635" cy="30480"/>
              </a:xfrm>
              <a:prstGeom prst="rect"/>
            </p:spPr>
          </p:pic>
        </mc:Fallback>
      </mc:AlternateContent>
      <mc:AlternateContent xmlns:mc="http://schemas.openxmlformats.org/markup-compatibility/2006" xmlns:p14="http://schemas.microsoft.com/office/powerpoint/2010/main">
        <mc:Choice Requires="p14">
          <p:contentPart r:id="rId475" p14:bwMode="auto">
            <p14:nvContentPartPr>
              <p14:cNvPr id="338" name="墨迹 337"/>
              <p14:cNvContentPartPr/>
              <p14:nvPr/>
            </p14:nvContentPartPr>
            <p14:xfrm>
              <a:off x="5608320" y="2646680"/>
              <a:ext cx="12700" cy="16510"/>
            </p14:xfrm>
          </p:contentPart>
        </mc:Choice>
        <mc:Fallback xmlns="">
          <p:pic>
            <p:nvPicPr>
              <p:cNvPr id="338" name="墨迹 337"/>
            </p:nvPicPr>
            <p:blipFill>
              <a:blip r:embed="rId476"/>
            </p:blipFill>
            <p:spPr>
              <a:xfrm>
                <a:off x="5608320" y="2646680"/>
                <a:ext cx="12700" cy="16510"/>
              </a:xfrm>
              <a:prstGeom prst="rect"/>
            </p:spPr>
          </p:pic>
        </mc:Fallback>
      </mc:AlternateContent>
      <mc:AlternateContent xmlns:mc="http://schemas.openxmlformats.org/markup-compatibility/2006" xmlns:p14="http://schemas.microsoft.com/office/powerpoint/2010/main">
        <mc:Choice Requires="p14">
          <p:contentPart r:id="rId477" p14:bwMode="auto">
            <p14:nvContentPartPr>
              <p14:cNvPr id="339" name="墨迹 338"/>
              <p14:cNvContentPartPr/>
              <p14:nvPr/>
            </p14:nvContentPartPr>
            <p14:xfrm>
              <a:off x="5711825" y="2670810"/>
              <a:ext cx="3810" cy="38100"/>
            </p14:xfrm>
          </p:contentPart>
        </mc:Choice>
        <mc:Fallback xmlns="">
          <p:pic>
            <p:nvPicPr>
              <p:cNvPr id="339" name="墨迹 338"/>
            </p:nvPicPr>
            <p:blipFill>
              <a:blip r:embed="rId478"/>
            </p:blipFill>
            <p:spPr>
              <a:xfrm>
                <a:off x="5711825" y="2670810"/>
                <a:ext cx="3810" cy="38100"/>
              </a:xfrm>
              <a:prstGeom prst="rect"/>
            </p:spPr>
          </p:pic>
        </mc:Fallback>
      </mc:AlternateContent>
      <mc:AlternateContent xmlns:mc="http://schemas.openxmlformats.org/markup-compatibility/2006" xmlns:p14="http://schemas.microsoft.com/office/powerpoint/2010/main">
        <mc:Choice Requires="p14">
          <p:contentPart r:id="rId479" p14:bwMode="auto">
            <p14:nvContentPartPr>
              <p14:cNvPr id="340" name="墨迹 339"/>
              <p14:cNvContentPartPr/>
              <p14:nvPr/>
            </p14:nvContentPartPr>
            <p14:xfrm>
              <a:off x="5766435" y="2768600"/>
              <a:ext cx="19050" cy="37465"/>
            </p14:xfrm>
          </p:contentPart>
        </mc:Choice>
        <mc:Fallback xmlns="">
          <p:pic>
            <p:nvPicPr>
              <p:cNvPr id="340" name="墨迹 339"/>
            </p:nvPicPr>
            <p:blipFill>
              <a:blip r:embed="rId480"/>
            </p:blipFill>
            <p:spPr>
              <a:xfrm>
                <a:off x="5766435" y="2768600"/>
                <a:ext cx="19050" cy="37465"/>
              </a:xfrm>
              <a:prstGeom prst="rect"/>
            </p:spPr>
          </p:pic>
        </mc:Fallback>
      </mc:AlternateContent>
      <mc:AlternateContent xmlns:mc="http://schemas.openxmlformats.org/markup-compatibility/2006" xmlns:p14="http://schemas.microsoft.com/office/powerpoint/2010/main">
        <mc:Choice Requires="p14">
          <p:contentPart r:id="rId481" p14:bwMode="auto">
            <p14:nvContentPartPr>
              <p14:cNvPr id="341" name="墨迹 340"/>
              <p14:cNvContentPartPr/>
              <p14:nvPr/>
            </p14:nvContentPartPr>
            <p14:xfrm>
              <a:off x="7089775" y="2933065"/>
              <a:ext cx="635" cy="635"/>
            </p14:xfrm>
          </p:contentPart>
        </mc:Choice>
        <mc:Fallback xmlns="">
          <p:pic>
            <p:nvPicPr>
              <p:cNvPr id="341" name="墨迹 340"/>
            </p:nvPicPr>
            <p:blipFill>
              <a:blip r:embed="rId402"/>
            </p:blipFill>
            <p:spPr>
              <a:xfrm>
                <a:off x="7089775" y="2933065"/>
                <a:ext cx="635" cy="635"/>
              </a:xfrm>
              <a:prstGeom prst="rect"/>
            </p:spPr>
          </p:pic>
        </mc:Fallback>
      </mc:AlternateContent>
      <mc:AlternateContent xmlns:mc="http://schemas.openxmlformats.org/markup-compatibility/2006" xmlns:p14="http://schemas.microsoft.com/office/powerpoint/2010/main">
        <mc:Choice Requires="p14">
          <p:contentPart r:id="rId482" p14:bwMode="auto">
            <p14:nvContentPartPr>
              <p14:cNvPr id="342" name="墨迹 341"/>
              <p14:cNvContentPartPr/>
              <p14:nvPr/>
            </p14:nvContentPartPr>
            <p14:xfrm>
              <a:off x="7089775" y="2933065"/>
              <a:ext cx="635" cy="635"/>
            </p14:xfrm>
          </p:contentPart>
        </mc:Choice>
        <mc:Fallback xmlns="">
          <p:pic>
            <p:nvPicPr>
              <p:cNvPr id="342" name="墨迹 341"/>
            </p:nvPicPr>
            <p:blipFill>
              <a:blip r:embed="rId402"/>
            </p:blipFill>
            <p:spPr>
              <a:xfrm>
                <a:off x="7089775" y="2933065"/>
                <a:ext cx="635" cy="635"/>
              </a:xfrm>
              <a:prstGeom prst="rect"/>
            </p:spPr>
          </p:pic>
        </mc:Fallback>
      </mc:AlternateContent>
      <mc:AlternateContent xmlns:mc="http://schemas.openxmlformats.org/markup-compatibility/2006" xmlns:p14="http://schemas.microsoft.com/office/powerpoint/2010/main">
        <mc:Choice Requires="p14">
          <p:contentPart r:id="rId483" p14:bwMode="auto">
            <p14:nvContentPartPr>
              <p14:cNvPr id="343" name="墨迹 342"/>
              <p14:cNvContentPartPr/>
              <p14:nvPr/>
            </p14:nvContentPartPr>
            <p14:xfrm>
              <a:off x="7186930" y="2921000"/>
              <a:ext cx="635" cy="635"/>
            </p14:xfrm>
          </p:contentPart>
        </mc:Choice>
        <mc:Fallback xmlns="">
          <p:pic>
            <p:nvPicPr>
              <p:cNvPr id="343" name="墨迹 342"/>
            </p:nvPicPr>
            <p:blipFill>
              <a:blip r:embed="rId402"/>
            </p:blipFill>
            <p:spPr>
              <a:xfrm>
                <a:off x="7186930" y="2921000"/>
                <a:ext cx="635" cy="635"/>
              </a:xfrm>
              <a:prstGeom prst="rect"/>
            </p:spPr>
          </p:pic>
        </mc:Fallback>
      </mc:AlternateContent>
      <mc:AlternateContent xmlns:mc="http://schemas.openxmlformats.org/markup-compatibility/2006" xmlns:p14="http://schemas.microsoft.com/office/powerpoint/2010/main">
        <mc:Choice Requires="p14">
          <p:contentPart r:id="rId484" p14:bwMode="auto">
            <p14:nvContentPartPr>
              <p14:cNvPr id="344" name="墨迹 343"/>
              <p14:cNvContentPartPr/>
              <p14:nvPr/>
            </p14:nvContentPartPr>
            <p14:xfrm>
              <a:off x="7186930" y="2921000"/>
              <a:ext cx="635" cy="635"/>
            </p14:xfrm>
          </p:contentPart>
        </mc:Choice>
        <mc:Fallback xmlns="">
          <p:pic>
            <p:nvPicPr>
              <p:cNvPr id="344" name="墨迹 343"/>
            </p:nvPicPr>
            <p:blipFill>
              <a:blip r:embed="rId402"/>
            </p:blipFill>
            <p:spPr>
              <a:xfrm>
                <a:off x="7186930" y="2921000"/>
                <a:ext cx="635" cy="635"/>
              </a:xfrm>
              <a:prstGeom prst="rect"/>
            </p:spPr>
          </p:pic>
        </mc:Fallback>
      </mc:AlternateContent>
      <mc:AlternateContent xmlns:mc="http://schemas.openxmlformats.org/markup-compatibility/2006" xmlns:p14="http://schemas.microsoft.com/office/powerpoint/2010/main">
        <mc:Choice Requires="p14">
          <p:contentPart r:id="rId485" p14:bwMode="auto">
            <p14:nvContentPartPr>
              <p14:cNvPr id="345" name="墨迹 344"/>
              <p14:cNvContentPartPr/>
              <p14:nvPr/>
            </p14:nvContentPartPr>
            <p14:xfrm>
              <a:off x="7186930" y="2921000"/>
              <a:ext cx="83185" cy="635"/>
            </p14:xfrm>
          </p:contentPart>
        </mc:Choice>
        <mc:Fallback xmlns="">
          <p:pic>
            <p:nvPicPr>
              <p:cNvPr id="345" name="墨迹 344"/>
            </p:nvPicPr>
            <p:blipFill>
              <a:blip r:embed="rId486"/>
            </p:blipFill>
            <p:spPr>
              <a:xfrm>
                <a:off x="7186930" y="2921000"/>
                <a:ext cx="83185" cy="635"/>
              </a:xfrm>
              <a:prstGeom prst="rect"/>
            </p:spPr>
          </p:pic>
        </mc:Fallback>
      </mc:AlternateContent>
      <mc:AlternateContent xmlns:mc="http://schemas.openxmlformats.org/markup-compatibility/2006" xmlns:p14="http://schemas.microsoft.com/office/powerpoint/2010/main">
        <mc:Choice Requires="p14">
          <p:contentPart r:id="rId487" p14:bwMode="auto">
            <p14:nvContentPartPr>
              <p14:cNvPr id="346" name="墨迹 345"/>
              <p14:cNvContentPartPr/>
              <p14:nvPr/>
            </p14:nvContentPartPr>
            <p14:xfrm>
              <a:off x="7272655" y="2921000"/>
              <a:ext cx="635" cy="635"/>
            </p14:xfrm>
          </p:contentPart>
        </mc:Choice>
        <mc:Fallback xmlns="">
          <p:pic>
            <p:nvPicPr>
              <p:cNvPr id="346" name="墨迹 345"/>
            </p:nvPicPr>
            <p:blipFill>
              <a:blip r:embed="rId402"/>
            </p:blipFill>
            <p:spPr>
              <a:xfrm>
                <a:off x="7272655" y="2921000"/>
                <a:ext cx="635" cy="635"/>
              </a:xfrm>
              <a:prstGeom prst="rect"/>
            </p:spPr>
          </p:pic>
        </mc:Fallback>
      </mc:AlternateContent>
      <mc:AlternateContent xmlns:mc="http://schemas.openxmlformats.org/markup-compatibility/2006" xmlns:p14="http://schemas.microsoft.com/office/powerpoint/2010/main">
        <mc:Choice Requires="p14">
          <p:contentPart r:id="rId488" p14:bwMode="auto">
            <p14:nvContentPartPr>
              <p14:cNvPr id="347" name="墨迹 346"/>
              <p14:cNvContentPartPr/>
              <p14:nvPr/>
            </p14:nvContentPartPr>
            <p14:xfrm>
              <a:off x="7308850" y="2908935"/>
              <a:ext cx="635" cy="8255"/>
            </p14:xfrm>
          </p:contentPart>
        </mc:Choice>
        <mc:Fallback xmlns="">
          <p:pic>
            <p:nvPicPr>
              <p:cNvPr id="347" name="墨迹 346"/>
            </p:nvPicPr>
            <p:blipFill>
              <a:blip r:embed="rId489"/>
            </p:blipFill>
            <p:spPr>
              <a:xfrm>
                <a:off x="7308850" y="2908935"/>
                <a:ext cx="635" cy="8255"/>
              </a:xfrm>
              <a:prstGeom prst="rect"/>
            </p:spPr>
          </p:pic>
        </mc:Fallback>
      </mc:AlternateContent>
      <mc:AlternateContent xmlns:mc="http://schemas.openxmlformats.org/markup-compatibility/2006" xmlns:p14="http://schemas.microsoft.com/office/powerpoint/2010/main">
        <mc:Choice Requires="p14">
          <p:contentPart r:id="rId490" p14:bwMode="auto">
            <p14:nvContentPartPr>
              <p14:cNvPr id="348" name="墨迹 347"/>
              <p14:cNvContentPartPr/>
              <p14:nvPr/>
            </p14:nvContentPartPr>
            <p14:xfrm>
              <a:off x="7376160" y="2921000"/>
              <a:ext cx="635" cy="635"/>
            </p14:xfrm>
          </p:contentPart>
        </mc:Choice>
        <mc:Fallback xmlns="">
          <p:pic>
            <p:nvPicPr>
              <p:cNvPr id="348" name="墨迹 347"/>
            </p:nvPicPr>
            <p:blipFill>
              <a:blip r:embed="rId402"/>
            </p:blipFill>
            <p:spPr>
              <a:xfrm>
                <a:off x="7376160" y="2921000"/>
                <a:ext cx="635" cy="635"/>
              </a:xfrm>
              <a:prstGeom prst="rect"/>
            </p:spPr>
          </p:pic>
        </mc:Fallback>
      </mc:AlternateContent>
      <mc:AlternateContent xmlns:mc="http://schemas.openxmlformats.org/markup-compatibility/2006" xmlns:p14="http://schemas.microsoft.com/office/powerpoint/2010/main">
        <mc:Choice Requires="p14">
          <p:contentPart r:id="rId491" p14:bwMode="auto">
            <p14:nvContentPartPr>
              <p14:cNvPr id="349" name="墨迹 348"/>
              <p14:cNvContentPartPr/>
              <p14:nvPr/>
            </p14:nvContentPartPr>
            <p14:xfrm>
              <a:off x="7437120" y="2908935"/>
              <a:ext cx="12700" cy="35560"/>
            </p14:xfrm>
          </p:contentPart>
        </mc:Choice>
        <mc:Fallback xmlns="">
          <p:pic>
            <p:nvPicPr>
              <p:cNvPr id="349" name="墨迹 348"/>
            </p:nvPicPr>
            <p:blipFill>
              <a:blip r:embed="rId492"/>
            </p:blipFill>
            <p:spPr>
              <a:xfrm>
                <a:off x="7437120" y="2908935"/>
                <a:ext cx="12700" cy="35560"/>
              </a:xfrm>
              <a:prstGeom prst="rect"/>
            </p:spPr>
          </p:pic>
        </mc:Fallback>
      </mc:AlternateContent>
      <mc:AlternateContent xmlns:mc="http://schemas.openxmlformats.org/markup-compatibility/2006" xmlns:p14="http://schemas.microsoft.com/office/powerpoint/2010/main">
        <mc:Choice Requires="p14">
          <p:contentPart r:id="rId493" p14:bwMode="auto">
            <p14:nvContentPartPr>
              <p14:cNvPr id="350" name="墨迹 349"/>
              <p14:cNvContentPartPr/>
              <p14:nvPr/>
            </p14:nvContentPartPr>
            <p14:xfrm>
              <a:off x="7540625" y="2866390"/>
              <a:ext cx="635" cy="7620"/>
            </p14:xfrm>
          </p:contentPart>
        </mc:Choice>
        <mc:Fallback xmlns="">
          <p:pic>
            <p:nvPicPr>
              <p:cNvPr id="350" name="墨迹 349"/>
            </p:nvPicPr>
            <p:blipFill>
              <a:blip r:embed="rId494"/>
            </p:blipFill>
            <p:spPr>
              <a:xfrm>
                <a:off x="7540625" y="2866390"/>
                <a:ext cx="635" cy="7620"/>
              </a:xfrm>
              <a:prstGeom prst="rect"/>
            </p:spPr>
          </p:pic>
        </mc:Fallback>
      </mc:AlternateContent>
      <mc:AlternateContent xmlns:mc="http://schemas.openxmlformats.org/markup-compatibility/2006" xmlns:p14="http://schemas.microsoft.com/office/powerpoint/2010/main">
        <mc:Choice Requires="p14">
          <p:contentPart r:id="rId495" p14:bwMode="auto">
            <p14:nvContentPartPr>
              <p14:cNvPr id="351" name="墨迹 350"/>
              <p14:cNvContentPartPr/>
              <p14:nvPr/>
            </p14:nvContentPartPr>
            <p14:xfrm>
              <a:off x="7650480" y="2829560"/>
              <a:ext cx="635" cy="22860"/>
            </p14:xfrm>
          </p:contentPart>
        </mc:Choice>
        <mc:Fallback xmlns="">
          <p:pic>
            <p:nvPicPr>
              <p:cNvPr id="351" name="墨迹 350"/>
            </p:nvPicPr>
            <p:blipFill>
              <a:blip r:embed="rId496"/>
            </p:blipFill>
            <p:spPr>
              <a:xfrm>
                <a:off x="7650480" y="2829560"/>
                <a:ext cx="635" cy="22860"/>
              </a:xfrm>
              <a:prstGeom prst="rect"/>
            </p:spPr>
          </p:pic>
        </mc:Fallback>
      </mc:AlternateContent>
      <mc:AlternateContent xmlns:mc="http://schemas.openxmlformats.org/markup-compatibility/2006" xmlns:p14="http://schemas.microsoft.com/office/powerpoint/2010/main">
        <mc:Choice Requires="p14">
          <p:contentPart r:id="rId497" p14:bwMode="auto">
            <p14:nvContentPartPr>
              <p14:cNvPr id="352" name="墨迹 351"/>
              <p14:cNvContentPartPr/>
              <p14:nvPr/>
            </p14:nvContentPartPr>
            <p14:xfrm>
              <a:off x="7650480" y="2841625"/>
              <a:ext cx="635" cy="635"/>
            </p14:xfrm>
          </p:contentPart>
        </mc:Choice>
        <mc:Fallback xmlns="">
          <p:pic>
            <p:nvPicPr>
              <p:cNvPr id="352" name="墨迹 351"/>
            </p:nvPicPr>
            <p:blipFill>
              <a:blip r:embed="rId402"/>
            </p:blipFill>
            <p:spPr>
              <a:xfrm>
                <a:off x="7650480" y="2841625"/>
                <a:ext cx="635" cy="635"/>
              </a:xfrm>
              <a:prstGeom prst="rect"/>
            </p:spPr>
          </p:pic>
        </mc:Fallback>
      </mc:AlternateContent>
      <mc:AlternateContent xmlns:mc="http://schemas.openxmlformats.org/markup-compatibility/2006" xmlns:p14="http://schemas.microsoft.com/office/powerpoint/2010/main">
        <mc:Choice Requires="p14">
          <p:contentPart r:id="rId498" p14:bwMode="auto">
            <p14:nvContentPartPr>
              <p14:cNvPr id="353" name="墨迹 352"/>
              <p14:cNvContentPartPr/>
              <p14:nvPr/>
            </p14:nvContentPartPr>
            <p14:xfrm>
              <a:off x="7711440" y="2780665"/>
              <a:ext cx="635" cy="635"/>
            </p14:xfrm>
          </p:contentPart>
        </mc:Choice>
        <mc:Fallback xmlns="">
          <p:pic>
            <p:nvPicPr>
              <p:cNvPr id="353" name="墨迹 352"/>
            </p:nvPicPr>
            <p:blipFill>
              <a:blip r:embed="rId402"/>
            </p:blipFill>
            <p:spPr>
              <a:xfrm>
                <a:off x="7711440" y="2780665"/>
                <a:ext cx="635" cy="635"/>
              </a:xfrm>
              <a:prstGeom prst="rect"/>
            </p:spPr>
          </p:pic>
        </mc:Fallback>
      </mc:AlternateContent>
      <mc:AlternateContent xmlns:mc="http://schemas.openxmlformats.org/markup-compatibility/2006" xmlns:p14="http://schemas.microsoft.com/office/powerpoint/2010/main">
        <mc:Choice Requires="p14">
          <p:contentPart r:id="rId499" p14:bwMode="auto">
            <p14:nvContentPartPr>
              <p14:cNvPr id="354" name="墨迹 353"/>
              <p14:cNvContentPartPr/>
              <p14:nvPr/>
            </p14:nvContentPartPr>
            <p14:xfrm>
              <a:off x="7729855" y="2787015"/>
              <a:ext cx="635" cy="29845"/>
            </p14:xfrm>
          </p:contentPart>
        </mc:Choice>
        <mc:Fallback xmlns="">
          <p:pic>
            <p:nvPicPr>
              <p:cNvPr id="354" name="墨迹 353"/>
            </p:nvPicPr>
            <p:blipFill>
              <a:blip r:embed="rId500"/>
            </p:blipFill>
            <p:spPr>
              <a:xfrm>
                <a:off x="7729855" y="2787015"/>
                <a:ext cx="635" cy="29845"/>
              </a:xfrm>
              <a:prstGeom prst="rect"/>
            </p:spPr>
          </p:pic>
        </mc:Fallback>
      </mc:AlternateContent>
      <mc:AlternateContent xmlns:mc="http://schemas.openxmlformats.org/markup-compatibility/2006" xmlns:p14="http://schemas.microsoft.com/office/powerpoint/2010/main">
        <mc:Choice Requires="p14">
          <p:contentPart r:id="rId501" p14:bwMode="auto">
            <p14:nvContentPartPr>
              <p14:cNvPr id="355" name="墨迹 354"/>
              <p14:cNvContentPartPr/>
              <p14:nvPr/>
            </p14:nvContentPartPr>
            <p14:xfrm>
              <a:off x="7918450" y="2695575"/>
              <a:ext cx="635" cy="635"/>
            </p14:xfrm>
          </p:contentPart>
        </mc:Choice>
        <mc:Fallback xmlns="">
          <p:pic>
            <p:nvPicPr>
              <p:cNvPr id="355" name="墨迹 354"/>
            </p:nvPicPr>
            <p:blipFill>
              <a:blip r:embed="rId402"/>
            </p:blipFill>
            <p:spPr>
              <a:xfrm>
                <a:off x="7918450" y="2695575"/>
                <a:ext cx="635" cy="635"/>
              </a:xfrm>
              <a:prstGeom prst="rect"/>
            </p:spPr>
          </p:pic>
        </mc:Fallback>
      </mc:AlternateContent>
      <mc:AlternateContent xmlns:mc="http://schemas.openxmlformats.org/markup-compatibility/2006" xmlns:p14="http://schemas.microsoft.com/office/powerpoint/2010/main">
        <mc:Choice Requires="p14">
          <p:contentPart r:id="rId502" p14:bwMode="auto">
            <p14:nvContentPartPr>
              <p14:cNvPr id="356" name="墨迹 355"/>
              <p14:cNvContentPartPr/>
              <p14:nvPr/>
            </p14:nvContentPartPr>
            <p14:xfrm>
              <a:off x="7991475" y="2646680"/>
              <a:ext cx="19050" cy="19685"/>
            </p14:xfrm>
          </p:contentPart>
        </mc:Choice>
        <mc:Fallback xmlns="">
          <p:pic>
            <p:nvPicPr>
              <p:cNvPr id="356" name="墨迹 355"/>
            </p:nvPicPr>
            <p:blipFill>
              <a:blip r:embed="rId503"/>
            </p:blipFill>
            <p:spPr>
              <a:xfrm>
                <a:off x="7991475" y="2646680"/>
                <a:ext cx="19050" cy="19685"/>
              </a:xfrm>
              <a:prstGeom prst="rect"/>
            </p:spPr>
          </p:pic>
        </mc:Fallback>
      </mc:AlternateContent>
      <mc:AlternateContent xmlns:mc="http://schemas.openxmlformats.org/markup-compatibility/2006" xmlns:p14="http://schemas.microsoft.com/office/powerpoint/2010/main">
        <mc:Choice Requires="p14">
          <p:contentPart r:id="rId504" p14:bwMode="auto">
            <p14:nvContentPartPr>
              <p14:cNvPr id="357" name="墨迹 356"/>
              <p14:cNvContentPartPr/>
              <p14:nvPr/>
            </p14:nvContentPartPr>
            <p14:xfrm>
              <a:off x="8119745" y="2585720"/>
              <a:ext cx="635" cy="29210"/>
            </p14:xfrm>
          </p:contentPart>
        </mc:Choice>
        <mc:Fallback xmlns="">
          <p:pic>
            <p:nvPicPr>
              <p:cNvPr id="357" name="墨迹 356"/>
            </p:nvPicPr>
            <p:blipFill>
              <a:blip r:embed="rId505"/>
            </p:blipFill>
            <p:spPr>
              <a:xfrm>
                <a:off x="8119745" y="2585720"/>
                <a:ext cx="635" cy="29210"/>
              </a:xfrm>
              <a:prstGeom prst="rect"/>
            </p:spPr>
          </p:pic>
        </mc:Fallback>
      </mc:AlternateContent>
      <mc:AlternateContent xmlns:mc="http://schemas.openxmlformats.org/markup-compatibility/2006" xmlns:p14="http://schemas.microsoft.com/office/powerpoint/2010/main">
        <mc:Choice Requires="p14">
          <p:contentPart r:id="rId506" p14:bwMode="auto">
            <p14:nvContentPartPr>
              <p14:cNvPr id="358" name="墨迹 357"/>
              <p14:cNvContentPartPr/>
              <p14:nvPr/>
            </p14:nvContentPartPr>
            <p14:xfrm>
              <a:off x="8065135" y="2658745"/>
              <a:ext cx="635" cy="635"/>
            </p14:xfrm>
          </p:contentPart>
        </mc:Choice>
        <mc:Fallback xmlns="">
          <p:pic>
            <p:nvPicPr>
              <p:cNvPr id="358" name="墨迹 357"/>
            </p:nvPicPr>
            <p:blipFill>
              <a:blip r:embed="rId402"/>
            </p:blipFill>
            <p:spPr>
              <a:xfrm>
                <a:off x="8065135" y="2658745"/>
                <a:ext cx="635" cy="635"/>
              </a:xfrm>
              <a:prstGeom prst="rect"/>
            </p:spPr>
          </p:pic>
        </mc:Fallback>
      </mc:AlternateContent>
      <mc:AlternateContent xmlns:mc="http://schemas.openxmlformats.org/markup-compatibility/2006" xmlns:p14="http://schemas.microsoft.com/office/powerpoint/2010/main">
        <mc:Choice Requires="p14">
          <p:contentPart r:id="rId507" p14:bwMode="auto">
            <p14:nvContentPartPr>
              <p14:cNvPr id="359" name="墨迹 358"/>
              <p14:cNvContentPartPr/>
              <p14:nvPr/>
            </p14:nvContentPartPr>
            <p14:xfrm>
              <a:off x="8065135" y="2658745"/>
              <a:ext cx="635" cy="635"/>
            </p14:xfrm>
          </p:contentPart>
        </mc:Choice>
        <mc:Fallback xmlns="">
          <p:pic>
            <p:nvPicPr>
              <p:cNvPr id="359" name="墨迹 358"/>
            </p:nvPicPr>
            <p:blipFill>
              <a:blip r:embed="rId402"/>
            </p:blipFill>
            <p:spPr>
              <a:xfrm>
                <a:off x="8065135" y="2658745"/>
                <a:ext cx="635" cy="635"/>
              </a:xfrm>
              <a:prstGeom prst="rect"/>
            </p:spPr>
          </p:pic>
        </mc:Fallback>
      </mc:AlternateContent>
      <mc:AlternateContent xmlns:mc="http://schemas.openxmlformats.org/markup-compatibility/2006" xmlns:p14="http://schemas.microsoft.com/office/powerpoint/2010/main">
        <mc:Choice Requires="p14">
          <p:contentPart r:id="rId508" p14:bwMode="auto">
            <p14:nvContentPartPr>
              <p14:cNvPr id="360" name="墨迹 359"/>
              <p14:cNvContentPartPr/>
              <p14:nvPr/>
            </p14:nvContentPartPr>
            <p14:xfrm>
              <a:off x="7808595" y="2750185"/>
              <a:ext cx="635" cy="635"/>
            </p14:xfrm>
          </p:contentPart>
        </mc:Choice>
        <mc:Fallback xmlns="">
          <p:pic>
            <p:nvPicPr>
              <p:cNvPr id="360" name="墨迹 359"/>
            </p:nvPicPr>
            <p:blipFill>
              <a:blip r:embed="rId402"/>
            </p:blipFill>
            <p:spPr>
              <a:xfrm>
                <a:off x="7808595" y="2750185"/>
                <a:ext cx="635" cy="635"/>
              </a:xfrm>
              <a:prstGeom prst="rect"/>
            </p:spPr>
          </p:pic>
        </mc:Fallback>
      </mc:AlternateContent>
      <mc:AlternateContent xmlns:mc="http://schemas.openxmlformats.org/markup-compatibility/2006" xmlns:p14="http://schemas.microsoft.com/office/powerpoint/2010/main">
        <mc:Choice Requires="p14">
          <p:contentPart r:id="rId509" p14:bwMode="auto">
            <p14:nvContentPartPr>
              <p14:cNvPr id="361" name="墨迹 360"/>
              <p14:cNvContentPartPr/>
              <p14:nvPr/>
            </p14:nvContentPartPr>
            <p14:xfrm>
              <a:off x="7808595" y="2750185"/>
              <a:ext cx="635" cy="635"/>
            </p14:xfrm>
          </p:contentPart>
        </mc:Choice>
        <mc:Fallback xmlns="">
          <p:pic>
            <p:nvPicPr>
              <p:cNvPr id="361" name="墨迹 360"/>
            </p:nvPicPr>
            <p:blipFill>
              <a:blip r:embed="rId402"/>
            </p:blipFill>
            <p:spPr>
              <a:xfrm>
                <a:off x="7808595" y="2750185"/>
                <a:ext cx="635" cy="635"/>
              </a:xfrm>
              <a:prstGeom prst="rect"/>
            </p:spPr>
          </p:pic>
        </mc:Fallback>
      </mc:AlternateContent>
      <mc:AlternateContent xmlns:mc="http://schemas.openxmlformats.org/markup-compatibility/2006" xmlns:p14="http://schemas.microsoft.com/office/powerpoint/2010/main">
        <mc:Choice Requires="p14">
          <p:contentPart r:id="rId510" p14:bwMode="auto">
            <p14:nvContentPartPr>
              <p14:cNvPr id="362" name="墨迹 361"/>
              <p14:cNvContentPartPr/>
              <p14:nvPr/>
            </p14:nvContentPartPr>
            <p14:xfrm>
              <a:off x="7802880" y="2750185"/>
              <a:ext cx="635" cy="635"/>
            </p14:xfrm>
          </p:contentPart>
        </mc:Choice>
        <mc:Fallback xmlns="">
          <p:pic>
            <p:nvPicPr>
              <p:cNvPr id="362" name="墨迹 361"/>
            </p:nvPicPr>
            <p:blipFill>
              <a:blip r:embed="rId402"/>
            </p:blipFill>
            <p:spPr>
              <a:xfrm>
                <a:off x="7802880" y="2750185"/>
                <a:ext cx="635" cy="635"/>
              </a:xfrm>
              <a:prstGeom prst="rect"/>
            </p:spPr>
          </p:pic>
        </mc:Fallback>
      </mc:AlternateContent>
      <mc:AlternateContent xmlns:mc="http://schemas.openxmlformats.org/markup-compatibility/2006" xmlns:p14="http://schemas.microsoft.com/office/powerpoint/2010/main">
        <mc:Choice Requires="p14">
          <p:contentPart r:id="rId511" p14:bwMode="auto">
            <p14:nvContentPartPr>
              <p14:cNvPr id="363" name="墨迹 362"/>
              <p14:cNvContentPartPr/>
              <p14:nvPr/>
            </p14:nvContentPartPr>
            <p14:xfrm>
              <a:off x="7564755" y="2878455"/>
              <a:ext cx="635" cy="635"/>
            </p14:xfrm>
          </p:contentPart>
        </mc:Choice>
        <mc:Fallback xmlns="">
          <p:pic>
            <p:nvPicPr>
              <p:cNvPr id="363" name="墨迹 362"/>
            </p:nvPicPr>
            <p:blipFill>
              <a:blip r:embed="rId402"/>
            </p:blipFill>
            <p:spPr>
              <a:xfrm>
                <a:off x="7564755" y="2878455"/>
                <a:ext cx="635" cy="635"/>
              </a:xfrm>
              <a:prstGeom prst="rect"/>
            </p:spPr>
          </p:pic>
        </mc:Fallback>
      </mc:AlternateContent>
      <mc:AlternateContent xmlns:mc="http://schemas.openxmlformats.org/markup-compatibility/2006" xmlns:p14="http://schemas.microsoft.com/office/powerpoint/2010/main">
        <mc:Choice Requires="p14">
          <p:contentPart r:id="rId512" p14:bwMode="auto">
            <p14:nvContentPartPr>
              <p14:cNvPr id="364" name="墨迹 363"/>
              <p14:cNvContentPartPr/>
              <p14:nvPr/>
            </p14:nvContentPartPr>
            <p14:xfrm>
              <a:off x="7564755" y="2865755"/>
              <a:ext cx="6985" cy="13335"/>
            </p14:xfrm>
          </p:contentPart>
        </mc:Choice>
        <mc:Fallback xmlns="">
          <p:pic>
            <p:nvPicPr>
              <p:cNvPr id="364" name="墨迹 363"/>
            </p:nvPicPr>
            <p:blipFill>
              <a:blip r:embed="rId513"/>
            </p:blipFill>
            <p:spPr>
              <a:xfrm>
                <a:off x="7564755" y="2865755"/>
                <a:ext cx="6985" cy="13335"/>
              </a:xfrm>
              <a:prstGeom prst="rect"/>
            </p:spPr>
          </p:pic>
        </mc:Fallback>
      </mc:AlternateContent>
      <mc:AlternateContent xmlns:mc="http://schemas.openxmlformats.org/markup-compatibility/2006" xmlns:p14="http://schemas.microsoft.com/office/powerpoint/2010/main">
        <mc:Choice Requires="p14">
          <p:contentPart r:id="rId514" p14:bwMode="auto">
            <p14:nvContentPartPr>
              <p14:cNvPr id="365" name="墨迹 364"/>
              <p14:cNvContentPartPr/>
              <p14:nvPr/>
            </p14:nvContentPartPr>
            <p14:xfrm>
              <a:off x="7571105" y="2860040"/>
              <a:ext cx="635" cy="635"/>
            </p14:xfrm>
          </p:contentPart>
        </mc:Choice>
        <mc:Fallback xmlns="">
          <p:pic>
            <p:nvPicPr>
              <p:cNvPr id="365" name="墨迹 364"/>
            </p:nvPicPr>
            <p:blipFill>
              <a:blip r:embed="rId402"/>
            </p:blipFill>
            <p:spPr>
              <a:xfrm>
                <a:off x="7571105" y="2860040"/>
                <a:ext cx="635" cy="635"/>
              </a:xfrm>
              <a:prstGeom prst="rect"/>
            </p:spPr>
          </p:pic>
        </mc:Fallback>
      </mc:AlternateContent>
      <mc:AlternateContent xmlns:mc="http://schemas.openxmlformats.org/markup-compatibility/2006" xmlns:p14="http://schemas.microsoft.com/office/powerpoint/2010/main">
        <mc:Choice Requires="p14">
          <p:contentPart r:id="rId515" p14:bwMode="auto">
            <p14:nvContentPartPr>
              <p14:cNvPr id="366" name="墨迹 365"/>
              <p14:cNvContentPartPr/>
              <p14:nvPr/>
            </p14:nvContentPartPr>
            <p14:xfrm>
              <a:off x="7406640" y="2921000"/>
              <a:ext cx="635" cy="635"/>
            </p14:xfrm>
          </p:contentPart>
        </mc:Choice>
        <mc:Fallback xmlns="">
          <p:pic>
            <p:nvPicPr>
              <p:cNvPr id="366" name="墨迹 365"/>
            </p:nvPicPr>
            <p:blipFill>
              <a:blip r:embed="rId402"/>
            </p:blipFill>
            <p:spPr>
              <a:xfrm>
                <a:off x="7406640" y="2921000"/>
                <a:ext cx="635" cy="635"/>
              </a:xfrm>
              <a:prstGeom prst="rect"/>
            </p:spPr>
          </p:pic>
        </mc:Fallback>
      </mc:AlternateContent>
      <mc:AlternateContent xmlns:mc="http://schemas.openxmlformats.org/markup-compatibility/2006" xmlns:p14="http://schemas.microsoft.com/office/powerpoint/2010/main">
        <mc:Choice Requires="p14">
          <p:contentPart r:id="rId516" p14:bwMode="auto">
            <p14:nvContentPartPr>
              <p14:cNvPr id="367" name="墨迹 366"/>
              <p14:cNvContentPartPr/>
              <p14:nvPr/>
            </p14:nvContentPartPr>
            <p14:xfrm>
              <a:off x="5071745" y="1602740"/>
              <a:ext cx="726440" cy="930275"/>
            </p14:xfrm>
          </p:contentPart>
        </mc:Choice>
        <mc:Fallback xmlns="">
          <p:pic>
            <p:nvPicPr>
              <p:cNvPr id="367" name="墨迹 366"/>
            </p:nvPicPr>
            <p:blipFill>
              <a:blip r:embed="rId517"/>
            </p:blipFill>
            <p:spPr>
              <a:xfrm>
                <a:off x="5071745" y="1602740"/>
                <a:ext cx="726440" cy="930275"/>
              </a:xfrm>
              <a:prstGeom prst="rect"/>
            </p:spPr>
          </p:pic>
        </mc:Fallback>
      </mc:AlternateContent>
      <mc:AlternateContent xmlns:mc="http://schemas.openxmlformats.org/markup-compatibility/2006" xmlns:p14="http://schemas.microsoft.com/office/powerpoint/2010/main">
        <mc:Choice Requires="p14">
          <p:contentPart r:id="rId518" p14:bwMode="auto">
            <p14:nvContentPartPr>
              <p14:cNvPr id="368" name="墨迹 367"/>
              <p14:cNvContentPartPr/>
              <p14:nvPr/>
            </p14:nvContentPartPr>
            <p14:xfrm>
              <a:off x="5095875" y="2054225"/>
              <a:ext cx="890905" cy="605155"/>
            </p14:xfrm>
          </p:contentPart>
        </mc:Choice>
        <mc:Fallback xmlns="">
          <p:pic>
            <p:nvPicPr>
              <p:cNvPr id="368" name="墨迹 367"/>
            </p:nvPicPr>
            <p:blipFill>
              <a:blip r:embed="rId519"/>
            </p:blipFill>
            <p:spPr>
              <a:xfrm>
                <a:off x="5095875" y="2054225"/>
                <a:ext cx="890905" cy="605155"/>
              </a:xfrm>
              <a:prstGeom prst="rect"/>
            </p:spPr>
          </p:pic>
        </mc:Fallback>
      </mc:AlternateContent>
      <mc:AlternateContent xmlns:mc="http://schemas.openxmlformats.org/markup-compatibility/2006" xmlns:p14="http://schemas.microsoft.com/office/powerpoint/2010/main">
        <mc:Choice Requires="p14">
          <p:contentPart r:id="rId520" p14:bwMode="auto">
            <p14:nvContentPartPr>
              <p14:cNvPr id="369" name="墨迹 368"/>
              <p14:cNvContentPartPr/>
              <p14:nvPr/>
            </p14:nvContentPartPr>
            <p14:xfrm>
              <a:off x="8095615" y="2323465"/>
              <a:ext cx="635" cy="635"/>
            </p14:xfrm>
          </p:contentPart>
        </mc:Choice>
        <mc:Fallback xmlns="">
          <p:pic>
            <p:nvPicPr>
              <p:cNvPr id="369" name="墨迹 368"/>
            </p:nvPicPr>
            <p:blipFill>
              <a:blip r:embed="rId402"/>
            </p:blipFill>
            <p:spPr>
              <a:xfrm>
                <a:off x="8095615" y="2323465"/>
                <a:ext cx="635" cy="635"/>
              </a:xfrm>
              <a:prstGeom prst="rect"/>
            </p:spPr>
          </p:pic>
        </mc:Fallback>
      </mc:AlternateContent>
      <mc:AlternateContent xmlns:mc="http://schemas.openxmlformats.org/markup-compatibility/2006" xmlns:p14="http://schemas.microsoft.com/office/powerpoint/2010/main">
        <mc:Choice Requires="p14">
          <p:contentPart r:id="rId521" p14:bwMode="auto">
            <p14:nvContentPartPr>
              <p14:cNvPr id="370" name="墨迹 369"/>
              <p14:cNvContentPartPr/>
              <p14:nvPr/>
            </p14:nvContentPartPr>
            <p14:xfrm>
              <a:off x="6894195" y="1525270"/>
              <a:ext cx="635" cy="635"/>
            </p14:xfrm>
          </p:contentPart>
        </mc:Choice>
        <mc:Fallback xmlns="">
          <p:pic>
            <p:nvPicPr>
              <p:cNvPr id="370" name="墨迹 369"/>
            </p:nvPicPr>
            <p:blipFill>
              <a:blip r:embed="rId402"/>
            </p:blipFill>
            <p:spPr>
              <a:xfrm>
                <a:off x="6894195" y="1525270"/>
                <a:ext cx="635" cy="635"/>
              </a:xfrm>
              <a:prstGeom prst="rect"/>
            </p:spPr>
          </p:pic>
        </mc:Fallback>
      </mc:AlternateContent>
      <mc:AlternateContent xmlns:mc="http://schemas.openxmlformats.org/markup-compatibility/2006" xmlns:p14="http://schemas.microsoft.com/office/powerpoint/2010/main">
        <mc:Choice Requires="p14">
          <p:contentPart r:id="rId522" p14:bwMode="auto">
            <p14:nvContentPartPr>
              <p14:cNvPr id="372" name="墨迹 371"/>
              <p14:cNvContentPartPr/>
              <p14:nvPr/>
            </p14:nvContentPartPr>
            <p14:xfrm>
              <a:off x="6568440" y="1466215"/>
              <a:ext cx="1130300" cy="1404620"/>
            </p14:xfrm>
          </p:contentPart>
        </mc:Choice>
        <mc:Fallback xmlns="">
          <p:pic>
            <p:nvPicPr>
              <p:cNvPr id="372" name="墨迹 371"/>
            </p:nvPicPr>
            <p:blipFill>
              <a:blip r:embed="rId523"/>
            </p:blipFill>
            <p:spPr>
              <a:xfrm>
                <a:off x="6568440" y="1466215"/>
                <a:ext cx="1130300" cy="1404620"/>
              </a:xfrm>
              <a:prstGeom prst="rect"/>
            </p:spPr>
          </p:pic>
        </mc:Fallback>
      </mc:AlternateContent>
      <mc:AlternateContent xmlns:mc="http://schemas.openxmlformats.org/markup-compatibility/2006" xmlns:p14="http://schemas.microsoft.com/office/powerpoint/2010/main">
        <mc:Choice Requires="p14">
          <p:contentPart r:id="rId524" p14:bwMode="auto">
            <p14:nvContentPartPr>
              <p14:cNvPr id="373" name="墨迹 372"/>
              <p14:cNvContentPartPr/>
              <p14:nvPr/>
            </p14:nvContentPartPr>
            <p14:xfrm>
              <a:off x="6629400" y="2117725"/>
              <a:ext cx="591820" cy="178435"/>
            </p14:xfrm>
          </p:contentPart>
        </mc:Choice>
        <mc:Fallback xmlns="">
          <p:pic>
            <p:nvPicPr>
              <p:cNvPr id="373" name="墨迹 372"/>
            </p:nvPicPr>
            <p:blipFill>
              <a:blip r:embed="rId525"/>
            </p:blipFill>
            <p:spPr>
              <a:xfrm>
                <a:off x="6629400" y="2117725"/>
                <a:ext cx="591820" cy="178435"/>
              </a:xfrm>
              <a:prstGeom prst="rect"/>
            </p:spPr>
          </p:pic>
        </mc:Fallback>
      </mc:AlternateContent>
      <mc:AlternateContent xmlns:mc="http://schemas.openxmlformats.org/markup-compatibility/2006" xmlns:p14="http://schemas.microsoft.com/office/powerpoint/2010/main">
        <mc:Choice Requires="p14">
          <p:contentPart r:id="rId526" p14:bwMode="auto">
            <p14:nvContentPartPr>
              <p14:cNvPr id="374" name="墨迹 373"/>
              <p14:cNvContentPartPr/>
              <p14:nvPr/>
            </p14:nvContentPartPr>
            <p14:xfrm>
              <a:off x="7245350" y="2350135"/>
              <a:ext cx="635" cy="635"/>
            </p14:xfrm>
          </p:contentPart>
        </mc:Choice>
        <mc:Fallback xmlns="">
          <p:pic>
            <p:nvPicPr>
              <p:cNvPr id="374" name="墨迹 373"/>
            </p:nvPicPr>
            <p:blipFill>
              <a:blip r:embed="rId402"/>
            </p:blipFill>
            <p:spPr>
              <a:xfrm>
                <a:off x="7245350" y="2350135"/>
                <a:ext cx="635" cy="635"/>
              </a:xfrm>
              <a:prstGeom prst="rect"/>
            </p:spPr>
          </p:pic>
        </mc:Fallback>
      </mc:AlternateContent>
      <mc:AlternateContent xmlns:mc="http://schemas.openxmlformats.org/markup-compatibility/2006" xmlns:p14="http://schemas.microsoft.com/office/powerpoint/2010/main">
        <mc:Choice Requires="p14">
          <p:contentPart r:id="rId527" p14:bwMode="auto">
            <p14:nvContentPartPr>
              <p14:cNvPr id="375" name="墨迹 374"/>
              <p14:cNvContentPartPr/>
              <p14:nvPr/>
            </p14:nvContentPartPr>
            <p14:xfrm>
              <a:off x="7245350" y="2350135"/>
              <a:ext cx="635" cy="635"/>
            </p14:xfrm>
          </p:contentPart>
        </mc:Choice>
        <mc:Fallback xmlns="">
          <p:pic>
            <p:nvPicPr>
              <p:cNvPr id="375" name="墨迹 374"/>
            </p:nvPicPr>
            <p:blipFill>
              <a:blip r:embed="rId402"/>
            </p:blipFill>
            <p:spPr>
              <a:xfrm>
                <a:off x="7245350" y="2350135"/>
                <a:ext cx="635" cy="635"/>
              </a:xfrm>
              <a:prstGeom prst="rect"/>
            </p:spPr>
          </p:pic>
        </mc:Fallback>
      </mc:AlternateContent>
      <mc:AlternateContent xmlns:mc="http://schemas.openxmlformats.org/markup-compatibility/2006" xmlns:p14="http://schemas.microsoft.com/office/powerpoint/2010/main">
        <mc:Choice Requires="p14">
          <p:contentPart r:id="rId528" p14:bwMode="auto">
            <p14:nvContentPartPr>
              <p14:cNvPr id="376" name="墨迹 375"/>
              <p14:cNvContentPartPr/>
              <p14:nvPr/>
            </p14:nvContentPartPr>
            <p14:xfrm>
              <a:off x="6940550" y="1972310"/>
              <a:ext cx="217170" cy="19050"/>
            </p14:xfrm>
          </p:contentPart>
        </mc:Choice>
        <mc:Fallback xmlns="">
          <p:pic>
            <p:nvPicPr>
              <p:cNvPr id="376" name="墨迹 375"/>
            </p:nvPicPr>
            <p:blipFill>
              <a:blip r:embed="rId529"/>
            </p:blipFill>
            <p:spPr>
              <a:xfrm>
                <a:off x="6940550" y="1972310"/>
                <a:ext cx="217170" cy="19050"/>
              </a:xfrm>
              <a:prstGeom prst="rect"/>
            </p:spPr>
          </p:pic>
        </mc:Fallback>
      </mc:AlternateContent>
      <mc:AlternateContent xmlns:mc="http://schemas.openxmlformats.org/markup-compatibility/2006" xmlns:p14="http://schemas.microsoft.com/office/powerpoint/2010/main">
        <mc:Choice Requires="p14">
          <p:contentPart r:id="rId530" p14:bwMode="auto">
            <p14:nvContentPartPr>
              <p14:cNvPr id="377" name="墨迹 376"/>
              <p14:cNvContentPartPr/>
              <p14:nvPr/>
            </p14:nvContentPartPr>
            <p14:xfrm>
              <a:off x="8772525" y="2579370"/>
              <a:ext cx="46355" cy="38735"/>
            </p14:xfrm>
          </p:contentPart>
        </mc:Choice>
        <mc:Fallback xmlns="">
          <p:pic>
            <p:nvPicPr>
              <p:cNvPr id="377" name="墨迹 376"/>
            </p:nvPicPr>
            <p:blipFill>
              <a:blip r:embed="rId531"/>
            </p:blipFill>
            <p:spPr>
              <a:xfrm>
                <a:off x="8772525" y="2579370"/>
                <a:ext cx="46355" cy="38735"/>
              </a:xfrm>
              <a:prstGeom prst="rect"/>
            </p:spPr>
          </p:pic>
        </mc:Fallback>
      </mc:AlternateContent>
      <mc:AlternateContent xmlns:mc="http://schemas.openxmlformats.org/markup-compatibility/2006" xmlns:p14="http://schemas.microsoft.com/office/powerpoint/2010/main">
        <mc:Choice Requires="p14">
          <p:contentPart r:id="rId532" p14:bwMode="auto">
            <p14:nvContentPartPr>
              <p14:cNvPr id="385" name="墨迹 384"/>
              <p14:cNvContentPartPr/>
              <p14:nvPr/>
            </p14:nvContentPartPr>
            <p14:xfrm>
              <a:off x="7684770" y="1999615"/>
              <a:ext cx="630555" cy="707390"/>
            </p14:xfrm>
          </p:contentPart>
        </mc:Choice>
        <mc:Fallback xmlns="">
          <p:pic>
            <p:nvPicPr>
              <p:cNvPr id="385" name="墨迹 384"/>
            </p:nvPicPr>
            <p:blipFill>
              <a:blip r:embed="rId533"/>
            </p:blipFill>
            <p:spPr>
              <a:xfrm>
                <a:off x="7684770" y="1999615"/>
                <a:ext cx="630555" cy="707390"/>
              </a:xfrm>
              <a:prstGeom prst="rect"/>
            </p:spPr>
          </p:pic>
        </mc:Fallback>
      </mc:AlternateContent>
      <mc:AlternateContent xmlns:mc="http://schemas.openxmlformats.org/markup-compatibility/2006" xmlns:p14="http://schemas.microsoft.com/office/powerpoint/2010/main">
        <mc:Choice Requires="p14">
          <p:contentPart r:id="rId534" p14:bwMode="auto">
            <p14:nvContentPartPr>
              <p14:cNvPr id="386" name="墨迹 385"/>
              <p14:cNvContentPartPr/>
              <p14:nvPr/>
            </p14:nvContentPartPr>
            <p14:xfrm>
              <a:off x="4627245" y="1573530"/>
              <a:ext cx="351790" cy="1144905"/>
            </p14:xfrm>
          </p:contentPart>
        </mc:Choice>
        <mc:Fallback xmlns="">
          <p:pic>
            <p:nvPicPr>
              <p:cNvPr id="386" name="墨迹 385"/>
            </p:nvPicPr>
            <p:blipFill>
              <a:blip r:embed="rId535"/>
            </p:blipFill>
            <p:spPr>
              <a:xfrm>
                <a:off x="4627245" y="1573530"/>
                <a:ext cx="351790" cy="1144905"/>
              </a:xfrm>
              <a:prstGeom prst="rect"/>
            </p:spPr>
          </p:pic>
        </mc:Fallback>
      </mc:AlternateContent>
      <mc:AlternateContent xmlns:mc="http://schemas.openxmlformats.org/markup-compatibility/2006" xmlns:p14="http://schemas.microsoft.com/office/powerpoint/2010/main">
        <mc:Choice Requires="p14">
          <p:contentPart r:id="rId536" p14:bwMode="auto">
            <p14:nvContentPartPr>
              <p14:cNvPr id="387" name="墨迹 386"/>
              <p14:cNvContentPartPr/>
              <p14:nvPr/>
            </p14:nvContentPartPr>
            <p14:xfrm>
              <a:off x="6590665" y="1944370"/>
              <a:ext cx="635" cy="131445"/>
            </p14:xfrm>
          </p:contentPart>
        </mc:Choice>
        <mc:Fallback xmlns="">
          <p:pic>
            <p:nvPicPr>
              <p:cNvPr id="387" name="墨迹 386"/>
            </p:nvPicPr>
            <p:blipFill>
              <a:blip r:embed="rId537"/>
            </p:blipFill>
            <p:spPr>
              <a:xfrm>
                <a:off x="6590665" y="1944370"/>
                <a:ext cx="635" cy="131445"/>
              </a:xfrm>
              <a:prstGeom prst="rect"/>
            </p:spPr>
          </p:pic>
        </mc:Fallback>
      </mc:AlternateContent>
      <mc:AlternateContent xmlns:mc="http://schemas.openxmlformats.org/markup-compatibility/2006" xmlns:p14="http://schemas.microsoft.com/office/powerpoint/2010/main">
        <mc:Choice Requires="p14">
          <p:contentPart r:id="rId538" p14:bwMode="auto">
            <p14:nvContentPartPr>
              <p14:cNvPr id="388" name="墨迹 387"/>
              <p14:cNvContentPartPr/>
              <p14:nvPr/>
            </p14:nvContentPartPr>
            <p14:xfrm>
              <a:off x="6590665" y="1964055"/>
              <a:ext cx="27940" cy="113030"/>
            </p14:xfrm>
          </p:contentPart>
        </mc:Choice>
        <mc:Fallback xmlns="">
          <p:pic>
            <p:nvPicPr>
              <p:cNvPr id="388" name="墨迹 387"/>
            </p:nvPicPr>
            <p:blipFill>
              <a:blip r:embed="rId539"/>
            </p:blipFill>
            <p:spPr>
              <a:xfrm>
                <a:off x="6590665" y="1964055"/>
                <a:ext cx="27940" cy="113030"/>
              </a:xfrm>
              <a:prstGeom prst="rect"/>
            </p:spPr>
          </p:pic>
        </mc:Fallback>
      </mc:AlternateContent>
      <mc:AlternateContent xmlns:mc="http://schemas.openxmlformats.org/markup-compatibility/2006" xmlns:p14="http://schemas.microsoft.com/office/powerpoint/2010/main">
        <mc:Choice Requires="p14">
          <p:contentPart r:id="rId540" p14:bwMode="auto">
            <p14:nvContentPartPr>
              <p14:cNvPr id="389" name="墨迹 388"/>
              <p14:cNvContentPartPr/>
              <p14:nvPr/>
            </p14:nvContentPartPr>
            <p14:xfrm>
              <a:off x="6570345" y="2386330"/>
              <a:ext cx="41910" cy="127635"/>
            </p14:xfrm>
          </p:contentPart>
        </mc:Choice>
        <mc:Fallback xmlns="">
          <p:pic>
            <p:nvPicPr>
              <p:cNvPr id="389" name="墨迹 388"/>
            </p:nvPicPr>
            <p:blipFill>
              <a:blip r:embed="rId541"/>
            </p:blipFill>
            <p:spPr>
              <a:xfrm>
                <a:off x="6570345" y="2386330"/>
                <a:ext cx="41910" cy="127635"/>
              </a:xfrm>
              <a:prstGeom prst="rect"/>
            </p:spPr>
          </p:pic>
        </mc:Fallback>
      </mc:AlternateContent>
      <mc:AlternateContent xmlns:mc="http://schemas.openxmlformats.org/markup-compatibility/2006" xmlns:p14="http://schemas.microsoft.com/office/powerpoint/2010/main">
        <mc:Choice Requires="p14">
          <p:contentPart r:id="rId542" p14:bwMode="auto">
            <p14:nvContentPartPr>
              <p14:cNvPr id="390" name="墨迹 389"/>
              <p14:cNvContentPartPr/>
              <p14:nvPr/>
            </p14:nvContentPartPr>
            <p14:xfrm>
              <a:off x="6438265" y="2493010"/>
              <a:ext cx="635" cy="635"/>
            </p14:xfrm>
          </p:contentPart>
        </mc:Choice>
        <mc:Fallback xmlns="">
          <p:pic>
            <p:nvPicPr>
              <p:cNvPr id="390" name="墨迹 389"/>
            </p:nvPicPr>
            <p:blipFill>
              <a:blip r:embed="rId402"/>
            </p:blipFill>
            <p:spPr>
              <a:xfrm>
                <a:off x="6438265" y="2493010"/>
                <a:ext cx="635" cy="635"/>
              </a:xfrm>
              <a:prstGeom prst="rect"/>
            </p:spPr>
          </p:pic>
        </mc:Fallback>
      </mc:AlternateContent>
      <mc:AlternateContent xmlns:mc="http://schemas.openxmlformats.org/markup-compatibility/2006" xmlns:p14="http://schemas.microsoft.com/office/powerpoint/2010/main">
        <mc:Choice Requires="p14">
          <p:contentPart r:id="rId543" p14:bwMode="auto">
            <p14:nvContentPartPr>
              <p14:cNvPr id="391" name="墨迹 390"/>
              <p14:cNvContentPartPr/>
              <p14:nvPr/>
            </p14:nvContentPartPr>
            <p14:xfrm>
              <a:off x="6438265" y="2493010"/>
              <a:ext cx="635" cy="635"/>
            </p14:xfrm>
          </p:contentPart>
        </mc:Choice>
        <mc:Fallback xmlns="">
          <p:pic>
            <p:nvPicPr>
              <p:cNvPr id="391" name="墨迹 390"/>
            </p:nvPicPr>
            <p:blipFill>
              <a:blip r:embed="rId402"/>
            </p:blipFill>
            <p:spPr>
              <a:xfrm>
                <a:off x="6438265" y="2493010"/>
                <a:ext cx="635" cy="635"/>
              </a:xfrm>
              <a:prstGeom prst="rect"/>
            </p:spPr>
          </p:pic>
        </mc:Fallback>
      </mc:AlternateContent>
      <mc:AlternateContent xmlns:mc="http://schemas.openxmlformats.org/markup-compatibility/2006" xmlns:p14="http://schemas.microsoft.com/office/powerpoint/2010/main">
        <mc:Choice Requires="p14">
          <p:contentPart r:id="rId544" p14:bwMode="auto">
            <p14:nvContentPartPr>
              <p14:cNvPr id="392" name="墨迹 391"/>
              <p14:cNvContentPartPr/>
              <p14:nvPr/>
            </p14:nvContentPartPr>
            <p14:xfrm>
              <a:off x="6407785" y="2452370"/>
              <a:ext cx="635" cy="635"/>
            </p14:xfrm>
          </p:contentPart>
        </mc:Choice>
        <mc:Fallback xmlns="">
          <p:pic>
            <p:nvPicPr>
              <p:cNvPr id="392" name="墨迹 391"/>
            </p:nvPicPr>
            <p:blipFill>
              <a:blip r:embed="rId402"/>
            </p:blipFill>
            <p:spPr>
              <a:xfrm>
                <a:off x="6407785" y="2452370"/>
                <a:ext cx="635" cy="635"/>
              </a:xfrm>
              <a:prstGeom prst="rect"/>
            </p:spPr>
          </p:pic>
        </mc:Fallback>
      </mc:AlternateContent>
      <mc:AlternateContent xmlns:mc="http://schemas.openxmlformats.org/markup-compatibility/2006" xmlns:p14="http://schemas.microsoft.com/office/powerpoint/2010/main">
        <mc:Choice Requires="p14">
          <p:contentPart r:id="rId545" p14:bwMode="auto">
            <p14:nvContentPartPr>
              <p14:cNvPr id="393" name="墨迹 392"/>
              <p14:cNvContentPartPr/>
              <p14:nvPr/>
            </p14:nvContentPartPr>
            <p14:xfrm>
              <a:off x="6407785" y="2333625"/>
              <a:ext cx="71755" cy="139700"/>
            </p14:xfrm>
          </p:contentPart>
        </mc:Choice>
        <mc:Fallback xmlns="">
          <p:pic>
            <p:nvPicPr>
              <p:cNvPr id="393" name="墨迹 392"/>
            </p:nvPicPr>
            <p:blipFill>
              <a:blip r:embed="rId546"/>
            </p:blipFill>
            <p:spPr>
              <a:xfrm>
                <a:off x="6407785" y="2333625"/>
                <a:ext cx="71755" cy="139700"/>
              </a:xfrm>
              <a:prstGeom prst="rect"/>
            </p:spPr>
          </p:pic>
        </mc:Fallback>
      </mc:AlternateContent>
      <mc:AlternateContent xmlns:mc="http://schemas.openxmlformats.org/markup-compatibility/2006" xmlns:p14="http://schemas.microsoft.com/office/powerpoint/2010/main">
        <mc:Choice Requires="p14">
          <p:contentPart r:id="rId547" p14:bwMode="auto">
            <p14:nvContentPartPr>
              <p14:cNvPr id="394" name="墨迹 393"/>
              <p14:cNvContentPartPr/>
              <p14:nvPr/>
            </p14:nvContentPartPr>
            <p14:xfrm>
              <a:off x="6346825" y="2513330"/>
              <a:ext cx="635" cy="635"/>
            </p14:xfrm>
          </p:contentPart>
        </mc:Choice>
        <mc:Fallback xmlns="">
          <p:pic>
            <p:nvPicPr>
              <p:cNvPr id="394" name="墨迹 393"/>
            </p:nvPicPr>
            <p:blipFill>
              <a:blip r:embed="rId402"/>
            </p:blipFill>
            <p:spPr>
              <a:xfrm>
                <a:off x="6346825" y="2513330"/>
                <a:ext cx="635" cy="635"/>
              </a:xfrm>
              <a:prstGeom prst="rect"/>
            </p:spPr>
          </p:pic>
        </mc:Fallback>
      </mc:AlternateContent>
      <mc:AlternateContent xmlns:mc="http://schemas.openxmlformats.org/markup-compatibility/2006" xmlns:p14="http://schemas.microsoft.com/office/powerpoint/2010/main">
        <mc:Choice Requires="p14">
          <p:contentPart r:id="rId548" p14:bwMode="auto">
            <p14:nvContentPartPr>
              <p14:cNvPr id="395" name="墨迹 394"/>
              <p14:cNvContentPartPr/>
              <p14:nvPr/>
            </p14:nvContentPartPr>
            <p14:xfrm>
              <a:off x="6336665" y="2482850"/>
              <a:ext cx="635" cy="635"/>
            </p14:xfrm>
          </p:contentPart>
        </mc:Choice>
        <mc:Fallback xmlns="">
          <p:pic>
            <p:nvPicPr>
              <p:cNvPr id="395" name="墨迹 394"/>
            </p:nvPicPr>
            <p:blipFill>
              <a:blip r:embed="rId402"/>
            </p:blipFill>
            <p:spPr>
              <a:xfrm>
                <a:off x="6336665" y="2482850"/>
                <a:ext cx="635" cy="635"/>
              </a:xfrm>
              <a:prstGeom prst="rect"/>
            </p:spPr>
          </p:pic>
        </mc:Fallback>
      </mc:AlternateContent>
      <mc:AlternateContent xmlns:mc="http://schemas.openxmlformats.org/markup-compatibility/2006" xmlns:p14="http://schemas.microsoft.com/office/powerpoint/2010/main">
        <mc:Choice Requires="p14">
          <p:contentPart r:id="rId549" p14:bwMode="auto">
            <p14:nvContentPartPr>
              <p14:cNvPr id="396" name="墨迹 395"/>
              <p14:cNvContentPartPr/>
              <p14:nvPr/>
            </p14:nvContentPartPr>
            <p14:xfrm>
              <a:off x="6336665" y="2482850"/>
              <a:ext cx="635" cy="635"/>
            </p14:xfrm>
          </p:contentPart>
        </mc:Choice>
        <mc:Fallback xmlns="">
          <p:pic>
            <p:nvPicPr>
              <p:cNvPr id="396" name="墨迹 395"/>
            </p:nvPicPr>
            <p:blipFill>
              <a:blip r:embed="rId402"/>
            </p:blipFill>
            <p:spPr>
              <a:xfrm>
                <a:off x="6336665" y="2482850"/>
                <a:ext cx="635" cy="635"/>
              </a:xfrm>
              <a:prstGeom prst="rect"/>
            </p:spPr>
          </p:pic>
        </mc:Fallback>
      </mc:AlternateContent>
      <mc:AlternateContent xmlns:mc="http://schemas.openxmlformats.org/markup-compatibility/2006" xmlns:p14="http://schemas.microsoft.com/office/powerpoint/2010/main">
        <mc:Choice Requires="p14">
          <p:contentPart r:id="rId550" p14:bwMode="auto">
            <p14:nvContentPartPr>
              <p14:cNvPr id="397" name="墨迹 396"/>
              <p14:cNvContentPartPr/>
              <p14:nvPr/>
            </p14:nvContentPartPr>
            <p14:xfrm>
              <a:off x="6298565" y="2472690"/>
              <a:ext cx="38735" cy="10795"/>
            </p14:xfrm>
          </p:contentPart>
        </mc:Choice>
        <mc:Fallback xmlns="">
          <p:pic>
            <p:nvPicPr>
              <p:cNvPr id="397" name="墨迹 396"/>
            </p:nvPicPr>
            <p:blipFill>
              <a:blip r:embed="rId551"/>
            </p:blipFill>
            <p:spPr>
              <a:xfrm>
                <a:off x="6298565" y="2472690"/>
                <a:ext cx="38735" cy="10795"/>
              </a:xfrm>
              <a:prstGeom prst="rect"/>
            </p:spPr>
          </p:pic>
        </mc:Fallback>
      </mc:AlternateContent>
      <mc:AlternateContent xmlns:mc="http://schemas.openxmlformats.org/markup-compatibility/2006" xmlns:p14="http://schemas.microsoft.com/office/powerpoint/2010/main">
        <mc:Choice Requires="p14">
          <p:contentPart r:id="rId552" p14:bwMode="auto">
            <p14:nvContentPartPr>
              <p14:cNvPr id="398" name="墨迹 397"/>
              <p14:cNvContentPartPr/>
              <p14:nvPr/>
            </p14:nvContentPartPr>
            <p14:xfrm>
              <a:off x="6214745" y="2472690"/>
              <a:ext cx="635" cy="635"/>
            </p14:xfrm>
          </p:contentPart>
        </mc:Choice>
        <mc:Fallback xmlns="">
          <p:pic>
            <p:nvPicPr>
              <p:cNvPr id="398" name="墨迹 397"/>
            </p:nvPicPr>
            <p:blipFill>
              <a:blip r:embed="rId402"/>
            </p:blipFill>
            <p:spPr>
              <a:xfrm>
                <a:off x="6214745" y="2472690"/>
                <a:ext cx="635" cy="635"/>
              </a:xfrm>
              <a:prstGeom prst="rect"/>
            </p:spPr>
          </p:pic>
        </mc:Fallback>
      </mc:AlternateContent>
      <mc:AlternateContent xmlns:mc="http://schemas.openxmlformats.org/markup-compatibility/2006" xmlns:p14="http://schemas.microsoft.com/office/powerpoint/2010/main">
        <mc:Choice Requires="p14">
          <p:contentPart r:id="rId553" p14:bwMode="auto">
            <p14:nvContentPartPr>
              <p14:cNvPr id="399" name="墨迹 398"/>
              <p14:cNvContentPartPr/>
              <p14:nvPr/>
            </p14:nvContentPartPr>
            <p14:xfrm>
              <a:off x="6214745" y="2472690"/>
              <a:ext cx="635" cy="635"/>
            </p14:xfrm>
          </p:contentPart>
        </mc:Choice>
        <mc:Fallback xmlns="">
          <p:pic>
            <p:nvPicPr>
              <p:cNvPr id="399" name="墨迹 398"/>
            </p:nvPicPr>
            <p:blipFill>
              <a:blip r:embed="rId402"/>
            </p:blipFill>
            <p:spPr>
              <a:xfrm>
                <a:off x="6214745" y="2472690"/>
                <a:ext cx="635" cy="635"/>
              </a:xfrm>
              <a:prstGeom prst="rect"/>
            </p:spPr>
          </p:pic>
        </mc:Fallback>
      </mc:AlternateContent>
      <mc:AlternateContent xmlns:mc="http://schemas.openxmlformats.org/markup-compatibility/2006" xmlns:p14="http://schemas.microsoft.com/office/powerpoint/2010/main">
        <mc:Choice Requires="p14">
          <p:contentPart r:id="rId554" p14:bwMode="auto">
            <p14:nvContentPartPr>
              <p14:cNvPr id="400" name="墨迹 399"/>
              <p14:cNvContentPartPr/>
              <p14:nvPr/>
            </p14:nvContentPartPr>
            <p14:xfrm>
              <a:off x="6214745" y="2472690"/>
              <a:ext cx="635" cy="635"/>
            </p14:xfrm>
          </p:contentPart>
        </mc:Choice>
        <mc:Fallback xmlns="">
          <p:pic>
            <p:nvPicPr>
              <p:cNvPr id="400" name="墨迹 399"/>
            </p:nvPicPr>
            <p:blipFill>
              <a:blip r:embed="rId402"/>
            </p:blipFill>
            <p:spPr>
              <a:xfrm>
                <a:off x="6214745" y="2472690"/>
                <a:ext cx="635" cy="635"/>
              </a:xfrm>
              <a:prstGeom prst="rect"/>
            </p:spPr>
          </p:pic>
        </mc:Fallback>
      </mc:AlternateContent>
      <mc:AlternateContent xmlns:mc="http://schemas.openxmlformats.org/markup-compatibility/2006" xmlns:p14="http://schemas.microsoft.com/office/powerpoint/2010/main">
        <mc:Choice Requires="p14">
          <p:contentPart r:id="rId555" p14:bwMode="auto">
            <p14:nvContentPartPr>
              <p14:cNvPr id="401" name="墨迹 400"/>
              <p14:cNvContentPartPr/>
              <p14:nvPr/>
            </p14:nvContentPartPr>
            <p14:xfrm>
              <a:off x="6072505" y="2604770"/>
              <a:ext cx="635" cy="635"/>
            </p14:xfrm>
          </p:contentPart>
        </mc:Choice>
        <mc:Fallback xmlns="">
          <p:pic>
            <p:nvPicPr>
              <p:cNvPr id="401" name="墨迹 400"/>
            </p:nvPicPr>
            <p:blipFill>
              <a:blip r:embed="rId402"/>
            </p:blipFill>
            <p:spPr>
              <a:xfrm>
                <a:off x="6072505" y="2604770"/>
                <a:ext cx="635" cy="635"/>
              </a:xfrm>
              <a:prstGeom prst="rect"/>
            </p:spPr>
          </p:pic>
        </mc:Fallback>
      </mc:AlternateContent>
      <mc:AlternateContent xmlns:mc="http://schemas.openxmlformats.org/markup-compatibility/2006" xmlns:p14="http://schemas.microsoft.com/office/powerpoint/2010/main">
        <mc:Choice Requires="p14">
          <p:contentPart r:id="rId556" p14:bwMode="auto">
            <p14:nvContentPartPr>
              <p14:cNvPr id="402" name="墨迹 401"/>
              <p14:cNvContentPartPr/>
              <p14:nvPr/>
            </p14:nvContentPartPr>
            <p14:xfrm>
              <a:off x="6052185" y="2574290"/>
              <a:ext cx="20955" cy="57785"/>
            </p14:xfrm>
          </p:contentPart>
        </mc:Choice>
        <mc:Fallback xmlns="">
          <p:pic>
            <p:nvPicPr>
              <p:cNvPr id="402" name="墨迹 401"/>
            </p:nvPicPr>
            <p:blipFill>
              <a:blip r:embed="rId557"/>
            </p:blipFill>
            <p:spPr>
              <a:xfrm>
                <a:off x="6052185" y="2574290"/>
                <a:ext cx="20955" cy="57785"/>
              </a:xfrm>
              <a:prstGeom prst="rect"/>
            </p:spPr>
          </p:pic>
        </mc:Fallback>
      </mc:AlternateContent>
      <mc:AlternateContent xmlns:mc="http://schemas.openxmlformats.org/markup-compatibility/2006" xmlns:p14="http://schemas.microsoft.com/office/powerpoint/2010/main">
        <mc:Choice Requires="p14">
          <p:contentPart r:id="rId558" p14:bwMode="auto">
            <p14:nvContentPartPr>
              <p14:cNvPr id="403" name="墨迹 402"/>
              <p14:cNvContentPartPr/>
              <p14:nvPr/>
            </p14:nvContentPartPr>
            <p14:xfrm>
              <a:off x="5950585" y="2731770"/>
              <a:ext cx="635" cy="15875"/>
            </p14:xfrm>
          </p:contentPart>
        </mc:Choice>
        <mc:Fallback xmlns="">
          <p:pic>
            <p:nvPicPr>
              <p:cNvPr id="403" name="墨迹 402"/>
            </p:nvPicPr>
            <p:blipFill>
              <a:blip r:embed="rId559"/>
            </p:blipFill>
            <p:spPr>
              <a:xfrm>
                <a:off x="5950585" y="2731770"/>
                <a:ext cx="635" cy="15875"/>
              </a:xfrm>
              <a:prstGeom prst="rect"/>
            </p:spPr>
          </p:pic>
        </mc:Fallback>
      </mc:AlternateContent>
      <mc:AlternateContent xmlns:mc="http://schemas.openxmlformats.org/markup-compatibility/2006" xmlns:p14="http://schemas.microsoft.com/office/powerpoint/2010/main">
        <mc:Choice Requires="p14">
          <p:contentPart r:id="rId560" p14:bwMode="auto">
            <p14:nvContentPartPr>
              <p14:cNvPr id="404" name="墨迹 403"/>
              <p14:cNvContentPartPr/>
              <p14:nvPr/>
            </p14:nvContentPartPr>
            <p14:xfrm>
              <a:off x="5901690" y="2797175"/>
              <a:ext cx="29210" cy="52070"/>
            </p14:xfrm>
          </p:contentPart>
        </mc:Choice>
        <mc:Fallback xmlns="">
          <p:pic>
            <p:nvPicPr>
              <p:cNvPr id="404" name="墨迹 403"/>
            </p:nvPicPr>
            <p:blipFill>
              <a:blip r:embed="rId561"/>
            </p:blipFill>
            <p:spPr>
              <a:xfrm>
                <a:off x="5901690" y="2797175"/>
                <a:ext cx="29210" cy="52070"/>
              </a:xfrm>
              <a:prstGeom prst="rect"/>
            </p:spPr>
          </p:pic>
        </mc:Fallback>
      </mc:AlternateContent>
      <mc:AlternateContent xmlns:mc="http://schemas.openxmlformats.org/markup-compatibility/2006" xmlns:p14="http://schemas.microsoft.com/office/powerpoint/2010/main">
        <mc:Choice Requires="p14">
          <p:contentPart r:id="rId562" p14:bwMode="auto">
            <p14:nvContentPartPr>
              <p14:cNvPr id="405" name="墨迹 404"/>
              <p14:cNvContentPartPr/>
              <p14:nvPr/>
            </p14:nvContentPartPr>
            <p14:xfrm>
              <a:off x="5838825" y="2848610"/>
              <a:ext cx="635" cy="635"/>
            </p14:xfrm>
          </p:contentPart>
        </mc:Choice>
        <mc:Fallback xmlns="">
          <p:pic>
            <p:nvPicPr>
              <p:cNvPr id="405" name="墨迹 404"/>
            </p:nvPicPr>
            <p:blipFill>
              <a:blip r:embed="rId402"/>
            </p:blipFill>
            <p:spPr>
              <a:xfrm>
                <a:off x="5838825" y="2848610"/>
                <a:ext cx="635" cy="635"/>
              </a:xfrm>
              <a:prstGeom prst="rect"/>
            </p:spPr>
          </p:pic>
        </mc:Fallback>
      </mc:AlternateContent>
      <mc:AlternateContent xmlns:mc="http://schemas.openxmlformats.org/markup-compatibility/2006" xmlns:p14="http://schemas.microsoft.com/office/powerpoint/2010/main">
        <mc:Choice Requires="p14">
          <p:contentPart r:id="rId563" p14:bwMode="auto">
            <p14:nvContentPartPr>
              <p14:cNvPr id="407" name="墨迹 406"/>
              <p14:cNvContentPartPr/>
              <p14:nvPr/>
            </p14:nvContentPartPr>
            <p14:xfrm>
              <a:off x="6610985" y="2533650"/>
              <a:ext cx="41275" cy="37465"/>
            </p14:xfrm>
          </p:contentPart>
        </mc:Choice>
        <mc:Fallback xmlns="">
          <p:pic>
            <p:nvPicPr>
              <p:cNvPr id="407" name="墨迹 406"/>
            </p:nvPicPr>
            <p:blipFill>
              <a:blip r:embed="rId564"/>
            </p:blipFill>
            <p:spPr>
              <a:xfrm>
                <a:off x="6610985" y="2533650"/>
                <a:ext cx="41275" cy="37465"/>
              </a:xfrm>
              <a:prstGeom prst="rect"/>
            </p:spPr>
          </p:pic>
        </mc:Fallback>
      </mc:AlternateContent>
      <mc:AlternateContent xmlns:mc="http://schemas.openxmlformats.org/markup-compatibility/2006" xmlns:p14="http://schemas.microsoft.com/office/powerpoint/2010/main">
        <mc:Choice Requires="p14">
          <p:contentPart r:id="rId565" p14:bwMode="auto">
            <p14:nvContentPartPr>
              <p14:cNvPr id="408" name="墨迹 407"/>
              <p14:cNvContentPartPr/>
              <p14:nvPr/>
            </p14:nvContentPartPr>
            <p14:xfrm>
              <a:off x="6743065" y="2564130"/>
              <a:ext cx="635" cy="45720"/>
            </p14:xfrm>
          </p:contentPart>
        </mc:Choice>
        <mc:Fallback xmlns="">
          <p:pic>
            <p:nvPicPr>
              <p:cNvPr id="408" name="墨迹 407"/>
            </p:nvPicPr>
            <p:blipFill>
              <a:blip r:embed="rId566"/>
            </p:blipFill>
            <p:spPr>
              <a:xfrm>
                <a:off x="6743065" y="2564130"/>
                <a:ext cx="635" cy="45720"/>
              </a:xfrm>
              <a:prstGeom prst="rect"/>
            </p:spPr>
          </p:pic>
        </mc:Fallback>
      </mc:AlternateContent>
      <mc:AlternateContent xmlns:mc="http://schemas.openxmlformats.org/markup-compatibility/2006" xmlns:p14="http://schemas.microsoft.com/office/powerpoint/2010/main">
        <mc:Choice Requires="p14">
          <p:contentPart r:id="rId567" p14:bwMode="auto">
            <p14:nvContentPartPr>
              <p14:cNvPr id="409" name="墨迹 408"/>
              <p14:cNvContentPartPr/>
              <p14:nvPr/>
            </p14:nvContentPartPr>
            <p14:xfrm>
              <a:off x="6793865" y="2767330"/>
              <a:ext cx="41275" cy="38735"/>
            </p14:xfrm>
          </p:contentPart>
        </mc:Choice>
        <mc:Fallback xmlns="">
          <p:pic>
            <p:nvPicPr>
              <p:cNvPr id="409" name="墨迹 408"/>
            </p:nvPicPr>
            <p:blipFill>
              <a:blip r:embed="rId568"/>
            </p:blipFill>
            <p:spPr>
              <a:xfrm>
                <a:off x="6793865" y="2767330"/>
                <a:ext cx="41275" cy="38735"/>
              </a:xfrm>
              <a:prstGeom prst="rect"/>
            </p:spPr>
          </p:pic>
        </mc:Fallback>
      </mc:AlternateContent>
      <mc:AlternateContent xmlns:mc="http://schemas.openxmlformats.org/markup-compatibility/2006" xmlns:p14="http://schemas.microsoft.com/office/powerpoint/2010/main">
        <mc:Choice Requires="p14">
          <p:contentPart r:id="rId569" p14:bwMode="auto">
            <p14:nvContentPartPr>
              <p14:cNvPr id="410" name="墨迹 409"/>
              <p14:cNvContentPartPr/>
              <p14:nvPr/>
            </p14:nvContentPartPr>
            <p14:xfrm>
              <a:off x="6854825" y="2807970"/>
              <a:ext cx="31115" cy="46990"/>
            </p14:xfrm>
          </p:contentPart>
        </mc:Choice>
        <mc:Fallback xmlns="">
          <p:pic>
            <p:nvPicPr>
              <p:cNvPr id="410" name="墨迹 409"/>
            </p:nvPicPr>
            <p:blipFill>
              <a:blip r:embed="rId570"/>
            </p:blipFill>
            <p:spPr>
              <a:xfrm>
                <a:off x="6854825" y="2807970"/>
                <a:ext cx="31115" cy="46990"/>
              </a:xfrm>
              <a:prstGeom prst="rect"/>
            </p:spPr>
          </p:pic>
        </mc:Fallback>
      </mc:AlternateContent>
      <mc:AlternateContent xmlns:mc="http://schemas.openxmlformats.org/markup-compatibility/2006" xmlns:p14="http://schemas.microsoft.com/office/powerpoint/2010/main">
        <mc:Choice Requires="p14">
          <p:contentPart r:id="rId571" p14:bwMode="auto">
            <p14:nvContentPartPr>
              <p14:cNvPr id="411" name="墨迹 410"/>
              <p14:cNvContentPartPr/>
              <p14:nvPr/>
            </p14:nvContentPartPr>
            <p14:xfrm>
              <a:off x="6889750" y="2879090"/>
              <a:ext cx="46990" cy="71755"/>
            </p14:xfrm>
          </p:contentPart>
        </mc:Choice>
        <mc:Fallback xmlns="">
          <p:pic>
            <p:nvPicPr>
              <p:cNvPr id="411" name="墨迹 410"/>
            </p:nvPicPr>
            <p:blipFill>
              <a:blip r:embed="rId572"/>
            </p:blipFill>
            <p:spPr>
              <a:xfrm>
                <a:off x="6889750" y="2879090"/>
                <a:ext cx="46990" cy="71755"/>
              </a:xfrm>
              <a:prstGeom prst="rect"/>
            </p:spPr>
          </p:pic>
        </mc:Fallback>
      </mc:AlternateContent>
      <mc:AlternateContent xmlns:mc="http://schemas.openxmlformats.org/markup-compatibility/2006" xmlns:p14="http://schemas.microsoft.com/office/powerpoint/2010/main">
        <mc:Choice Requires="p14">
          <p:contentPart r:id="rId573" p14:bwMode="auto">
            <p14:nvContentPartPr>
              <p14:cNvPr id="412" name="墨迹 411"/>
              <p14:cNvContentPartPr/>
              <p14:nvPr/>
            </p14:nvContentPartPr>
            <p14:xfrm>
              <a:off x="6031865" y="2543810"/>
              <a:ext cx="635" cy="635"/>
            </p14:xfrm>
          </p:contentPart>
        </mc:Choice>
        <mc:Fallback xmlns="">
          <p:pic>
            <p:nvPicPr>
              <p:cNvPr id="412" name="墨迹 411"/>
            </p:nvPicPr>
            <p:blipFill>
              <a:blip r:embed="rId402"/>
            </p:blipFill>
            <p:spPr>
              <a:xfrm>
                <a:off x="6031865" y="2543810"/>
                <a:ext cx="635" cy="635"/>
              </a:xfrm>
              <a:prstGeom prst="rect"/>
            </p:spPr>
          </p:pic>
        </mc:Fallback>
      </mc:AlternateContent>
      <mc:AlternateContent xmlns:mc="http://schemas.openxmlformats.org/markup-compatibility/2006" xmlns:p14="http://schemas.microsoft.com/office/powerpoint/2010/main">
        <mc:Choice Requires="p14">
          <p:contentPart r:id="rId574" p14:bwMode="auto">
            <p14:nvContentPartPr>
              <p14:cNvPr id="413" name="墨迹 412"/>
              <p14:cNvContentPartPr/>
              <p14:nvPr/>
            </p14:nvContentPartPr>
            <p14:xfrm>
              <a:off x="6031865" y="2543810"/>
              <a:ext cx="635" cy="635"/>
            </p14:xfrm>
          </p:contentPart>
        </mc:Choice>
        <mc:Fallback xmlns="">
          <p:pic>
            <p:nvPicPr>
              <p:cNvPr id="413" name="墨迹 412"/>
            </p:nvPicPr>
            <p:blipFill>
              <a:blip r:embed="rId402"/>
            </p:blipFill>
            <p:spPr>
              <a:xfrm>
                <a:off x="6031865" y="2543810"/>
                <a:ext cx="635" cy="635"/>
              </a:xfrm>
              <a:prstGeom prst="rect"/>
            </p:spPr>
          </p:pic>
        </mc:Fallback>
      </mc:AlternateContent>
      <mc:AlternateContent xmlns:mc="http://schemas.openxmlformats.org/markup-compatibility/2006" xmlns:p14="http://schemas.microsoft.com/office/powerpoint/2010/main">
        <mc:Choice Requires="p14">
          <p:contentPart r:id="rId575" p14:bwMode="auto">
            <p14:nvContentPartPr>
              <p14:cNvPr id="414" name="墨迹 413"/>
              <p14:cNvContentPartPr/>
              <p14:nvPr/>
            </p14:nvContentPartPr>
            <p14:xfrm>
              <a:off x="6661785" y="2482850"/>
              <a:ext cx="635" cy="635"/>
            </p14:xfrm>
          </p:contentPart>
        </mc:Choice>
        <mc:Fallback xmlns="">
          <p:pic>
            <p:nvPicPr>
              <p:cNvPr id="414" name="墨迹 413"/>
            </p:nvPicPr>
            <p:blipFill>
              <a:blip r:embed="rId402"/>
            </p:blipFill>
            <p:spPr>
              <a:xfrm>
                <a:off x="6661785" y="2482850"/>
                <a:ext cx="635" cy="635"/>
              </a:xfrm>
              <a:prstGeom prst="rect"/>
            </p:spPr>
          </p:pic>
        </mc:Fallback>
      </mc:AlternateContent>
      <mc:AlternateContent xmlns:mc="http://schemas.openxmlformats.org/markup-compatibility/2006" xmlns:p14="http://schemas.microsoft.com/office/powerpoint/2010/main">
        <mc:Choice Requires="p14">
          <p:contentPart r:id="rId576" p14:bwMode="auto">
            <p14:nvContentPartPr>
              <p14:cNvPr id="415" name="墨迹 414"/>
              <p14:cNvContentPartPr/>
              <p14:nvPr/>
            </p14:nvContentPartPr>
            <p14:xfrm>
              <a:off x="6661785" y="2482850"/>
              <a:ext cx="635" cy="635"/>
            </p14:xfrm>
          </p:contentPart>
        </mc:Choice>
        <mc:Fallback xmlns="">
          <p:pic>
            <p:nvPicPr>
              <p:cNvPr id="415" name="墨迹 414"/>
            </p:nvPicPr>
            <p:blipFill>
              <a:blip r:embed="rId402"/>
            </p:blipFill>
            <p:spPr>
              <a:xfrm>
                <a:off x="6661785" y="2482850"/>
                <a:ext cx="635" cy="635"/>
              </a:xfrm>
              <a:prstGeom prst="rect"/>
            </p:spPr>
          </p:pic>
        </mc:Fallback>
      </mc:AlternateContent>
      <mc:AlternateContent xmlns:mc="http://schemas.openxmlformats.org/markup-compatibility/2006" xmlns:p14="http://schemas.microsoft.com/office/powerpoint/2010/main">
        <mc:Choice Requires="p14">
          <p:contentPart r:id="rId577" p14:bwMode="auto">
            <p14:nvContentPartPr>
              <p14:cNvPr id="416" name="墨迹 415"/>
              <p14:cNvContentPartPr/>
              <p14:nvPr/>
            </p14:nvContentPartPr>
            <p14:xfrm>
              <a:off x="6753225" y="2523490"/>
              <a:ext cx="635" cy="635"/>
            </p14:xfrm>
          </p:contentPart>
        </mc:Choice>
        <mc:Fallback xmlns="">
          <p:pic>
            <p:nvPicPr>
              <p:cNvPr id="416" name="墨迹 415"/>
            </p:nvPicPr>
            <p:blipFill>
              <a:blip r:embed="rId402"/>
            </p:blipFill>
            <p:spPr>
              <a:xfrm>
                <a:off x="6753225" y="2523490"/>
                <a:ext cx="635" cy="635"/>
              </a:xfrm>
              <a:prstGeom prst="rect"/>
            </p:spPr>
          </p:pic>
        </mc:Fallback>
      </mc:AlternateContent>
      <mc:AlternateContent xmlns:mc="http://schemas.openxmlformats.org/markup-compatibility/2006" xmlns:p14="http://schemas.microsoft.com/office/powerpoint/2010/main">
        <mc:Choice Requires="p14">
          <p:contentPart r:id="rId578" p14:bwMode="auto">
            <p14:nvContentPartPr>
              <p14:cNvPr id="417" name="墨迹 416"/>
              <p14:cNvContentPartPr/>
              <p14:nvPr/>
            </p14:nvContentPartPr>
            <p14:xfrm>
              <a:off x="6753225" y="2523490"/>
              <a:ext cx="635" cy="635"/>
            </p14:xfrm>
          </p:contentPart>
        </mc:Choice>
        <mc:Fallback xmlns="">
          <p:pic>
            <p:nvPicPr>
              <p:cNvPr id="417" name="墨迹 416"/>
            </p:nvPicPr>
            <p:blipFill>
              <a:blip r:embed="rId402"/>
            </p:blipFill>
            <p:spPr>
              <a:xfrm>
                <a:off x="6753225" y="2523490"/>
                <a:ext cx="635" cy="635"/>
              </a:xfrm>
              <a:prstGeom prst="rect"/>
            </p:spPr>
          </p:pic>
        </mc:Fallback>
      </mc:AlternateContent>
      <mc:AlternateContent xmlns:mc="http://schemas.openxmlformats.org/markup-compatibility/2006" xmlns:p14="http://schemas.microsoft.com/office/powerpoint/2010/main">
        <mc:Choice Requires="p14">
          <p:contentPart r:id="rId579" p14:bwMode="auto">
            <p14:nvContentPartPr>
              <p14:cNvPr id="418" name="墨迹 417"/>
              <p14:cNvContentPartPr/>
              <p14:nvPr/>
            </p14:nvContentPartPr>
            <p14:xfrm>
              <a:off x="6753225" y="2594610"/>
              <a:ext cx="635" cy="635"/>
            </p14:xfrm>
          </p:contentPart>
        </mc:Choice>
        <mc:Fallback xmlns="">
          <p:pic>
            <p:nvPicPr>
              <p:cNvPr id="418" name="墨迹 417"/>
            </p:nvPicPr>
            <p:blipFill>
              <a:blip r:embed="rId402"/>
            </p:blipFill>
            <p:spPr>
              <a:xfrm>
                <a:off x="6753225" y="2594610"/>
                <a:ext cx="635" cy="635"/>
              </a:xfrm>
              <a:prstGeom prst="rect"/>
            </p:spPr>
          </p:pic>
        </mc:Fallback>
      </mc:AlternateContent>
      <mc:AlternateContent xmlns:mc="http://schemas.openxmlformats.org/markup-compatibility/2006" xmlns:p14="http://schemas.microsoft.com/office/powerpoint/2010/main">
        <mc:Choice Requires="p14">
          <p:contentPart r:id="rId580" p14:bwMode="auto">
            <p14:nvContentPartPr>
              <p14:cNvPr id="420" name="墨迹 419"/>
              <p14:cNvContentPartPr/>
              <p14:nvPr/>
            </p14:nvContentPartPr>
            <p14:xfrm>
              <a:off x="8023225" y="1934210"/>
              <a:ext cx="635" cy="635"/>
            </p14:xfrm>
          </p:contentPart>
        </mc:Choice>
        <mc:Fallback xmlns="">
          <p:pic>
            <p:nvPicPr>
              <p:cNvPr id="420" name="墨迹 419"/>
            </p:nvPicPr>
            <p:blipFill>
              <a:blip r:embed="rId402"/>
            </p:blipFill>
            <p:spPr>
              <a:xfrm>
                <a:off x="8023225" y="1934210"/>
                <a:ext cx="635" cy="635"/>
              </a:xfrm>
              <a:prstGeom prst="rect"/>
            </p:spPr>
          </p:pic>
        </mc:Fallback>
      </mc:AlternateContent>
      <mc:AlternateContent xmlns:mc="http://schemas.openxmlformats.org/markup-compatibility/2006" xmlns:p14="http://schemas.microsoft.com/office/powerpoint/2010/main">
        <mc:Choice Requires="p14">
          <p:contentPart r:id="rId581" p14:bwMode="auto">
            <p14:nvContentPartPr>
              <p14:cNvPr id="421" name="墨迹 420"/>
              <p14:cNvContentPartPr/>
              <p14:nvPr/>
            </p14:nvContentPartPr>
            <p14:xfrm>
              <a:off x="8043545" y="1933575"/>
              <a:ext cx="120015" cy="41910"/>
            </p14:xfrm>
          </p:contentPart>
        </mc:Choice>
        <mc:Fallback xmlns="">
          <p:pic>
            <p:nvPicPr>
              <p:cNvPr id="421" name="墨迹 420"/>
            </p:nvPicPr>
            <p:blipFill>
              <a:blip r:embed="rId582"/>
            </p:blipFill>
            <p:spPr>
              <a:xfrm>
                <a:off x="8043545" y="1933575"/>
                <a:ext cx="120015" cy="41910"/>
              </a:xfrm>
              <a:prstGeom prst="rect"/>
            </p:spPr>
          </p:pic>
        </mc:Fallback>
      </mc:AlternateContent>
      <mc:AlternateContent xmlns:mc="http://schemas.openxmlformats.org/markup-compatibility/2006" xmlns:p14="http://schemas.microsoft.com/office/powerpoint/2010/main">
        <mc:Choice Requires="p14">
          <p:contentPart r:id="rId583" p14:bwMode="auto">
            <p14:nvContentPartPr>
              <p14:cNvPr id="422" name="墨迹 421"/>
              <p14:cNvContentPartPr/>
              <p14:nvPr/>
            </p14:nvContentPartPr>
            <p14:xfrm>
              <a:off x="7891145" y="1934210"/>
              <a:ext cx="40640" cy="20955"/>
            </p14:xfrm>
          </p:contentPart>
        </mc:Choice>
        <mc:Fallback xmlns="">
          <p:pic>
            <p:nvPicPr>
              <p:cNvPr id="422" name="墨迹 421"/>
            </p:nvPicPr>
            <p:blipFill>
              <a:blip r:embed="rId584"/>
            </p:blipFill>
            <p:spPr>
              <a:xfrm>
                <a:off x="7891145" y="1934210"/>
                <a:ext cx="40640" cy="20955"/>
              </a:xfrm>
              <a:prstGeom prst="rect"/>
            </p:spPr>
          </p:pic>
        </mc:Fallback>
      </mc:AlternateContent>
      <mc:AlternateContent xmlns:mc="http://schemas.openxmlformats.org/markup-compatibility/2006" xmlns:p14="http://schemas.microsoft.com/office/powerpoint/2010/main">
        <mc:Choice Requires="p14">
          <p:contentPart r:id="rId585" p14:bwMode="auto">
            <p14:nvContentPartPr>
              <p14:cNvPr id="423" name="墨迹 422"/>
              <p14:cNvContentPartPr/>
              <p14:nvPr/>
            </p14:nvContentPartPr>
            <p14:xfrm>
              <a:off x="7728585" y="1934210"/>
              <a:ext cx="31115" cy="31115"/>
            </p14:xfrm>
          </p:contentPart>
        </mc:Choice>
        <mc:Fallback xmlns="">
          <p:pic>
            <p:nvPicPr>
              <p:cNvPr id="423" name="墨迹 422"/>
            </p:nvPicPr>
            <p:blipFill>
              <a:blip r:embed="rId586"/>
            </p:blipFill>
            <p:spPr>
              <a:xfrm>
                <a:off x="7728585" y="1934210"/>
                <a:ext cx="31115" cy="31115"/>
              </a:xfrm>
              <a:prstGeom prst="rect"/>
            </p:spPr>
          </p:pic>
        </mc:Fallback>
      </mc:AlternateContent>
      <mc:AlternateContent xmlns:mc="http://schemas.openxmlformats.org/markup-compatibility/2006" xmlns:p14="http://schemas.microsoft.com/office/powerpoint/2010/main">
        <mc:Choice Requires="p14">
          <p:contentPart r:id="rId587" p14:bwMode="auto">
            <p14:nvContentPartPr>
              <p14:cNvPr id="424" name="墨迹 423"/>
              <p14:cNvContentPartPr/>
              <p14:nvPr/>
            </p14:nvContentPartPr>
            <p14:xfrm>
              <a:off x="7820025" y="1954530"/>
              <a:ext cx="635" cy="635"/>
            </p14:xfrm>
          </p:contentPart>
        </mc:Choice>
        <mc:Fallback xmlns="">
          <p:pic>
            <p:nvPicPr>
              <p:cNvPr id="424" name="墨迹 423"/>
            </p:nvPicPr>
            <p:blipFill>
              <a:blip r:embed="rId402"/>
            </p:blipFill>
            <p:spPr>
              <a:xfrm>
                <a:off x="7820025" y="1954530"/>
                <a:ext cx="635" cy="635"/>
              </a:xfrm>
              <a:prstGeom prst="rect"/>
            </p:spPr>
          </p:pic>
        </mc:Fallback>
      </mc:AlternateContent>
      <mc:AlternateContent xmlns:mc="http://schemas.openxmlformats.org/markup-compatibility/2006" xmlns:p14="http://schemas.microsoft.com/office/powerpoint/2010/main">
        <mc:Choice Requires="p14">
          <p:contentPart r:id="rId588" p14:bwMode="auto">
            <p14:nvContentPartPr>
              <p14:cNvPr id="425" name="墨迹 424"/>
              <p14:cNvContentPartPr/>
              <p14:nvPr/>
            </p14:nvContentPartPr>
            <p14:xfrm>
              <a:off x="7820025" y="1954530"/>
              <a:ext cx="635" cy="635"/>
            </p14:xfrm>
          </p:contentPart>
        </mc:Choice>
        <mc:Fallback xmlns="">
          <p:pic>
            <p:nvPicPr>
              <p:cNvPr id="425" name="墨迹 424"/>
            </p:nvPicPr>
            <p:blipFill>
              <a:blip r:embed="rId402"/>
            </p:blipFill>
            <p:spPr>
              <a:xfrm>
                <a:off x="7820025" y="1954530"/>
                <a:ext cx="635" cy="635"/>
              </a:xfrm>
              <a:prstGeom prst="rect"/>
            </p:spPr>
          </p:pic>
        </mc:Fallback>
      </mc:AlternateContent>
      <mc:AlternateContent xmlns:mc="http://schemas.openxmlformats.org/markup-compatibility/2006" xmlns:p14="http://schemas.microsoft.com/office/powerpoint/2010/main">
        <mc:Choice Requires="p14">
          <p:contentPart r:id="rId589" p14:bwMode="auto">
            <p14:nvContentPartPr>
              <p14:cNvPr id="426" name="墨迹 425"/>
              <p14:cNvContentPartPr/>
              <p14:nvPr/>
            </p14:nvContentPartPr>
            <p14:xfrm>
              <a:off x="8206105" y="1964690"/>
              <a:ext cx="102235" cy="635"/>
            </p14:xfrm>
          </p:contentPart>
        </mc:Choice>
        <mc:Fallback xmlns="">
          <p:pic>
            <p:nvPicPr>
              <p:cNvPr id="426" name="墨迹 425"/>
            </p:nvPicPr>
            <p:blipFill>
              <a:blip r:embed="rId590"/>
            </p:blipFill>
            <p:spPr>
              <a:xfrm>
                <a:off x="8206105" y="1964690"/>
                <a:ext cx="102235" cy="635"/>
              </a:xfrm>
              <a:prstGeom prst="rect"/>
            </p:spPr>
          </p:pic>
        </mc:Fallback>
      </mc:AlternateContent>
      <mc:AlternateContent xmlns:mc="http://schemas.openxmlformats.org/markup-compatibility/2006" xmlns:p14="http://schemas.microsoft.com/office/powerpoint/2010/main">
        <mc:Choice Requires="p14">
          <p:contentPart r:id="rId591" p14:bwMode="auto">
            <p14:nvContentPartPr>
              <p14:cNvPr id="427" name="墨迹 426"/>
              <p14:cNvContentPartPr/>
              <p14:nvPr/>
            </p14:nvContentPartPr>
            <p14:xfrm>
              <a:off x="7505065" y="1751330"/>
              <a:ext cx="635" cy="635"/>
            </p14:xfrm>
          </p:contentPart>
        </mc:Choice>
        <mc:Fallback xmlns="">
          <p:pic>
            <p:nvPicPr>
              <p:cNvPr id="427" name="墨迹 426"/>
            </p:nvPicPr>
            <p:blipFill>
              <a:blip r:embed="rId402"/>
            </p:blipFill>
            <p:spPr>
              <a:xfrm>
                <a:off x="7505065" y="1751330"/>
                <a:ext cx="635" cy="635"/>
              </a:xfrm>
              <a:prstGeom prst="rect"/>
            </p:spPr>
          </p:pic>
        </mc:Fallback>
      </mc:AlternateContent>
      <mc:AlternateContent xmlns:mc="http://schemas.openxmlformats.org/markup-compatibility/2006" xmlns:p14="http://schemas.microsoft.com/office/powerpoint/2010/main">
        <mc:Choice Requires="p14">
          <p:contentPart r:id="rId592" p14:bwMode="auto">
            <p14:nvContentPartPr>
              <p14:cNvPr id="428" name="墨迹 427"/>
              <p14:cNvContentPartPr/>
              <p14:nvPr/>
            </p14:nvContentPartPr>
            <p14:xfrm>
              <a:off x="7494905" y="1802130"/>
              <a:ext cx="635" cy="635"/>
            </p14:xfrm>
          </p:contentPart>
        </mc:Choice>
        <mc:Fallback xmlns="">
          <p:pic>
            <p:nvPicPr>
              <p:cNvPr id="428" name="墨迹 427"/>
            </p:nvPicPr>
            <p:blipFill>
              <a:blip r:embed="rId402"/>
            </p:blipFill>
            <p:spPr>
              <a:xfrm>
                <a:off x="7494905" y="1802130"/>
                <a:ext cx="635" cy="635"/>
              </a:xfrm>
              <a:prstGeom prst="rect"/>
            </p:spPr>
          </p:pic>
        </mc:Fallback>
      </mc:AlternateContent>
      <mc:AlternateContent xmlns:mc="http://schemas.openxmlformats.org/markup-compatibility/2006" xmlns:p14="http://schemas.microsoft.com/office/powerpoint/2010/main">
        <mc:Choice Requires="p14">
          <p:contentPart r:id="rId593" p14:bwMode="auto">
            <p14:nvContentPartPr>
              <p14:cNvPr id="429" name="墨迹 428"/>
              <p14:cNvContentPartPr/>
              <p14:nvPr/>
            </p14:nvContentPartPr>
            <p14:xfrm>
              <a:off x="7494905" y="1802130"/>
              <a:ext cx="635" cy="635"/>
            </p14:xfrm>
          </p:contentPart>
        </mc:Choice>
        <mc:Fallback xmlns="">
          <p:pic>
            <p:nvPicPr>
              <p:cNvPr id="429" name="墨迹 428"/>
            </p:nvPicPr>
            <p:blipFill>
              <a:blip r:embed="rId402"/>
            </p:blipFill>
            <p:spPr>
              <a:xfrm>
                <a:off x="7494905" y="1802130"/>
                <a:ext cx="635" cy="635"/>
              </a:xfrm>
              <a:prstGeom prst="rect"/>
            </p:spPr>
          </p:pic>
        </mc:Fallback>
      </mc:AlternateContent>
      <mc:AlternateContent xmlns:mc="http://schemas.openxmlformats.org/markup-compatibility/2006" xmlns:p14="http://schemas.microsoft.com/office/powerpoint/2010/main">
        <mc:Choice Requires="p14">
          <p:contentPart r:id="rId594" p14:bwMode="auto">
            <p14:nvContentPartPr>
              <p14:cNvPr id="430" name="墨迹 429"/>
              <p14:cNvContentPartPr/>
              <p14:nvPr/>
            </p14:nvContentPartPr>
            <p14:xfrm>
              <a:off x="7494905" y="1852930"/>
              <a:ext cx="635" cy="635"/>
            </p14:xfrm>
          </p:contentPart>
        </mc:Choice>
        <mc:Fallback xmlns="">
          <p:pic>
            <p:nvPicPr>
              <p:cNvPr id="430" name="墨迹 429"/>
            </p:nvPicPr>
            <p:blipFill>
              <a:blip r:embed="rId402"/>
            </p:blipFill>
            <p:spPr>
              <a:xfrm>
                <a:off x="7494905" y="1852930"/>
                <a:ext cx="635" cy="635"/>
              </a:xfrm>
              <a:prstGeom prst="rect"/>
            </p:spPr>
          </p:pic>
        </mc:Fallback>
      </mc:AlternateContent>
      <mc:AlternateContent xmlns:mc="http://schemas.openxmlformats.org/markup-compatibility/2006" xmlns:p14="http://schemas.microsoft.com/office/powerpoint/2010/main">
        <mc:Choice Requires="p14">
          <p:contentPart r:id="rId595" p14:bwMode="auto">
            <p14:nvContentPartPr>
              <p14:cNvPr id="431" name="墨迹 430"/>
              <p14:cNvContentPartPr/>
              <p14:nvPr/>
            </p14:nvContentPartPr>
            <p14:xfrm>
              <a:off x="7566025" y="1852930"/>
              <a:ext cx="635" cy="635"/>
            </p14:xfrm>
          </p:contentPart>
        </mc:Choice>
        <mc:Fallback xmlns="">
          <p:pic>
            <p:nvPicPr>
              <p:cNvPr id="431" name="墨迹 430"/>
            </p:nvPicPr>
            <p:blipFill>
              <a:blip r:embed="rId402"/>
            </p:blipFill>
            <p:spPr>
              <a:xfrm>
                <a:off x="7566025" y="1852930"/>
                <a:ext cx="635" cy="635"/>
              </a:xfrm>
              <a:prstGeom prst="rect"/>
            </p:spPr>
          </p:pic>
        </mc:Fallback>
      </mc:AlternateContent>
      <mc:AlternateContent xmlns:mc="http://schemas.openxmlformats.org/markup-compatibility/2006" xmlns:p14="http://schemas.microsoft.com/office/powerpoint/2010/main">
        <mc:Choice Requires="p14">
          <p:contentPart r:id="rId596" p14:bwMode="auto">
            <p14:nvContentPartPr>
              <p14:cNvPr id="432" name="墨迹 431"/>
              <p14:cNvContentPartPr/>
              <p14:nvPr/>
            </p14:nvContentPartPr>
            <p14:xfrm>
              <a:off x="7566025" y="1852930"/>
              <a:ext cx="635" cy="46990"/>
            </p14:xfrm>
          </p:contentPart>
        </mc:Choice>
        <mc:Fallback xmlns="">
          <p:pic>
            <p:nvPicPr>
              <p:cNvPr id="432" name="墨迹 431"/>
            </p:nvPicPr>
            <p:blipFill>
              <a:blip r:embed="rId597"/>
            </p:blipFill>
            <p:spPr>
              <a:xfrm>
                <a:off x="7566025" y="1852930"/>
                <a:ext cx="635" cy="46990"/>
              </a:xfrm>
              <a:prstGeom prst="rect"/>
            </p:spPr>
          </p:pic>
        </mc:Fallback>
      </mc:AlternateContent>
      <mc:AlternateContent xmlns:mc="http://schemas.openxmlformats.org/markup-compatibility/2006" xmlns:p14="http://schemas.microsoft.com/office/powerpoint/2010/main">
        <mc:Choice Requires="p14">
          <p:contentPart r:id="rId598" p14:bwMode="auto">
            <p14:nvContentPartPr>
              <p14:cNvPr id="433" name="墨迹 432"/>
              <p14:cNvContentPartPr/>
              <p14:nvPr/>
            </p14:nvContentPartPr>
            <p14:xfrm>
              <a:off x="7566025" y="1903730"/>
              <a:ext cx="635" cy="635"/>
            </p14:xfrm>
          </p:contentPart>
        </mc:Choice>
        <mc:Fallback xmlns="">
          <p:pic>
            <p:nvPicPr>
              <p:cNvPr id="433" name="墨迹 432"/>
            </p:nvPicPr>
            <p:blipFill>
              <a:blip r:embed="rId402"/>
            </p:blipFill>
            <p:spPr>
              <a:xfrm>
                <a:off x="7566025" y="1903730"/>
                <a:ext cx="635" cy="635"/>
              </a:xfrm>
              <a:prstGeom prst="rect"/>
            </p:spPr>
          </p:pic>
        </mc:Fallback>
      </mc:AlternateContent>
      <mc:AlternateContent xmlns:mc="http://schemas.openxmlformats.org/markup-compatibility/2006" xmlns:p14="http://schemas.microsoft.com/office/powerpoint/2010/main">
        <mc:Choice Requires="p14">
          <p:contentPart r:id="rId599" p14:bwMode="auto">
            <p14:nvContentPartPr>
              <p14:cNvPr id="434" name="墨迹 433"/>
              <p14:cNvContentPartPr/>
              <p14:nvPr/>
            </p14:nvContentPartPr>
            <p14:xfrm>
              <a:off x="7626985" y="1954530"/>
              <a:ext cx="635" cy="635"/>
            </p14:xfrm>
          </p:contentPart>
        </mc:Choice>
        <mc:Fallback xmlns="">
          <p:pic>
            <p:nvPicPr>
              <p:cNvPr id="434" name="墨迹 433"/>
            </p:nvPicPr>
            <p:blipFill>
              <a:blip r:embed="rId402"/>
            </p:blipFill>
            <p:spPr>
              <a:xfrm>
                <a:off x="7626985" y="1954530"/>
                <a:ext cx="635" cy="635"/>
              </a:xfrm>
              <a:prstGeom prst="rect"/>
            </p:spPr>
          </p:pic>
        </mc:Fallback>
      </mc:AlternateContent>
      <mc:AlternateContent xmlns:mc="http://schemas.openxmlformats.org/markup-compatibility/2006" xmlns:p14="http://schemas.microsoft.com/office/powerpoint/2010/main">
        <mc:Choice Requires="p14">
          <p:contentPart r:id="rId600" p14:bwMode="auto">
            <p14:nvContentPartPr>
              <p14:cNvPr id="435" name="墨迹 434"/>
              <p14:cNvContentPartPr/>
              <p14:nvPr/>
            </p14:nvContentPartPr>
            <p14:xfrm>
              <a:off x="7413625" y="1743710"/>
              <a:ext cx="20955" cy="28575"/>
            </p14:xfrm>
          </p:contentPart>
        </mc:Choice>
        <mc:Fallback xmlns="">
          <p:pic>
            <p:nvPicPr>
              <p:cNvPr id="435" name="墨迹 434"/>
            </p:nvPicPr>
            <p:blipFill>
              <a:blip r:embed="rId601"/>
            </p:blipFill>
            <p:spPr>
              <a:xfrm>
                <a:off x="7413625" y="1743710"/>
                <a:ext cx="20955" cy="28575"/>
              </a:xfrm>
              <a:prstGeom prst="rect"/>
            </p:spPr>
          </p:pic>
        </mc:Fallback>
      </mc:AlternateContent>
      <mc:AlternateContent xmlns:mc="http://schemas.openxmlformats.org/markup-compatibility/2006" xmlns:p14="http://schemas.microsoft.com/office/powerpoint/2010/main">
        <mc:Choice Requires="p14">
          <p:contentPart r:id="rId602" p14:bwMode="auto">
            <p14:nvContentPartPr>
              <p14:cNvPr id="436" name="墨迹 435"/>
              <p14:cNvContentPartPr/>
              <p14:nvPr/>
            </p14:nvContentPartPr>
            <p14:xfrm>
              <a:off x="7312025" y="1640205"/>
              <a:ext cx="4445" cy="30480"/>
            </p14:xfrm>
          </p:contentPart>
        </mc:Choice>
        <mc:Fallback xmlns="">
          <p:pic>
            <p:nvPicPr>
              <p:cNvPr id="436" name="墨迹 435"/>
            </p:nvPicPr>
            <p:blipFill>
              <a:blip r:embed="rId603"/>
            </p:blipFill>
            <p:spPr>
              <a:xfrm>
                <a:off x="7312025" y="1640205"/>
                <a:ext cx="4445" cy="30480"/>
              </a:xfrm>
              <a:prstGeom prst="rect"/>
            </p:spPr>
          </p:pic>
        </mc:Fallback>
      </mc:AlternateContent>
      <mc:AlternateContent xmlns:mc="http://schemas.openxmlformats.org/markup-compatibility/2006" xmlns:p14="http://schemas.microsoft.com/office/powerpoint/2010/main">
        <mc:Choice Requires="p14">
          <p:contentPart r:id="rId604" p14:bwMode="auto">
            <p14:nvContentPartPr>
              <p14:cNvPr id="437" name="墨迹 436"/>
              <p14:cNvContentPartPr/>
              <p14:nvPr/>
            </p14:nvContentPartPr>
            <p14:xfrm>
              <a:off x="7240905" y="1598930"/>
              <a:ext cx="635" cy="635"/>
            </p14:xfrm>
          </p:contentPart>
        </mc:Choice>
        <mc:Fallback xmlns="">
          <p:pic>
            <p:nvPicPr>
              <p:cNvPr id="437" name="墨迹 436"/>
            </p:nvPicPr>
            <p:blipFill>
              <a:blip r:embed="rId402"/>
            </p:blipFill>
            <p:spPr>
              <a:xfrm>
                <a:off x="7240905" y="1598930"/>
                <a:ext cx="635" cy="635"/>
              </a:xfrm>
              <a:prstGeom prst="rect"/>
            </p:spPr>
          </p:pic>
        </mc:Fallback>
      </mc:AlternateContent>
      <mc:AlternateContent xmlns:mc="http://schemas.openxmlformats.org/markup-compatibility/2006" xmlns:p14="http://schemas.microsoft.com/office/powerpoint/2010/main">
        <mc:Choice Requires="p14">
          <p:contentPart r:id="rId605" p14:bwMode="auto">
            <p14:nvContentPartPr>
              <p14:cNvPr id="438" name="墨迹 437"/>
              <p14:cNvContentPartPr/>
              <p14:nvPr/>
            </p14:nvContentPartPr>
            <p14:xfrm>
              <a:off x="7240905" y="1598930"/>
              <a:ext cx="635" cy="635"/>
            </p14:xfrm>
          </p:contentPart>
        </mc:Choice>
        <mc:Fallback xmlns="">
          <p:pic>
            <p:nvPicPr>
              <p:cNvPr id="438" name="墨迹 437"/>
            </p:nvPicPr>
            <p:blipFill>
              <a:blip r:embed="rId402"/>
            </p:blipFill>
            <p:spPr>
              <a:xfrm>
                <a:off x="7240905" y="1598930"/>
                <a:ext cx="635" cy="635"/>
              </a:xfrm>
              <a:prstGeom prst="rect"/>
            </p:spPr>
          </p:pic>
        </mc:Fallback>
      </mc:AlternateContent>
      <mc:AlternateContent xmlns:mc="http://schemas.openxmlformats.org/markup-compatibility/2006" xmlns:p14="http://schemas.microsoft.com/office/powerpoint/2010/main">
        <mc:Choice Requires="p14">
          <p:contentPart r:id="rId606" p14:bwMode="auto">
            <p14:nvContentPartPr>
              <p14:cNvPr id="439" name="墨迹 438"/>
              <p14:cNvContentPartPr/>
              <p14:nvPr/>
            </p14:nvContentPartPr>
            <p14:xfrm>
              <a:off x="7240905" y="1598930"/>
              <a:ext cx="635" cy="635"/>
            </p14:xfrm>
          </p:contentPart>
        </mc:Choice>
        <mc:Fallback xmlns="">
          <p:pic>
            <p:nvPicPr>
              <p:cNvPr id="439" name="墨迹 438"/>
            </p:nvPicPr>
            <p:blipFill>
              <a:blip r:embed="rId402"/>
            </p:blipFill>
            <p:spPr>
              <a:xfrm>
                <a:off x="7240905" y="1598930"/>
                <a:ext cx="635" cy="635"/>
              </a:xfrm>
              <a:prstGeom prst="rect"/>
            </p:spPr>
          </p:pic>
        </mc:Fallback>
      </mc:AlternateContent>
      <mc:AlternateContent xmlns:mc="http://schemas.openxmlformats.org/markup-compatibility/2006" xmlns:p14="http://schemas.microsoft.com/office/powerpoint/2010/main">
        <mc:Choice Requires="p14">
          <p:contentPart r:id="rId607" p14:bwMode="auto">
            <p14:nvContentPartPr>
              <p14:cNvPr id="440" name="墨迹 439"/>
              <p14:cNvContentPartPr/>
              <p14:nvPr/>
            </p14:nvContentPartPr>
            <p14:xfrm>
              <a:off x="7230745" y="1609090"/>
              <a:ext cx="17145" cy="10795"/>
            </p14:xfrm>
          </p:contentPart>
        </mc:Choice>
        <mc:Fallback xmlns="">
          <p:pic>
            <p:nvPicPr>
              <p:cNvPr id="440" name="墨迹 439"/>
            </p:nvPicPr>
            <p:blipFill>
              <a:blip r:embed="rId608"/>
            </p:blipFill>
            <p:spPr>
              <a:xfrm>
                <a:off x="7230745" y="1609090"/>
                <a:ext cx="17145" cy="10795"/>
              </a:xfrm>
              <a:prstGeom prst="rect"/>
            </p:spPr>
          </p:pic>
        </mc:Fallback>
      </mc:AlternateContent>
      <mc:AlternateContent xmlns:mc="http://schemas.openxmlformats.org/markup-compatibility/2006" xmlns:p14="http://schemas.microsoft.com/office/powerpoint/2010/main">
        <mc:Choice Requires="p14">
          <p:contentPart r:id="rId609" p14:bwMode="auto">
            <p14:nvContentPartPr>
              <p14:cNvPr id="441" name="墨迹 440"/>
              <p14:cNvContentPartPr/>
              <p14:nvPr/>
            </p14:nvContentPartPr>
            <p14:xfrm>
              <a:off x="7179945" y="1527175"/>
              <a:ext cx="20955" cy="31750"/>
            </p14:xfrm>
          </p:contentPart>
        </mc:Choice>
        <mc:Fallback xmlns="">
          <p:pic>
            <p:nvPicPr>
              <p:cNvPr id="441" name="墨迹 440"/>
            </p:nvPicPr>
            <p:blipFill>
              <a:blip r:embed="rId610"/>
            </p:blipFill>
            <p:spPr>
              <a:xfrm>
                <a:off x="7179945" y="1527175"/>
                <a:ext cx="20955" cy="31750"/>
              </a:xfrm>
              <a:prstGeom prst="rect"/>
            </p:spPr>
          </p:pic>
        </mc:Fallback>
      </mc:AlternateContent>
      <mc:AlternateContent xmlns:mc="http://schemas.openxmlformats.org/markup-compatibility/2006" xmlns:p14="http://schemas.microsoft.com/office/powerpoint/2010/main">
        <mc:Choice Requires="p14">
          <p:contentPart r:id="rId611" p14:bwMode="auto">
            <p14:nvContentPartPr>
              <p14:cNvPr id="442" name="墨迹 441"/>
              <p14:cNvContentPartPr/>
              <p14:nvPr/>
            </p14:nvContentPartPr>
            <p14:xfrm>
              <a:off x="7027545" y="1426210"/>
              <a:ext cx="51435" cy="41275"/>
            </p14:xfrm>
          </p:contentPart>
        </mc:Choice>
        <mc:Fallback xmlns="">
          <p:pic>
            <p:nvPicPr>
              <p:cNvPr id="442" name="墨迹 441"/>
            </p:nvPicPr>
            <p:blipFill>
              <a:blip r:embed="rId612"/>
            </p:blipFill>
            <p:spPr>
              <a:xfrm>
                <a:off x="7027545" y="1426210"/>
                <a:ext cx="51435" cy="41275"/>
              </a:xfrm>
              <a:prstGeom prst="rect"/>
            </p:spPr>
          </p:pic>
        </mc:Fallback>
      </mc:AlternateContent>
      <mc:AlternateContent xmlns:mc="http://schemas.openxmlformats.org/markup-compatibility/2006" xmlns:p14="http://schemas.microsoft.com/office/powerpoint/2010/main">
        <mc:Choice Requires="p14">
          <p:contentPart r:id="rId613" p14:bwMode="auto">
            <p14:nvContentPartPr>
              <p14:cNvPr id="443" name="墨迹 442"/>
              <p14:cNvContentPartPr/>
              <p14:nvPr/>
            </p14:nvContentPartPr>
            <p14:xfrm>
              <a:off x="6939280" y="1375410"/>
              <a:ext cx="17780" cy="10795"/>
            </p14:xfrm>
          </p:contentPart>
        </mc:Choice>
        <mc:Fallback xmlns="">
          <p:pic>
            <p:nvPicPr>
              <p:cNvPr id="443" name="墨迹 442"/>
            </p:nvPicPr>
            <p:blipFill>
              <a:blip r:embed="rId614"/>
            </p:blipFill>
            <p:spPr>
              <a:xfrm>
                <a:off x="6939280" y="1375410"/>
                <a:ext cx="17780" cy="10795"/>
              </a:xfrm>
              <a:prstGeom prst="rect"/>
            </p:spPr>
          </p:pic>
        </mc:Fallback>
      </mc:AlternateContent>
      <mc:AlternateContent xmlns:mc="http://schemas.openxmlformats.org/markup-compatibility/2006" xmlns:p14="http://schemas.microsoft.com/office/powerpoint/2010/main">
        <mc:Choice Requires="p14">
          <p:contentPart r:id="rId615" p14:bwMode="auto">
            <p14:nvContentPartPr>
              <p14:cNvPr id="444" name="墨迹 443"/>
              <p14:cNvContentPartPr/>
              <p14:nvPr/>
            </p14:nvContentPartPr>
            <p14:xfrm>
              <a:off x="6854825" y="1348105"/>
              <a:ext cx="20955" cy="17780"/>
            </p14:xfrm>
          </p:contentPart>
        </mc:Choice>
        <mc:Fallback xmlns="">
          <p:pic>
            <p:nvPicPr>
              <p:cNvPr id="444" name="墨迹 443"/>
            </p:nvPicPr>
            <p:blipFill>
              <a:blip r:embed="rId616"/>
            </p:blipFill>
            <p:spPr>
              <a:xfrm>
                <a:off x="6854825" y="1348105"/>
                <a:ext cx="20955" cy="17780"/>
              </a:xfrm>
              <a:prstGeom prst="rect"/>
            </p:spPr>
          </p:pic>
        </mc:Fallback>
      </mc:AlternateContent>
      <mc:AlternateContent xmlns:mc="http://schemas.openxmlformats.org/markup-compatibility/2006" xmlns:p14="http://schemas.microsoft.com/office/powerpoint/2010/main">
        <mc:Choice Requires="p14">
          <p:contentPart r:id="rId617" p14:bwMode="auto">
            <p14:nvContentPartPr>
              <p14:cNvPr id="445" name="墨迹 444"/>
              <p14:cNvContentPartPr/>
              <p14:nvPr/>
            </p14:nvContentPartPr>
            <p14:xfrm>
              <a:off x="6732905" y="1327785"/>
              <a:ext cx="31115" cy="7620"/>
            </p14:xfrm>
          </p:contentPart>
        </mc:Choice>
        <mc:Fallback xmlns="">
          <p:pic>
            <p:nvPicPr>
              <p:cNvPr id="445" name="墨迹 444"/>
            </p:nvPicPr>
            <p:blipFill>
              <a:blip r:embed="rId618"/>
            </p:blipFill>
            <p:spPr>
              <a:xfrm>
                <a:off x="6732905" y="1327785"/>
                <a:ext cx="31115" cy="7620"/>
              </a:xfrm>
              <a:prstGeom prst="rect"/>
            </p:spPr>
          </p:pic>
        </mc:Fallback>
      </mc:AlternateContent>
      <mc:AlternateContent xmlns:mc="http://schemas.openxmlformats.org/markup-compatibility/2006" xmlns:p14="http://schemas.microsoft.com/office/powerpoint/2010/main">
        <mc:Choice Requires="p14">
          <p:contentPart r:id="rId619" p14:bwMode="auto">
            <p14:nvContentPartPr>
              <p14:cNvPr id="446" name="墨迹 445"/>
              <p14:cNvContentPartPr/>
              <p14:nvPr/>
            </p14:nvContentPartPr>
            <p14:xfrm>
              <a:off x="6627495" y="1324610"/>
              <a:ext cx="14605" cy="635"/>
            </p14:xfrm>
          </p:contentPart>
        </mc:Choice>
        <mc:Fallback xmlns="">
          <p:pic>
            <p:nvPicPr>
              <p:cNvPr id="446" name="墨迹 445"/>
            </p:nvPicPr>
            <p:blipFill>
              <a:blip r:embed="rId620"/>
            </p:blipFill>
            <p:spPr>
              <a:xfrm>
                <a:off x="6627495" y="1324610"/>
                <a:ext cx="14605" cy="635"/>
              </a:xfrm>
              <a:prstGeom prst="rect"/>
            </p:spPr>
          </p:pic>
        </mc:Fallback>
      </mc:AlternateContent>
      <mc:AlternateContent xmlns:mc="http://schemas.openxmlformats.org/markup-compatibility/2006" xmlns:p14="http://schemas.microsoft.com/office/powerpoint/2010/main">
        <mc:Choice Requires="p14">
          <p:contentPart r:id="rId621" p14:bwMode="auto">
            <p14:nvContentPartPr>
              <p14:cNvPr id="447" name="墨迹 446"/>
              <p14:cNvContentPartPr/>
              <p14:nvPr/>
            </p14:nvContentPartPr>
            <p14:xfrm>
              <a:off x="6525895" y="1304290"/>
              <a:ext cx="14605" cy="635"/>
            </p14:xfrm>
          </p:contentPart>
        </mc:Choice>
        <mc:Fallback xmlns="">
          <p:pic>
            <p:nvPicPr>
              <p:cNvPr id="447" name="墨迹 446"/>
            </p:nvPicPr>
            <p:blipFill>
              <a:blip r:embed="rId622"/>
            </p:blipFill>
            <p:spPr>
              <a:xfrm>
                <a:off x="6525895" y="1304290"/>
                <a:ext cx="14605" cy="635"/>
              </a:xfrm>
              <a:prstGeom prst="rect"/>
            </p:spPr>
          </p:pic>
        </mc:Fallback>
      </mc:AlternateContent>
      <mc:AlternateContent xmlns:mc="http://schemas.openxmlformats.org/markup-compatibility/2006" xmlns:p14="http://schemas.microsoft.com/office/powerpoint/2010/main">
        <mc:Choice Requires="p14">
          <p:contentPart r:id="rId623" p14:bwMode="auto">
            <p14:nvContentPartPr>
              <p14:cNvPr id="448" name="墨迹 447"/>
              <p14:cNvContentPartPr/>
              <p14:nvPr/>
            </p14:nvContentPartPr>
            <p14:xfrm>
              <a:off x="6428105" y="1304290"/>
              <a:ext cx="7620" cy="635"/>
            </p14:xfrm>
          </p:contentPart>
        </mc:Choice>
        <mc:Fallback xmlns="">
          <p:pic>
            <p:nvPicPr>
              <p:cNvPr id="448" name="墨迹 447"/>
            </p:nvPicPr>
            <p:blipFill>
              <a:blip r:embed="rId624"/>
            </p:blipFill>
            <p:spPr>
              <a:xfrm>
                <a:off x="6428105" y="1304290"/>
                <a:ext cx="7620" cy="635"/>
              </a:xfrm>
              <a:prstGeom prst="rect"/>
            </p:spPr>
          </p:pic>
        </mc:Fallback>
      </mc:AlternateContent>
      <mc:AlternateContent xmlns:mc="http://schemas.openxmlformats.org/markup-compatibility/2006" xmlns:p14="http://schemas.microsoft.com/office/powerpoint/2010/main">
        <mc:Choice Requires="p14">
          <p:contentPart r:id="rId625" p14:bwMode="auto">
            <p14:nvContentPartPr>
              <p14:cNvPr id="449" name="墨迹 448"/>
              <p14:cNvContentPartPr/>
              <p14:nvPr/>
            </p14:nvContentPartPr>
            <p14:xfrm>
              <a:off x="6368415" y="1304290"/>
              <a:ext cx="70485" cy="635"/>
            </p14:xfrm>
          </p:contentPart>
        </mc:Choice>
        <mc:Fallback xmlns="">
          <p:pic>
            <p:nvPicPr>
              <p:cNvPr id="449" name="墨迹 448"/>
            </p:nvPicPr>
            <p:blipFill>
              <a:blip r:embed="rId626"/>
            </p:blipFill>
            <p:spPr>
              <a:xfrm>
                <a:off x="6368415" y="1304290"/>
                <a:ext cx="70485" cy="635"/>
              </a:xfrm>
              <a:prstGeom prst="rect"/>
            </p:spPr>
          </p:pic>
        </mc:Fallback>
      </mc:AlternateContent>
      <mc:AlternateContent xmlns:mc="http://schemas.openxmlformats.org/markup-compatibility/2006" xmlns:p14="http://schemas.microsoft.com/office/powerpoint/2010/main">
        <mc:Choice Requires="p14">
          <p:contentPart r:id="rId627" p14:bwMode="auto">
            <p14:nvContentPartPr>
              <p14:cNvPr id="450" name="墨迹 449"/>
              <p14:cNvContentPartPr/>
              <p14:nvPr/>
            </p14:nvContentPartPr>
            <p14:xfrm>
              <a:off x="6367145" y="1304290"/>
              <a:ext cx="15240" cy="635"/>
            </p14:xfrm>
          </p:contentPart>
        </mc:Choice>
        <mc:Fallback xmlns="">
          <p:pic>
            <p:nvPicPr>
              <p:cNvPr id="450" name="墨迹 449"/>
            </p:nvPicPr>
            <p:blipFill>
              <a:blip r:embed="rId628"/>
            </p:blipFill>
            <p:spPr>
              <a:xfrm>
                <a:off x="6367145" y="1304290"/>
                <a:ext cx="15240" cy="635"/>
              </a:xfrm>
              <a:prstGeom prst="rect"/>
            </p:spPr>
          </p:pic>
        </mc:Fallback>
      </mc:AlternateContent>
      <mc:AlternateContent xmlns:mc="http://schemas.openxmlformats.org/markup-compatibility/2006" xmlns:p14="http://schemas.microsoft.com/office/powerpoint/2010/main">
        <mc:Choice Requires="p14">
          <p:contentPart r:id="rId629" p14:bwMode="auto">
            <p14:nvContentPartPr>
              <p14:cNvPr id="451" name="墨迹 450"/>
              <p14:cNvContentPartPr/>
              <p14:nvPr/>
            </p14:nvContentPartPr>
            <p14:xfrm>
              <a:off x="6255385" y="1324610"/>
              <a:ext cx="635" cy="635"/>
            </p14:xfrm>
          </p:contentPart>
        </mc:Choice>
        <mc:Fallback xmlns="">
          <p:pic>
            <p:nvPicPr>
              <p:cNvPr id="451" name="墨迹 450"/>
            </p:nvPicPr>
            <p:blipFill>
              <a:blip r:embed="rId402"/>
            </p:blipFill>
            <p:spPr>
              <a:xfrm>
                <a:off x="6255385" y="1324610"/>
                <a:ext cx="635" cy="635"/>
              </a:xfrm>
              <a:prstGeom prst="rect"/>
            </p:spPr>
          </p:pic>
        </mc:Fallback>
      </mc:AlternateContent>
      <mc:AlternateContent xmlns:mc="http://schemas.openxmlformats.org/markup-compatibility/2006" xmlns:p14="http://schemas.microsoft.com/office/powerpoint/2010/main">
        <mc:Choice Requires="p14">
          <p:contentPart r:id="rId630" p14:bwMode="auto">
            <p14:nvContentPartPr>
              <p14:cNvPr id="456" name="墨迹 455"/>
              <p14:cNvContentPartPr/>
              <p14:nvPr/>
            </p14:nvContentPartPr>
            <p14:xfrm>
              <a:off x="4731385" y="2655570"/>
              <a:ext cx="1159510" cy="528955"/>
            </p14:xfrm>
          </p:contentPart>
        </mc:Choice>
        <mc:Fallback xmlns="">
          <p:pic>
            <p:nvPicPr>
              <p:cNvPr id="456" name="墨迹 455"/>
            </p:nvPicPr>
            <p:blipFill>
              <a:blip r:embed="rId631"/>
            </p:blipFill>
            <p:spPr>
              <a:xfrm>
                <a:off x="4731385" y="2655570"/>
                <a:ext cx="1159510" cy="528955"/>
              </a:xfrm>
              <a:prstGeom prst="rect"/>
            </p:spPr>
          </p:pic>
        </mc:Fallback>
      </mc:AlternateContent>
      <mc:AlternateContent xmlns:mc="http://schemas.openxmlformats.org/markup-compatibility/2006" xmlns:p14="http://schemas.microsoft.com/office/powerpoint/2010/main">
        <mc:Choice Requires="p14">
          <p:contentPart r:id="rId632" p14:bwMode="auto">
            <p14:nvContentPartPr>
              <p14:cNvPr id="457" name="墨迹 456"/>
              <p14:cNvContentPartPr/>
              <p14:nvPr/>
            </p14:nvContentPartPr>
            <p14:xfrm>
              <a:off x="5909945" y="3072130"/>
              <a:ext cx="183515" cy="304800"/>
            </p14:xfrm>
          </p:contentPart>
        </mc:Choice>
        <mc:Fallback xmlns="">
          <p:pic>
            <p:nvPicPr>
              <p:cNvPr id="457" name="墨迹 456"/>
            </p:nvPicPr>
            <p:blipFill>
              <a:blip r:embed="rId633"/>
            </p:blipFill>
            <p:spPr>
              <a:xfrm>
                <a:off x="5909945" y="3072130"/>
                <a:ext cx="183515" cy="304800"/>
              </a:xfrm>
              <a:prstGeom prst="rect"/>
            </p:spPr>
          </p:pic>
        </mc:Fallback>
      </mc:AlternateContent>
      <mc:AlternateContent xmlns:mc="http://schemas.openxmlformats.org/markup-compatibility/2006" xmlns:p14="http://schemas.microsoft.com/office/powerpoint/2010/main">
        <mc:Choice Requires="p14">
          <p:contentPart r:id="rId634" p14:bwMode="auto">
            <p14:nvContentPartPr>
              <p14:cNvPr id="458" name="墨迹 457"/>
              <p14:cNvContentPartPr/>
              <p14:nvPr/>
            </p14:nvContentPartPr>
            <p14:xfrm>
              <a:off x="5940425" y="3041650"/>
              <a:ext cx="92075" cy="273685"/>
            </p14:xfrm>
          </p:contentPart>
        </mc:Choice>
        <mc:Fallback xmlns="">
          <p:pic>
            <p:nvPicPr>
              <p:cNvPr id="458" name="墨迹 457"/>
            </p:nvPicPr>
            <p:blipFill>
              <a:blip r:embed="rId635"/>
            </p:blipFill>
            <p:spPr>
              <a:xfrm>
                <a:off x="5940425" y="3041650"/>
                <a:ext cx="92075" cy="273685"/>
              </a:xfrm>
              <a:prstGeom prst="rect"/>
            </p:spPr>
          </p:pic>
        </mc:Fallback>
      </mc:AlternateContent>
      <mc:AlternateContent xmlns:mc="http://schemas.openxmlformats.org/markup-compatibility/2006" xmlns:p14="http://schemas.microsoft.com/office/powerpoint/2010/main">
        <mc:Choice Requires="p14">
          <p:contentPart r:id="rId636" p14:bwMode="auto">
            <p14:nvContentPartPr>
              <p14:cNvPr id="459" name="墨迹 458"/>
              <p14:cNvContentPartPr/>
              <p14:nvPr/>
            </p14:nvContentPartPr>
            <p14:xfrm>
              <a:off x="5992495" y="3375025"/>
              <a:ext cx="70485" cy="140970"/>
            </p14:xfrm>
          </p:contentPart>
        </mc:Choice>
        <mc:Fallback xmlns="">
          <p:pic>
            <p:nvPicPr>
              <p:cNvPr id="459" name="墨迹 458"/>
            </p:nvPicPr>
            <p:blipFill>
              <a:blip r:embed="rId637"/>
            </p:blipFill>
            <p:spPr>
              <a:xfrm>
                <a:off x="5992495" y="3375025"/>
                <a:ext cx="70485" cy="140970"/>
              </a:xfrm>
              <a:prstGeom prst="rect"/>
            </p:spPr>
          </p:pic>
        </mc:Fallback>
      </mc:AlternateContent>
      <mc:AlternateContent xmlns:mc="http://schemas.openxmlformats.org/markup-compatibility/2006" xmlns:p14="http://schemas.microsoft.com/office/powerpoint/2010/main">
        <mc:Choice Requires="p14">
          <p:contentPart r:id="rId638" p14:bwMode="auto">
            <p14:nvContentPartPr>
              <p14:cNvPr id="460" name="墨迹 459"/>
              <p14:cNvContentPartPr/>
              <p14:nvPr/>
            </p14:nvContentPartPr>
            <p14:xfrm>
              <a:off x="5981065" y="3143250"/>
              <a:ext cx="635" cy="635"/>
            </p14:xfrm>
          </p:contentPart>
        </mc:Choice>
        <mc:Fallback xmlns="">
          <p:pic>
            <p:nvPicPr>
              <p:cNvPr id="460" name="墨迹 459"/>
            </p:nvPicPr>
            <p:blipFill>
              <a:blip r:embed="rId402"/>
            </p:blipFill>
            <p:spPr>
              <a:xfrm>
                <a:off x="5981065" y="3143250"/>
                <a:ext cx="635" cy="635"/>
              </a:xfrm>
              <a:prstGeom prst="rect"/>
            </p:spPr>
          </p:pic>
        </mc:Fallback>
      </mc:AlternateContent>
      <mc:AlternateContent xmlns:mc="http://schemas.openxmlformats.org/markup-compatibility/2006" xmlns:p14="http://schemas.microsoft.com/office/powerpoint/2010/main">
        <mc:Choice Requires="p14">
          <p:contentPart r:id="rId639" p14:bwMode="auto">
            <p14:nvContentPartPr>
              <p14:cNvPr id="461" name="墨迹 460"/>
              <p14:cNvContentPartPr/>
              <p14:nvPr/>
            </p14:nvContentPartPr>
            <p14:xfrm>
              <a:off x="5981065" y="3143250"/>
              <a:ext cx="133350" cy="587375"/>
            </p14:xfrm>
          </p:contentPart>
        </mc:Choice>
        <mc:Fallback xmlns="">
          <p:pic>
            <p:nvPicPr>
              <p:cNvPr id="461" name="墨迹 460"/>
            </p:nvPicPr>
            <p:blipFill>
              <a:blip r:embed="rId640"/>
            </p:blipFill>
            <p:spPr>
              <a:xfrm>
                <a:off x="5981065" y="3143250"/>
                <a:ext cx="133350" cy="587375"/>
              </a:xfrm>
              <a:prstGeom prst="rect"/>
            </p:spPr>
          </p:pic>
        </mc:Fallback>
      </mc:AlternateContent>
      <mc:AlternateContent xmlns:mc="http://schemas.openxmlformats.org/markup-compatibility/2006" xmlns:p14="http://schemas.microsoft.com/office/powerpoint/2010/main">
        <mc:Choice Requires="p14">
          <p:contentPart r:id="rId641" p14:bwMode="auto">
            <p14:nvContentPartPr>
              <p14:cNvPr id="462" name="墨迹 461"/>
              <p14:cNvContentPartPr/>
              <p14:nvPr/>
            </p14:nvContentPartPr>
            <p14:xfrm>
              <a:off x="6062345" y="3702050"/>
              <a:ext cx="635" cy="187960"/>
            </p14:xfrm>
          </p:contentPart>
        </mc:Choice>
        <mc:Fallback xmlns="">
          <p:pic>
            <p:nvPicPr>
              <p:cNvPr id="462" name="墨迹 461"/>
            </p:nvPicPr>
            <p:blipFill>
              <a:blip r:embed="rId642"/>
            </p:blipFill>
            <p:spPr>
              <a:xfrm>
                <a:off x="6062345" y="3702050"/>
                <a:ext cx="635" cy="187960"/>
              </a:xfrm>
              <a:prstGeom prst="rect"/>
            </p:spPr>
          </p:pic>
        </mc:Fallback>
      </mc:AlternateContent>
      <mc:AlternateContent xmlns:mc="http://schemas.openxmlformats.org/markup-compatibility/2006" xmlns:p14="http://schemas.microsoft.com/office/powerpoint/2010/main">
        <mc:Choice Requires="p14">
          <p:contentPart r:id="rId643" p14:bwMode="auto">
            <p14:nvContentPartPr>
              <p14:cNvPr id="463" name="墨迹 462"/>
              <p14:cNvContentPartPr/>
              <p14:nvPr/>
            </p14:nvContentPartPr>
            <p14:xfrm>
              <a:off x="6673215" y="2756535"/>
              <a:ext cx="1486535" cy="854710"/>
            </p14:xfrm>
          </p:contentPart>
        </mc:Choice>
        <mc:Fallback xmlns="">
          <p:pic>
            <p:nvPicPr>
              <p:cNvPr id="463" name="墨迹 462"/>
            </p:nvPicPr>
            <p:blipFill>
              <a:blip r:embed="rId644"/>
            </p:blipFill>
            <p:spPr>
              <a:xfrm>
                <a:off x="6673215" y="2756535"/>
                <a:ext cx="1486535" cy="854710"/>
              </a:xfrm>
              <a:prstGeom prst="rect"/>
            </p:spPr>
          </p:pic>
        </mc:Fallback>
      </mc:AlternateContent>
      <mc:AlternateContent xmlns:mc="http://schemas.openxmlformats.org/markup-compatibility/2006" xmlns:p14="http://schemas.microsoft.com/office/powerpoint/2010/main">
        <mc:Choice Requires="p14">
          <p:contentPart r:id="rId645" p14:bwMode="auto">
            <p14:nvContentPartPr>
              <p14:cNvPr id="464" name="墨迹 463"/>
              <p14:cNvContentPartPr/>
              <p14:nvPr/>
            </p14:nvContentPartPr>
            <p14:xfrm>
              <a:off x="6712585" y="2990215"/>
              <a:ext cx="649605" cy="563245"/>
            </p14:xfrm>
          </p:contentPart>
        </mc:Choice>
        <mc:Fallback xmlns="">
          <p:pic>
            <p:nvPicPr>
              <p:cNvPr id="464" name="墨迹 463"/>
            </p:nvPicPr>
            <p:blipFill>
              <a:blip r:embed="rId646"/>
            </p:blipFill>
            <p:spPr>
              <a:xfrm>
                <a:off x="6712585" y="2990215"/>
                <a:ext cx="649605" cy="563245"/>
              </a:xfrm>
              <a:prstGeom prst="rect"/>
            </p:spPr>
          </p:pic>
        </mc:Fallback>
      </mc:AlternateContent>
      <mc:AlternateContent xmlns:mc="http://schemas.openxmlformats.org/markup-compatibility/2006" xmlns:p14="http://schemas.microsoft.com/office/powerpoint/2010/main">
        <mc:Choice Requires="p14">
          <p:contentPart r:id="rId647" p14:bwMode="auto">
            <p14:nvContentPartPr>
              <p14:cNvPr id="465" name="墨迹 464"/>
              <p14:cNvContentPartPr/>
              <p14:nvPr/>
            </p14:nvContentPartPr>
            <p14:xfrm>
              <a:off x="7433945" y="3173730"/>
              <a:ext cx="635" cy="635"/>
            </p14:xfrm>
          </p:contentPart>
        </mc:Choice>
        <mc:Fallback xmlns="">
          <p:pic>
            <p:nvPicPr>
              <p:cNvPr id="465" name="墨迹 464"/>
            </p:nvPicPr>
            <p:blipFill>
              <a:blip r:embed="rId402"/>
            </p:blipFill>
            <p:spPr>
              <a:xfrm>
                <a:off x="7433945" y="3173730"/>
                <a:ext cx="635" cy="635"/>
              </a:xfrm>
              <a:prstGeom prst="rect"/>
            </p:spPr>
          </p:pic>
        </mc:Fallback>
      </mc:AlternateContent>
      <mc:AlternateContent xmlns:mc="http://schemas.openxmlformats.org/markup-compatibility/2006" xmlns:p14="http://schemas.microsoft.com/office/powerpoint/2010/main">
        <mc:Choice Requires="p14">
          <p:contentPart r:id="rId648" p14:bwMode="auto">
            <p14:nvContentPartPr>
              <p14:cNvPr id="466" name="墨迹 465"/>
              <p14:cNvContentPartPr/>
              <p14:nvPr/>
            </p14:nvContentPartPr>
            <p14:xfrm>
              <a:off x="6671945" y="3630930"/>
              <a:ext cx="20955" cy="193675"/>
            </p14:xfrm>
          </p:contentPart>
        </mc:Choice>
        <mc:Fallback xmlns="">
          <p:pic>
            <p:nvPicPr>
              <p:cNvPr id="466" name="墨迹 465"/>
            </p:nvPicPr>
            <p:blipFill>
              <a:blip r:embed="rId649"/>
            </p:blipFill>
            <p:spPr>
              <a:xfrm>
                <a:off x="6671945" y="3630930"/>
                <a:ext cx="20955" cy="193675"/>
              </a:xfrm>
              <a:prstGeom prst="rect"/>
            </p:spPr>
          </p:pic>
        </mc:Fallback>
      </mc:AlternateContent>
      <mc:AlternateContent xmlns:mc="http://schemas.openxmlformats.org/markup-compatibility/2006" xmlns:p14="http://schemas.microsoft.com/office/powerpoint/2010/main">
        <mc:Choice Requires="p14">
          <p:contentPart r:id="rId650" p14:bwMode="auto">
            <p14:nvContentPartPr>
              <p14:cNvPr id="467" name="墨迹 466"/>
              <p14:cNvContentPartPr/>
              <p14:nvPr/>
            </p14:nvContentPartPr>
            <p14:xfrm>
              <a:off x="6002655" y="3600450"/>
              <a:ext cx="9525" cy="214630"/>
            </p14:xfrm>
          </p:contentPart>
        </mc:Choice>
        <mc:Fallback xmlns="">
          <p:pic>
            <p:nvPicPr>
              <p:cNvPr id="467" name="墨迹 466"/>
            </p:nvPicPr>
            <p:blipFill>
              <a:blip r:embed="rId651"/>
            </p:blipFill>
            <p:spPr>
              <a:xfrm>
                <a:off x="6002655" y="3600450"/>
                <a:ext cx="9525" cy="214630"/>
              </a:xfrm>
              <a:prstGeom prst="rect"/>
            </p:spPr>
          </p:pic>
        </mc:Fallback>
      </mc:AlternateContent>
      <mc:AlternateContent xmlns:mc="http://schemas.openxmlformats.org/markup-compatibility/2006" xmlns:p14="http://schemas.microsoft.com/office/powerpoint/2010/main">
        <mc:Choice Requires="p14">
          <p:contentPart r:id="rId652" p14:bwMode="auto">
            <p14:nvContentPartPr>
              <p14:cNvPr id="468" name="墨迹 467"/>
              <p14:cNvContentPartPr/>
              <p14:nvPr/>
            </p14:nvContentPartPr>
            <p14:xfrm>
              <a:off x="-1090295" y="1629410"/>
              <a:ext cx="635" cy="635"/>
            </p14:xfrm>
          </p:contentPart>
        </mc:Choice>
        <mc:Fallback xmlns="">
          <p:pic>
            <p:nvPicPr>
              <p:cNvPr id="468" name="墨迹 467"/>
            </p:nvPicPr>
            <p:blipFill>
              <a:blip r:embed="rId6"/>
            </p:blipFill>
            <p:spPr>
              <a:xfrm>
                <a:off x="-1090295" y="1629410"/>
                <a:ext cx="635" cy="635"/>
              </a:xfrm>
              <a:prstGeom prst="rect"/>
            </p:spPr>
          </p:pic>
        </mc:Fallback>
      </mc:AlternateContent>
      <mc:AlternateContent xmlns:mc="http://schemas.openxmlformats.org/markup-compatibility/2006" xmlns:p14="http://schemas.microsoft.com/office/powerpoint/2010/main">
        <mc:Choice Requires="p14">
          <p:contentPart r:id="rId653" p14:bwMode="auto">
            <p14:nvContentPartPr>
              <p14:cNvPr id="469" name="墨迹 468"/>
              <p14:cNvContentPartPr/>
              <p14:nvPr/>
            </p14:nvContentPartPr>
            <p14:xfrm>
              <a:off x="6021070" y="2787650"/>
              <a:ext cx="172720" cy="141605"/>
            </p14:xfrm>
          </p:contentPart>
        </mc:Choice>
        <mc:Fallback xmlns="">
          <p:pic>
            <p:nvPicPr>
              <p:cNvPr id="469" name="墨迹 468"/>
            </p:nvPicPr>
            <p:blipFill>
              <a:blip r:embed="rId654"/>
            </p:blipFill>
            <p:spPr>
              <a:xfrm>
                <a:off x="6021070" y="2787650"/>
                <a:ext cx="172720" cy="141605"/>
              </a:xfrm>
              <a:prstGeom prst="rect"/>
            </p:spPr>
          </p:pic>
        </mc:Fallback>
      </mc:AlternateContent>
      <mc:AlternateContent xmlns:mc="http://schemas.openxmlformats.org/markup-compatibility/2006" xmlns:p14="http://schemas.microsoft.com/office/powerpoint/2010/main">
        <mc:Choice Requires="p14">
          <p:contentPart r:id="rId655" p14:bwMode="auto">
            <p14:nvContentPartPr>
              <p14:cNvPr id="470" name="墨迹 469"/>
              <p14:cNvContentPartPr/>
              <p14:nvPr/>
            </p14:nvContentPartPr>
            <p14:xfrm>
              <a:off x="6133465" y="2698750"/>
              <a:ext cx="123190" cy="219710"/>
            </p14:xfrm>
          </p:contentPart>
        </mc:Choice>
        <mc:Fallback xmlns="">
          <p:pic>
            <p:nvPicPr>
              <p:cNvPr id="470" name="墨迹 469"/>
            </p:nvPicPr>
            <p:blipFill>
              <a:blip r:embed="rId656"/>
            </p:blipFill>
            <p:spPr>
              <a:xfrm>
                <a:off x="6133465" y="2698750"/>
                <a:ext cx="123190" cy="219710"/>
              </a:xfrm>
              <a:prstGeom prst="rect"/>
            </p:spPr>
          </p:pic>
        </mc:Fallback>
      </mc:AlternateContent>
      <mc:AlternateContent xmlns:mc="http://schemas.openxmlformats.org/markup-compatibility/2006" xmlns:p14="http://schemas.microsoft.com/office/powerpoint/2010/main">
        <mc:Choice Requires="p14">
          <p:contentPart r:id="rId657" p14:bwMode="auto">
            <p14:nvContentPartPr>
              <p14:cNvPr id="471" name="墨迹 470"/>
              <p14:cNvContentPartPr/>
              <p14:nvPr/>
            </p14:nvContentPartPr>
            <p14:xfrm>
              <a:off x="6153150" y="2809875"/>
              <a:ext cx="83185" cy="779780"/>
            </p14:xfrm>
          </p:contentPart>
        </mc:Choice>
        <mc:Fallback xmlns="">
          <p:pic>
            <p:nvPicPr>
              <p:cNvPr id="471" name="墨迹 470"/>
            </p:nvPicPr>
            <p:blipFill>
              <a:blip r:embed="rId658"/>
            </p:blipFill>
            <p:spPr>
              <a:xfrm>
                <a:off x="6153150" y="2809875"/>
                <a:ext cx="83185" cy="779780"/>
              </a:xfrm>
              <a:prstGeom prst="rect"/>
            </p:spPr>
          </p:pic>
        </mc:Fallback>
      </mc:AlternateContent>
      <mc:AlternateContent xmlns:mc="http://schemas.openxmlformats.org/markup-compatibility/2006" xmlns:p14="http://schemas.microsoft.com/office/powerpoint/2010/main">
        <mc:Choice Requires="p14">
          <p:contentPart r:id="rId659" p14:bwMode="auto">
            <p14:nvContentPartPr>
              <p14:cNvPr id="478" name="墨迹 477"/>
              <p14:cNvContentPartPr/>
              <p14:nvPr/>
            </p14:nvContentPartPr>
            <p14:xfrm>
              <a:off x="5107305" y="5885815"/>
              <a:ext cx="280670" cy="21590"/>
            </p14:xfrm>
          </p:contentPart>
        </mc:Choice>
        <mc:Fallback xmlns="">
          <p:pic>
            <p:nvPicPr>
              <p:cNvPr id="478" name="墨迹 477"/>
            </p:nvPicPr>
            <p:blipFill>
              <a:blip r:embed="rId660"/>
            </p:blipFill>
            <p:spPr>
              <a:xfrm>
                <a:off x="5107305" y="5885815"/>
                <a:ext cx="280670" cy="21590"/>
              </a:xfrm>
              <a:prstGeom prst="rect"/>
            </p:spPr>
          </p:pic>
        </mc:Fallback>
      </mc:AlternateContent>
      <mc:AlternateContent xmlns:mc="http://schemas.openxmlformats.org/markup-compatibility/2006" xmlns:p14="http://schemas.microsoft.com/office/powerpoint/2010/main">
        <mc:Choice Requires="p14">
          <p:contentPart r:id="rId661" p14:bwMode="auto">
            <p14:nvContentPartPr>
              <p14:cNvPr id="479" name="墨迹 478"/>
              <p14:cNvContentPartPr/>
              <p14:nvPr/>
            </p14:nvContentPartPr>
            <p14:xfrm>
              <a:off x="5992495" y="2654935"/>
              <a:ext cx="264160" cy="1210945"/>
            </p14:xfrm>
          </p:contentPart>
        </mc:Choice>
        <mc:Fallback xmlns="">
          <p:pic>
            <p:nvPicPr>
              <p:cNvPr id="479" name="墨迹 478"/>
            </p:nvPicPr>
            <p:blipFill>
              <a:blip r:embed="rId662"/>
            </p:blipFill>
            <p:spPr>
              <a:xfrm>
                <a:off x="5992495" y="2654935"/>
                <a:ext cx="264160" cy="1210945"/>
              </a:xfrm>
              <a:prstGeom prst="rect"/>
            </p:spPr>
          </p:pic>
        </mc:Fallback>
      </mc:AlternateContent>
      <mc:AlternateContent xmlns:mc="http://schemas.openxmlformats.org/markup-compatibility/2006" xmlns:p14="http://schemas.microsoft.com/office/powerpoint/2010/main">
        <mc:Choice Requires="p14">
          <p:contentPart r:id="rId663" p14:bwMode="auto">
            <p14:nvContentPartPr>
              <p14:cNvPr id="480" name="墨迹 479"/>
              <p14:cNvContentPartPr/>
              <p14:nvPr/>
            </p14:nvContentPartPr>
            <p14:xfrm>
              <a:off x="6036310" y="2645410"/>
              <a:ext cx="230505" cy="1134110"/>
            </p14:xfrm>
          </p:contentPart>
        </mc:Choice>
        <mc:Fallback xmlns="">
          <p:pic>
            <p:nvPicPr>
              <p:cNvPr id="480" name="墨迹 479"/>
            </p:nvPicPr>
            <p:blipFill>
              <a:blip r:embed="rId664"/>
            </p:blipFill>
            <p:spPr>
              <a:xfrm>
                <a:off x="6036310" y="2645410"/>
                <a:ext cx="230505" cy="1134110"/>
              </a:xfrm>
              <a:prstGeom prst="rect"/>
            </p:spPr>
          </p:pic>
        </mc:Fallback>
      </mc:AlternateContent>
      <mc:AlternateContent xmlns:mc="http://schemas.openxmlformats.org/markup-compatibility/2006" xmlns:p14="http://schemas.microsoft.com/office/powerpoint/2010/main">
        <mc:Choice Requires="p14">
          <p:contentPart r:id="rId665" p14:bwMode="auto">
            <p14:nvContentPartPr>
              <p14:cNvPr id="481" name="墨迹 480"/>
              <p14:cNvContentPartPr/>
              <p14:nvPr/>
            </p14:nvContentPartPr>
            <p14:xfrm>
              <a:off x="6163945" y="3742690"/>
              <a:ext cx="635" cy="635"/>
            </p14:xfrm>
          </p:contentPart>
        </mc:Choice>
        <mc:Fallback xmlns="">
          <p:pic>
            <p:nvPicPr>
              <p:cNvPr id="481" name="墨迹 480"/>
            </p:nvPicPr>
            <p:blipFill>
              <a:blip r:embed="rId666"/>
            </p:blipFill>
            <p:spPr>
              <a:xfrm>
                <a:off x="6163945" y="3742690"/>
                <a:ext cx="635" cy="635"/>
              </a:xfrm>
              <a:prstGeom prst="rect"/>
            </p:spPr>
          </p:pic>
        </mc:Fallback>
      </mc:AlternateContent>
      <mc:AlternateContent xmlns:mc="http://schemas.openxmlformats.org/markup-compatibility/2006" xmlns:p14="http://schemas.microsoft.com/office/powerpoint/2010/main">
        <mc:Choice Requires="p14">
          <p:contentPart r:id="rId667" p14:bwMode="auto">
            <p14:nvContentPartPr>
              <p14:cNvPr id="482" name="墨迹 481"/>
              <p14:cNvContentPartPr/>
              <p14:nvPr/>
            </p14:nvContentPartPr>
            <p14:xfrm>
              <a:off x="6184265" y="3671570"/>
              <a:ext cx="51435" cy="354965"/>
            </p14:xfrm>
          </p:contentPart>
        </mc:Choice>
        <mc:Fallback xmlns="">
          <p:pic>
            <p:nvPicPr>
              <p:cNvPr id="482" name="墨迹 481"/>
            </p:nvPicPr>
            <p:blipFill>
              <a:blip r:embed="rId668"/>
            </p:blipFill>
            <p:spPr>
              <a:xfrm>
                <a:off x="6184265" y="3671570"/>
                <a:ext cx="51435" cy="354965"/>
              </a:xfrm>
              <a:prstGeom prst="rect"/>
            </p:spPr>
          </p:pic>
        </mc:Fallback>
      </mc:AlternateContent>
      <mc:AlternateContent xmlns:mc="http://schemas.openxmlformats.org/markup-compatibility/2006" xmlns:p14="http://schemas.microsoft.com/office/powerpoint/2010/main">
        <mc:Choice Requires="p14">
          <p:contentPart r:id="rId669" p14:bwMode="auto">
            <p14:nvContentPartPr>
              <p14:cNvPr id="484" name="墨迹 483"/>
              <p14:cNvContentPartPr/>
              <p14:nvPr/>
            </p14:nvContentPartPr>
            <p14:xfrm>
              <a:off x="6529070" y="2689860"/>
              <a:ext cx="266065" cy="1050290"/>
            </p14:xfrm>
          </p:contentPart>
        </mc:Choice>
        <mc:Fallback xmlns="">
          <p:pic>
            <p:nvPicPr>
              <p:cNvPr id="484" name="墨迹 483"/>
            </p:nvPicPr>
            <p:blipFill>
              <a:blip r:embed="rId670"/>
            </p:blipFill>
            <p:spPr>
              <a:xfrm>
                <a:off x="6529070" y="2689860"/>
                <a:ext cx="266065" cy="1050290"/>
              </a:xfrm>
              <a:prstGeom prst="rect"/>
            </p:spPr>
          </p:pic>
        </mc:Fallback>
      </mc:AlternateContent>
      <mc:AlternateContent xmlns:mc="http://schemas.openxmlformats.org/markup-compatibility/2006" xmlns:p14="http://schemas.microsoft.com/office/powerpoint/2010/main">
        <mc:Choice Requires="p14">
          <p:contentPart r:id="rId671" p14:bwMode="auto">
            <p14:nvContentPartPr>
              <p14:cNvPr id="485" name="墨迹 484"/>
              <p14:cNvContentPartPr/>
              <p14:nvPr/>
            </p14:nvContentPartPr>
            <p14:xfrm>
              <a:off x="6092825" y="2707640"/>
              <a:ext cx="153035" cy="836295"/>
            </p14:xfrm>
          </p:contentPart>
        </mc:Choice>
        <mc:Fallback xmlns="">
          <p:pic>
            <p:nvPicPr>
              <p:cNvPr id="485" name="墨迹 484"/>
            </p:nvPicPr>
            <p:blipFill>
              <a:blip r:embed="rId672"/>
            </p:blipFill>
            <p:spPr>
              <a:xfrm>
                <a:off x="6092825" y="2707640"/>
                <a:ext cx="153035" cy="836295"/>
              </a:xfrm>
              <a:prstGeom prst="rect"/>
            </p:spPr>
          </p:pic>
        </mc:Fallback>
      </mc:AlternateContent>
      <mc:AlternateContent xmlns:mc="http://schemas.openxmlformats.org/markup-compatibility/2006" xmlns:p14="http://schemas.microsoft.com/office/powerpoint/2010/main">
        <mc:Choice Requires="p14">
          <p:contentPart r:id="rId673" p14:bwMode="auto">
            <p14:nvContentPartPr>
              <p14:cNvPr id="486" name="墨迹 485"/>
              <p14:cNvContentPartPr/>
              <p14:nvPr/>
            </p14:nvContentPartPr>
            <p14:xfrm>
              <a:off x="6549390" y="3071495"/>
              <a:ext cx="214630" cy="1014730"/>
            </p14:xfrm>
          </p:contentPart>
        </mc:Choice>
        <mc:Fallback xmlns="">
          <p:pic>
            <p:nvPicPr>
              <p:cNvPr id="486" name="墨迹 485"/>
            </p:nvPicPr>
            <p:blipFill>
              <a:blip r:embed="rId674"/>
            </p:blipFill>
            <p:spPr>
              <a:xfrm>
                <a:off x="6549390" y="3071495"/>
                <a:ext cx="214630" cy="1014730"/>
              </a:xfrm>
              <a:prstGeom prst="rect"/>
            </p:spPr>
          </p:pic>
        </mc:Fallback>
      </mc:AlternateContent>
      <mc:AlternateContent xmlns:mc="http://schemas.openxmlformats.org/markup-compatibility/2006" xmlns:p14="http://schemas.microsoft.com/office/powerpoint/2010/main">
        <mc:Choice Requires="p14">
          <p:contentPart r:id="rId675" p14:bwMode="auto">
            <p14:nvContentPartPr>
              <p14:cNvPr id="488" name="墨迹 487"/>
              <p14:cNvContentPartPr/>
              <p14:nvPr/>
            </p14:nvContentPartPr>
            <p14:xfrm>
              <a:off x="5869305" y="1344295"/>
              <a:ext cx="946150" cy="1068070"/>
            </p14:xfrm>
          </p:contentPart>
        </mc:Choice>
        <mc:Fallback xmlns="">
          <p:pic>
            <p:nvPicPr>
              <p:cNvPr id="488" name="墨迹 487"/>
            </p:nvPicPr>
            <p:blipFill>
              <a:blip r:embed="rId676"/>
            </p:blipFill>
            <p:spPr>
              <a:xfrm>
                <a:off x="5869305" y="1344295"/>
                <a:ext cx="946150" cy="1068070"/>
              </a:xfrm>
              <a:prstGeom prst="rect"/>
            </p:spPr>
          </p:pic>
        </mc:Fallback>
      </mc:AlternateContent>
      <mc:AlternateContent xmlns:mc="http://schemas.openxmlformats.org/markup-compatibility/2006" xmlns:p14="http://schemas.microsoft.com/office/powerpoint/2010/main">
        <mc:Choice Requires="p14">
          <p:contentPart r:id="rId677" p14:bwMode="auto">
            <p14:nvContentPartPr>
              <p14:cNvPr id="490" name="墨迹 489"/>
              <p14:cNvContentPartPr/>
              <p14:nvPr/>
            </p14:nvContentPartPr>
            <p14:xfrm>
              <a:off x="6183630" y="1619250"/>
              <a:ext cx="123190" cy="514985"/>
            </p14:xfrm>
          </p:contentPart>
        </mc:Choice>
        <mc:Fallback xmlns="">
          <p:pic>
            <p:nvPicPr>
              <p:cNvPr id="490" name="墨迹 489"/>
            </p:nvPicPr>
            <p:blipFill>
              <a:blip r:embed="rId678"/>
            </p:blipFill>
            <p:spPr>
              <a:xfrm>
                <a:off x="6183630" y="1619250"/>
                <a:ext cx="123190" cy="514985"/>
              </a:xfrm>
              <a:prstGeom prst="rect"/>
            </p:spPr>
          </p:pic>
        </mc:Fallback>
      </mc:AlternateContent>
      <mc:AlternateContent xmlns:mc="http://schemas.openxmlformats.org/markup-compatibility/2006" xmlns:p14="http://schemas.microsoft.com/office/powerpoint/2010/main">
        <mc:Choice Requires="p14">
          <p:contentPart r:id="rId679" p14:bwMode="auto">
            <p14:nvContentPartPr>
              <p14:cNvPr id="491" name="墨迹 490"/>
              <p14:cNvContentPartPr/>
              <p14:nvPr/>
            </p14:nvContentPartPr>
            <p14:xfrm>
              <a:off x="6194425" y="1739900"/>
              <a:ext cx="41910" cy="354965"/>
            </p14:xfrm>
          </p:contentPart>
        </mc:Choice>
        <mc:Fallback xmlns="">
          <p:pic>
            <p:nvPicPr>
              <p:cNvPr id="491" name="墨迹 490"/>
            </p:nvPicPr>
            <p:blipFill>
              <a:blip r:embed="rId680"/>
            </p:blipFill>
            <p:spPr>
              <a:xfrm>
                <a:off x="6194425" y="1739900"/>
                <a:ext cx="41910" cy="354965"/>
              </a:xfrm>
              <a:prstGeom prst="rect"/>
            </p:spPr>
          </p:pic>
        </mc:Fallback>
      </mc:AlternateContent>
      <mc:AlternateContent xmlns:mc="http://schemas.openxmlformats.org/markup-compatibility/2006" xmlns:p14="http://schemas.microsoft.com/office/powerpoint/2010/main">
        <mc:Choice Requires="p14">
          <p:contentPart r:id="rId681" p14:bwMode="auto">
            <p14:nvContentPartPr>
              <p14:cNvPr id="492" name="墨迹 491"/>
              <p14:cNvContentPartPr/>
              <p14:nvPr/>
            </p14:nvContentPartPr>
            <p14:xfrm>
              <a:off x="6167120" y="1435735"/>
              <a:ext cx="330200" cy="435610"/>
            </p14:xfrm>
          </p:contentPart>
        </mc:Choice>
        <mc:Fallback xmlns="">
          <p:pic>
            <p:nvPicPr>
              <p:cNvPr id="492" name="墨迹 491"/>
            </p:nvPicPr>
            <p:blipFill>
              <a:blip r:embed="rId682"/>
            </p:blipFill>
            <p:spPr>
              <a:xfrm>
                <a:off x="6167120" y="1435735"/>
                <a:ext cx="330200" cy="435610"/>
              </a:xfrm>
              <a:prstGeom prst="rect"/>
            </p:spPr>
          </p:pic>
        </mc:Fallback>
      </mc:AlternateContent>
      <mc:AlternateContent xmlns:mc="http://schemas.openxmlformats.org/markup-compatibility/2006" xmlns:p14="http://schemas.microsoft.com/office/powerpoint/2010/main">
        <mc:Choice Requires="p14">
          <p:contentPart r:id="rId683" p14:bwMode="auto">
            <p14:nvContentPartPr>
              <p14:cNvPr id="493" name="墨迹 492"/>
              <p14:cNvContentPartPr/>
              <p14:nvPr/>
            </p14:nvContentPartPr>
            <p14:xfrm>
              <a:off x="6184265" y="1924050"/>
              <a:ext cx="19050" cy="231775"/>
            </p14:xfrm>
          </p:contentPart>
        </mc:Choice>
        <mc:Fallback xmlns="">
          <p:pic>
            <p:nvPicPr>
              <p:cNvPr id="493" name="墨迹 492"/>
            </p:nvPicPr>
            <p:blipFill>
              <a:blip r:embed="rId684"/>
            </p:blipFill>
            <p:spPr>
              <a:xfrm>
                <a:off x="6184265" y="1924050"/>
                <a:ext cx="19050" cy="231775"/>
              </a:xfrm>
              <a:prstGeom prst="rect"/>
            </p:spPr>
          </p:pic>
        </mc:Fallback>
      </mc:AlternateContent>
      <mc:AlternateContent xmlns:mc="http://schemas.openxmlformats.org/markup-compatibility/2006" xmlns:p14="http://schemas.microsoft.com/office/powerpoint/2010/main">
        <mc:Choice Requires="p14">
          <p:contentPart r:id="rId685" p14:bwMode="auto">
            <p14:nvContentPartPr>
              <p14:cNvPr id="494" name="墨迹 493"/>
              <p14:cNvContentPartPr/>
              <p14:nvPr/>
            </p14:nvContentPartPr>
            <p14:xfrm>
              <a:off x="6163945" y="1774825"/>
              <a:ext cx="41275" cy="329565"/>
            </p14:xfrm>
          </p:contentPart>
        </mc:Choice>
        <mc:Fallback xmlns="">
          <p:pic>
            <p:nvPicPr>
              <p:cNvPr id="494" name="墨迹 493"/>
            </p:nvPicPr>
            <p:blipFill>
              <a:blip r:embed="rId686"/>
            </p:blipFill>
            <p:spPr>
              <a:xfrm>
                <a:off x="6163945" y="1774825"/>
                <a:ext cx="41275" cy="329565"/>
              </a:xfrm>
              <a:prstGeom prst="rect"/>
            </p:spPr>
          </p:pic>
        </mc:Fallback>
      </mc:AlternateContent>
      <mc:AlternateContent xmlns:mc="http://schemas.openxmlformats.org/markup-compatibility/2006" xmlns:p14="http://schemas.microsoft.com/office/powerpoint/2010/main">
        <mc:Choice Requires="p14">
          <p:contentPart r:id="rId687" p14:bwMode="auto">
            <p14:nvContentPartPr>
              <p14:cNvPr id="495" name="墨迹 494"/>
              <p14:cNvContentPartPr/>
              <p14:nvPr/>
            </p14:nvContentPartPr>
            <p14:xfrm>
              <a:off x="6153150" y="1812290"/>
              <a:ext cx="11430" cy="264795"/>
            </p14:xfrm>
          </p:contentPart>
        </mc:Choice>
        <mc:Fallback xmlns="">
          <p:pic>
            <p:nvPicPr>
              <p:cNvPr id="495" name="墨迹 494"/>
            </p:nvPicPr>
            <p:blipFill>
              <a:blip r:embed="rId688"/>
            </p:blipFill>
            <p:spPr>
              <a:xfrm>
                <a:off x="6153150" y="1812290"/>
                <a:ext cx="11430" cy="264795"/>
              </a:xfrm>
              <a:prstGeom prst="rect"/>
            </p:spPr>
          </p:pic>
        </mc:Fallback>
      </mc:AlternateContent>
      <mc:AlternateContent xmlns:mc="http://schemas.openxmlformats.org/markup-compatibility/2006" xmlns:p14="http://schemas.microsoft.com/office/powerpoint/2010/main">
        <mc:Choice Requires="p14">
          <p:contentPart r:id="rId689" p14:bwMode="auto">
            <p14:nvContentPartPr>
              <p14:cNvPr id="496" name="墨迹 495"/>
              <p14:cNvContentPartPr/>
              <p14:nvPr/>
            </p14:nvContentPartPr>
            <p14:xfrm>
              <a:off x="6174105" y="1832610"/>
              <a:ext cx="51435" cy="396875"/>
            </p14:xfrm>
          </p:contentPart>
        </mc:Choice>
        <mc:Fallback xmlns="">
          <p:pic>
            <p:nvPicPr>
              <p:cNvPr id="496" name="墨迹 495"/>
            </p:nvPicPr>
            <p:blipFill>
              <a:blip r:embed="rId690"/>
            </p:blipFill>
            <p:spPr>
              <a:xfrm>
                <a:off x="6174105" y="1832610"/>
                <a:ext cx="51435" cy="396875"/>
              </a:xfrm>
              <a:prstGeom prst="rect"/>
            </p:spPr>
          </p:pic>
        </mc:Fallback>
      </mc:AlternateContent>
      <mc:AlternateContent xmlns:mc="http://schemas.openxmlformats.org/markup-compatibility/2006" xmlns:p14="http://schemas.microsoft.com/office/powerpoint/2010/main">
        <mc:Choice Requires="p14">
          <p:contentPart r:id="rId691" p14:bwMode="auto">
            <p14:nvContentPartPr>
              <p14:cNvPr id="497" name="墨迹 496"/>
              <p14:cNvContentPartPr/>
              <p14:nvPr/>
            </p14:nvContentPartPr>
            <p14:xfrm>
              <a:off x="6214745" y="2208530"/>
              <a:ext cx="635" cy="69850"/>
            </p14:xfrm>
          </p:contentPart>
        </mc:Choice>
        <mc:Fallback xmlns="">
          <p:pic>
            <p:nvPicPr>
              <p:cNvPr id="497" name="墨迹 496"/>
            </p:nvPicPr>
            <p:blipFill>
              <a:blip r:embed="rId692"/>
            </p:blipFill>
            <p:spPr>
              <a:xfrm>
                <a:off x="6214745" y="2208530"/>
                <a:ext cx="635" cy="69850"/>
              </a:xfrm>
              <a:prstGeom prst="rect"/>
            </p:spPr>
          </p:pic>
        </mc:Fallback>
      </mc:AlternateContent>
      <mc:AlternateContent xmlns:mc="http://schemas.openxmlformats.org/markup-compatibility/2006" xmlns:p14="http://schemas.microsoft.com/office/powerpoint/2010/main">
        <mc:Choice Requires="p14">
          <p:contentPart r:id="rId693" p14:bwMode="auto">
            <p14:nvContentPartPr>
              <p14:cNvPr id="498" name="墨迹 497"/>
              <p14:cNvContentPartPr/>
              <p14:nvPr/>
            </p14:nvContentPartPr>
            <p14:xfrm>
              <a:off x="6153150" y="1364615"/>
              <a:ext cx="499110" cy="882015"/>
            </p14:xfrm>
          </p:contentPart>
        </mc:Choice>
        <mc:Fallback xmlns="">
          <p:pic>
            <p:nvPicPr>
              <p:cNvPr id="498" name="墨迹 497"/>
            </p:nvPicPr>
            <p:blipFill>
              <a:blip r:embed="rId694"/>
            </p:blipFill>
            <p:spPr>
              <a:xfrm>
                <a:off x="6153150" y="1364615"/>
                <a:ext cx="499110" cy="882015"/>
              </a:xfrm>
              <a:prstGeom prst="rect"/>
            </p:spPr>
          </p:pic>
        </mc:Fallback>
      </mc:AlternateContent>
      <mc:AlternateContent xmlns:mc="http://schemas.openxmlformats.org/markup-compatibility/2006" xmlns:p14="http://schemas.microsoft.com/office/powerpoint/2010/main">
        <mc:Choice Requires="p14">
          <p:contentPart r:id="rId695" p14:bwMode="auto">
            <p14:nvContentPartPr>
              <p14:cNvPr id="499" name="墨迹 498"/>
              <p14:cNvContentPartPr/>
              <p14:nvPr/>
            </p14:nvContentPartPr>
            <p14:xfrm>
              <a:off x="6326505" y="1680210"/>
              <a:ext cx="31115" cy="81915"/>
            </p14:xfrm>
          </p:contentPart>
        </mc:Choice>
        <mc:Fallback xmlns="">
          <p:pic>
            <p:nvPicPr>
              <p:cNvPr id="499" name="墨迹 498"/>
            </p:nvPicPr>
            <p:blipFill>
              <a:blip r:embed="rId696"/>
            </p:blipFill>
            <p:spPr>
              <a:xfrm>
                <a:off x="6326505" y="1680210"/>
                <a:ext cx="31115" cy="81915"/>
              </a:xfrm>
              <a:prstGeom prst="rect"/>
            </p:spPr>
          </p:pic>
        </mc:Fallback>
      </mc:AlternateContent>
      <mc:AlternateContent xmlns:mc="http://schemas.openxmlformats.org/markup-compatibility/2006" xmlns:p14="http://schemas.microsoft.com/office/powerpoint/2010/main">
        <mc:Choice Requires="p14">
          <p:contentPart r:id="rId697" p14:bwMode="auto">
            <p14:nvContentPartPr>
              <p14:cNvPr id="500" name="墨迹 499"/>
              <p14:cNvContentPartPr/>
              <p14:nvPr/>
            </p14:nvContentPartPr>
            <p14:xfrm>
              <a:off x="6224270" y="1670050"/>
              <a:ext cx="113030" cy="262890"/>
            </p14:xfrm>
          </p:contentPart>
        </mc:Choice>
        <mc:Fallback xmlns="">
          <p:pic>
            <p:nvPicPr>
              <p:cNvPr id="500" name="墨迹 499"/>
            </p:nvPicPr>
            <p:blipFill>
              <a:blip r:embed="rId698"/>
            </p:blipFill>
            <p:spPr>
              <a:xfrm>
                <a:off x="6224270" y="1670050"/>
                <a:ext cx="113030" cy="262890"/>
              </a:xfrm>
              <a:prstGeom prst="rect"/>
            </p:spPr>
          </p:pic>
        </mc:Fallback>
      </mc:AlternateContent>
      <mc:AlternateContent xmlns:mc="http://schemas.openxmlformats.org/markup-compatibility/2006" xmlns:p14="http://schemas.microsoft.com/office/powerpoint/2010/main">
        <mc:Choice Requires="p14">
          <p:contentPart r:id="rId699" p14:bwMode="auto">
            <p14:nvContentPartPr>
              <p14:cNvPr id="501" name="墨迹 500"/>
              <p14:cNvContentPartPr/>
              <p14:nvPr/>
            </p14:nvContentPartPr>
            <p14:xfrm>
              <a:off x="6123305" y="1863090"/>
              <a:ext cx="635" cy="90170"/>
            </p14:xfrm>
          </p:contentPart>
        </mc:Choice>
        <mc:Fallback xmlns="">
          <p:pic>
            <p:nvPicPr>
              <p:cNvPr id="501" name="墨迹 500"/>
            </p:nvPicPr>
            <p:blipFill>
              <a:blip r:embed="rId700"/>
            </p:blipFill>
            <p:spPr>
              <a:xfrm>
                <a:off x="6123305" y="1863090"/>
                <a:ext cx="635" cy="90170"/>
              </a:xfrm>
              <a:prstGeom prst="rect"/>
            </p:spPr>
          </p:pic>
        </mc:Fallback>
      </mc:AlternateContent>
      <mc:AlternateContent xmlns:mc="http://schemas.openxmlformats.org/markup-compatibility/2006" xmlns:p14="http://schemas.microsoft.com/office/powerpoint/2010/main">
        <mc:Choice Requires="p14">
          <p:contentPart r:id="rId701" p14:bwMode="auto">
            <p14:nvContentPartPr>
              <p14:cNvPr id="502" name="墨迹 501"/>
              <p14:cNvContentPartPr/>
              <p14:nvPr/>
            </p14:nvContentPartPr>
            <p14:xfrm>
              <a:off x="6641465" y="1527810"/>
              <a:ext cx="635" cy="635"/>
            </p14:xfrm>
          </p:contentPart>
        </mc:Choice>
        <mc:Fallback xmlns="">
          <p:pic>
            <p:nvPicPr>
              <p:cNvPr id="502" name="墨迹 501"/>
            </p:nvPicPr>
            <p:blipFill>
              <a:blip r:embed="rId666"/>
            </p:blipFill>
            <p:spPr>
              <a:xfrm>
                <a:off x="6641465" y="1527810"/>
                <a:ext cx="635" cy="635"/>
              </a:xfrm>
              <a:prstGeom prst="rect"/>
            </p:spPr>
          </p:pic>
        </mc:Fallback>
      </mc:AlternateContent>
      <mc:AlternateContent xmlns:mc="http://schemas.openxmlformats.org/markup-compatibility/2006" xmlns:p14="http://schemas.microsoft.com/office/powerpoint/2010/main">
        <mc:Choice Requires="p14">
          <p:contentPart r:id="rId702" p14:bwMode="auto">
            <p14:nvContentPartPr>
              <p14:cNvPr id="503" name="墨迹 502"/>
              <p14:cNvContentPartPr/>
              <p14:nvPr/>
            </p14:nvContentPartPr>
            <p14:xfrm>
              <a:off x="6356985" y="1409065"/>
              <a:ext cx="407035" cy="556260"/>
            </p14:xfrm>
          </p:contentPart>
        </mc:Choice>
        <mc:Fallback xmlns="">
          <p:pic>
            <p:nvPicPr>
              <p:cNvPr id="503" name="墨迹 502"/>
            </p:nvPicPr>
            <p:blipFill>
              <a:blip r:embed="rId703"/>
            </p:blipFill>
            <p:spPr>
              <a:xfrm>
                <a:off x="6356985" y="1409065"/>
                <a:ext cx="407035" cy="556260"/>
              </a:xfrm>
              <a:prstGeom prst="rect"/>
            </p:spPr>
          </p:pic>
        </mc:Fallback>
      </mc:AlternateContent>
      <mc:AlternateContent xmlns:mc="http://schemas.openxmlformats.org/markup-compatibility/2006" xmlns:p14="http://schemas.microsoft.com/office/powerpoint/2010/main">
        <mc:Choice Requires="p14">
          <p:contentPart r:id="rId704" p14:bwMode="auto">
            <p14:nvContentPartPr>
              <p14:cNvPr id="504" name="墨迹 503"/>
              <p14:cNvContentPartPr/>
              <p14:nvPr/>
            </p14:nvContentPartPr>
            <p14:xfrm>
              <a:off x="6397625" y="1558290"/>
              <a:ext cx="203835" cy="265430"/>
            </p14:xfrm>
          </p:contentPart>
        </mc:Choice>
        <mc:Fallback xmlns="">
          <p:pic>
            <p:nvPicPr>
              <p:cNvPr id="504" name="墨迹 503"/>
            </p:nvPicPr>
            <p:blipFill>
              <a:blip r:embed="rId705"/>
            </p:blipFill>
            <p:spPr>
              <a:xfrm>
                <a:off x="6397625" y="1558290"/>
                <a:ext cx="203835" cy="265430"/>
              </a:xfrm>
              <a:prstGeom prst="rect"/>
            </p:spPr>
          </p:pic>
        </mc:Fallback>
      </mc:AlternateContent>
      <mc:AlternateContent xmlns:mc="http://schemas.openxmlformats.org/markup-compatibility/2006" xmlns:p14="http://schemas.microsoft.com/office/powerpoint/2010/main">
        <mc:Choice Requires="p14">
          <p:contentPart r:id="rId706" p14:bwMode="auto">
            <p14:nvContentPartPr>
              <p14:cNvPr id="505" name="墨迹 504"/>
              <p14:cNvContentPartPr/>
              <p14:nvPr/>
            </p14:nvContentPartPr>
            <p14:xfrm>
              <a:off x="6336030" y="1781810"/>
              <a:ext cx="72390" cy="294640"/>
            </p14:xfrm>
          </p:contentPart>
        </mc:Choice>
        <mc:Fallback xmlns="">
          <p:pic>
            <p:nvPicPr>
              <p:cNvPr id="505" name="墨迹 504"/>
            </p:nvPicPr>
            <p:blipFill>
              <a:blip r:embed="rId707"/>
            </p:blipFill>
            <p:spPr>
              <a:xfrm>
                <a:off x="6336030" y="1781810"/>
                <a:ext cx="72390" cy="294640"/>
              </a:xfrm>
              <a:prstGeom prst="rect"/>
            </p:spPr>
          </p:pic>
        </mc:Fallback>
      </mc:AlternateContent>
      <mc:AlternateContent xmlns:mc="http://schemas.openxmlformats.org/markup-compatibility/2006" xmlns:p14="http://schemas.microsoft.com/office/powerpoint/2010/main">
        <mc:Choice Requires="p14">
          <p:contentPart r:id="rId708" p14:bwMode="auto">
            <p14:nvContentPartPr>
              <p14:cNvPr id="506" name="墨迹 505"/>
              <p14:cNvContentPartPr/>
              <p14:nvPr/>
            </p14:nvContentPartPr>
            <p14:xfrm>
              <a:off x="6336665" y="1842135"/>
              <a:ext cx="60960" cy="245110"/>
            </p14:xfrm>
          </p:contentPart>
        </mc:Choice>
        <mc:Fallback xmlns="">
          <p:pic>
            <p:nvPicPr>
              <p:cNvPr id="506" name="墨迹 505"/>
            </p:nvPicPr>
            <p:blipFill>
              <a:blip r:embed="rId709"/>
            </p:blipFill>
            <p:spPr>
              <a:xfrm>
                <a:off x="6336665" y="1842135"/>
                <a:ext cx="60960" cy="245110"/>
              </a:xfrm>
              <a:prstGeom prst="rect"/>
            </p:spPr>
          </p:pic>
        </mc:Fallback>
      </mc:AlternateContent>
      <mc:AlternateContent xmlns:mc="http://schemas.openxmlformats.org/markup-compatibility/2006" xmlns:p14="http://schemas.microsoft.com/office/powerpoint/2010/main">
        <mc:Choice Requires="p14">
          <p:contentPart r:id="rId710" p14:bwMode="auto">
            <p14:nvContentPartPr>
              <p14:cNvPr id="507" name="墨迹 506"/>
              <p14:cNvContentPartPr/>
              <p14:nvPr/>
            </p14:nvContentPartPr>
            <p14:xfrm>
              <a:off x="5991225" y="1796415"/>
              <a:ext cx="51435" cy="276225"/>
            </p14:xfrm>
          </p:contentPart>
        </mc:Choice>
        <mc:Fallback xmlns="">
          <p:pic>
            <p:nvPicPr>
              <p:cNvPr id="507" name="墨迹 506"/>
            </p:nvPicPr>
            <p:blipFill>
              <a:blip r:embed="rId711"/>
            </p:blipFill>
            <p:spPr>
              <a:xfrm>
                <a:off x="5991225" y="1796415"/>
                <a:ext cx="51435" cy="276225"/>
              </a:xfrm>
              <a:prstGeom prst="rect"/>
            </p:spPr>
          </p:pic>
        </mc:Fallback>
      </mc:AlternateContent>
      <mc:AlternateContent xmlns:mc="http://schemas.openxmlformats.org/markup-compatibility/2006" xmlns:p14="http://schemas.microsoft.com/office/powerpoint/2010/main">
        <mc:Choice Requires="p14">
          <p:contentPart r:id="rId712" p14:bwMode="auto">
            <p14:nvContentPartPr>
              <p14:cNvPr id="508" name="墨迹 507"/>
              <p14:cNvContentPartPr/>
              <p14:nvPr/>
            </p14:nvContentPartPr>
            <p14:xfrm>
              <a:off x="6031865" y="2137410"/>
              <a:ext cx="61595" cy="121920"/>
            </p14:xfrm>
          </p:contentPart>
        </mc:Choice>
        <mc:Fallback xmlns="">
          <p:pic>
            <p:nvPicPr>
              <p:cNvPr id="508" name="墨迹 507"/>
            </p:nvPicPr>
            <p:blipFill>
              <a:blip r:embed="rId713"/>
            </p:blipFill>
            <p:spPr>
              <a:xfrm>
                <a:off x="6031865" y="2137410"/>
                <a:ext cx="61595" cy="121920"/>
              </a:xfrm>
              <a:prstGeom prst="rect"/>
            </p:spPr>
          </p:pic>
        </mc:Fallback>
      </mc:AlternateContent>
      <mc:AlternateContent xmlns:mc="http://schemas.openxmlformats.org/markup-compatibility/2006" xmlns:p14="http://schemas.microsoft.com/office/powerpoint/2010/main">
        <mc:Choice Requires="p14">
          <p:contentPart r:id="rId714" p14:bwMode="auto">
            <p14:nvContentPartPr>
              <p14:cNvPr id="509" name="墨迹 508"/>
              <p14:cNvContentPartPr/>
              <p14:nvPr/>
            </p14:nvContentPartPr>
            <p14:xfrm>
              <a:off x="5980430" y="1477010"/>
              <a:ext cx="255270" cy="452755"/>
            </p14:xfrm>
          </p:contentPart>
        </mc:Choice>
        <mc:Fallback xmlns="">
          <p:pic>
            <p:nvPicPr>
              <p:cNvPr id="509" name="墨迹 508"/>
            </p:nvPicPr>
            <p:blipFill>
              <a:blip r:embed="rId715"/>
            </p:blipFill>
            <p:spPr>
              <a:xfrm>
                <a:off x="5980430" y="1477010"/>
                <a:ext cx="255270" cy="452755"/>
              </a:xfrm>
              <a:prstGeom prst="rect"/>
            </p:spPr>
          </p:pic>
        </mc:Fallback>
      </mc:AlternateContent>
      <mc:AlternateContent xmlns:mc="http://schemas.openxmlformats.org/markup-compatibility/2006" xmlns:p14="http://schemas.microsoft.com/office/powerpoint/2010/main">
        <mc:Choice Requires="p14">
          <p:contentPart r:id="rId716" p14:bwMode="auto">
            <p14:nvContentPartPr>
              <p14:cNvPr id="510" name="墨迹 509"/>
              <p14:cNvContentPartPr/>
              <p14:nvPr/>
            </p14:nvContentPartPr>
            <p14:xfrm>
              <a:off x="6001385" y="1938655"/>
              <a:ext cx="51435" cy="159385"/>
            </p14:xfrm>
          </p:contentPart>
        </mc:Choice>
        <mc:Fallback xmlns="">
          <p:pic>
            <p:nvPicPr>
              <p:cNvPr id="510" name="墨迹 509"/>
            </p:nvPicPr>
            <p:blipFill>
              <a:blip r:embed="rId717"/>
            </p:blipFill>
            <p:spPr>
              <a:xfrm>
                <a:off x="6001385" y="1938655"/>
                <a:ext cx="51435" cy="159385"/>
              </a:xfrm>
              <a:prstGeom prst="rect"/>
            </p:spPr>
          </p:pic>
        </mc:Fallback>
      </mc:AlternateContent>
      <mc:AlternateContent xmlns:mc="http://schemas.openxmlformats.org/markup-compatibility/2006" xmlns:p14="http://schemas.microsoft.com/office/powerpoint/2010/main">
        <mc:Choice Requires="p14">
          <p:contentPart r:id="rId718" p14:bwMode="auto">
            <p14:nvContentPartPr>
              <p14:cNvPr id="511" name="墨迹 510"/>
              <p14:cNvContentPartPr/>
              <p14:nvPr/>
            </p14:nvContentPartPr>
            <p14:xfrm>
              <a:off x="6031230" y="1802130"/>
              <a:ext cx="11430" cy="200025"/>
            </p14:xfrm>
          </p:contentPart>
        </mc:Choice>
        <mc:Fallback xmlns="">
          <p:pic>
            <p:nvPicPr>
              <p:cNvPr id="511" name="墨迹 510"/>
            </p:nvPicPr>
            <p:blipFill>
              <a:blip r:embed="rId719"/>
            </p:blipFill>
            <p:spPr>
              <a:xfrm>
                <a:off x="6031230" y="1802130"/>
                <a:ext cx="11430" cy="200025"/>
              </a:xfrm>
              <a:prstGeom prst="rect"/>
            </p:spPr>
          </p:pic>
        </mc:Fallback>
      </mc:AlternateContent>
      <mc:AlternateContent xmlns:mc="http://schemas.openxmlformats.org/markup-compatibility/2006" xmlns:p14="http://schemas.microsoft.com/office/powerpoint/2010/main">
        <mc:Choice Requires="p14">
          <p:contentPart r:id="rId720" p14:bwMode="auto">
            <p14:nvContentPartPr>
              <p14:cNvPr id="512" name="墨迹 511"/>
              <p14:cNvContentPartPr/>
              <p14:nvPr/>
            </p14:nvContentPartPr>
            <p14:xfrm>
              <a:off x="5913120" y="1446530"/>
              <a:ext cx="332740" cy="213995"/>
            </p14:xfrm>
          </p:contentPart>
        </mc:Choice>
        <mc:Fallback xmlns="">
          <p:pic>
            <p:nvPicPr>
              <p:cNvPr id="512" name="墨迹 511"/>
            </p:nvPicPr>
            <p:blipFill>
              <a:blip r:embed="rId721"/>
            </p:blipFill>
            <p:spPr>
              <a:xfrm>
                <a:off x="5913120" y="1446530"/>
                <a:ext cx="332740" cy="213995"/>
              </a:xfrm>
              <a:prstGeom prst="rect"/>
            </p:spPr>
          </p:pic>
        </mc:Fallback>
      </mc:AlternateContent>
      <mc:AlternateContent xmlns:mc="http://schemas.openxmlformats.org/markup-compatibility/2006" xmlns:p14="http://schemas.microsoft.com/office/powerpoint/2010/main">
        <mc:Choice Requires="p14">
          <p:contentPart r:id="rId722" p14:bwMode="auto">
            <p14:nvContentPartPr>
              <p14:cNvPr id="513" name="墨迹 512"/>
              <p14:cNvContentPartPr/>
              <p14:nvPr/>
            </p14:nvContentPartPr>
            <p14:xfrm>
              <a:off x="5889625" y="1588770"/>
              <a:ext cx="71755" cy="274955"/>
            </p14:xfrm>
          </p:contentPart>
        </mc:Choice>
        <mc:Fallback xmlns="">
          <p:pic>
            <p:nvPicPr>
              <p:cNvPr id="513" name="墨迹 512"/>
            </p:nvPicPr>
            <p:blipFill>
              <a:blip r:embed="rId723"/>
            </p:blipFill>
            <p:spPr>
              <a:xfrm>
                <a:off x="5889625" y="1588770"/>
                <a:ext cx="71755" cy="274955"/>
              </a:xfrm>
              <a:prstGeom prst="rect"/>
            </p:spPr>
          </p:pic>
        </mc:Fallback>
      </mc:AlternateContent>
      <mc:AlternateContent xmlns:mc="http://schemas.openxmlformats.org/markup-compatibility/2006" xmlns:p14="http://schemas.microsoft.com/office/powerpoint/2010/main">
        <mc:Choice Requires="p14">
          <p:contentPart r:id="rId724" p14:bwMode="auto">
            <p14:nvContentPartPr>
              <p14:cNvPr id="514" name="墨迹 513"/>
              <p14:cNvContentPartPr/>
              <p14:nvPr/>
            </p14:nvContentPartPr>
            <p14:xfrm>
              <a:off x="5930265" y="1629410"/>
              <a:ext cx="10795" cy="182880"/>
            </p14:xfrm>
          </p:contentPart>
        </mc:Choice>
        <mc:Fallback xmlns="">
          <p:pic>
            <p:nvPicPr>
              <p:cNvPr id="514" name="墨迹 513"/>
            </p:nvPicPr>
            <p:blipFill>
              <a:blip r:embed="rId725"/>
            </p:blipFill>
            <p:spPr>
              <a:xfrm>
                <a:off x="5930265" y="1629410"/>
                <a:ext cx="10795" cy="182880"/>
              </a:xfrm>
              <a:prstGeom prst="rect"/>
            </p:spPr>
          </p:pic>
        </mc:Fallback>
      </mc:AlternateContent>
      <mc:AlternateContent xmlns:mc="http://schemas.openxmlformats.org/markup-compatibility/2006" xmlns:p14="http://schemas.microsoft.com/office/powerpoint/2010/main">
        <mc:Choice Requires="p14">
          <p:contentPart r:id="rId726" p14:bwMode="auto">
            <p14:nvContentPartPr>
              <p14:cNvPr id="515" name="墨迹 514"/>
              <p14:cNvContentPartPr/>
              <p14:nvPr/>
            </p14:nvContentPartPr>
            <p14:xfrm>
              <a:off x="5991225" y="1548130"/>
              <a:ext cx="81915" cy="70485"/>
            </p14:xfrm>
          </p:contentPart>
        </mc:Choice>
        <mc:Fallback xmlns="">
          <p:pic>
            <p:nvPicPr>
              <p:cNvPr id="515" name="墨迹 514"/>
            </p:nvPicPr>
            <p:blipFill>
              <a:blip r:embed="rId727"/>
            </p:blipFill>
            <p:spPr>
              <a:xfrm>
                <a:off x="5991225" y="1548130"/>
                <a:ext cx="81915" cy="70485"/>
              </a:xfrm>
              <a:prstGeom prst="rect"/>
            </p:spPr>
          </p:pic>
        </mc:Fallback>
      </mc:AlternateContent>
      <mc:AlternateContent xmlns:mc="http://schemas.openxmlformats.org/markup-compatibility/2006" xmlns:p14="http://schemas.microsoft.com/office/powerpoint/2010/main">
        <mc:Choice Requires="p14">
          <p:contentPart r:id="rId728" p14:bwMode="auto">
            <p14:nvContentPartPr>
              <p14:cNvPr id="516" name="墨迹 515"/>
              <p14:cNvContentPartPr/>
              <p14:nvPr/>
            </p14:nvContentPartPr>
            <p14:xfrm>
              <a:off x="6448425" y="2025650"/>
              <a:ext cx="635" cy="635"/>
            </p14:xfrm>
          </p:contentPart>
        </mc:Choice>
        <mc:Fallback xmlns="">
          <p:pic>
            <p:nvPicPr>
              <p:cNvPr id="516" name="墨迹 515"/>
            </p:nvPicPr>
            <p:blipFill>
              <a:blip r:embed="rId666"/>
            </p:blipFill>
            <p:spPr>
              <a:xfrm>
                <a:off x="6448425" y="2025650"/>
                <a:ext cx="635" cy="635"/>
              </a:xfrm>
              <a:prstGeom prst="rect"/>
            </p:spPr>
          </p:pic>
        </mc:Fallback>
      </mc:AlternateContent>
      <mc:AlternateContent xmlns:mc="http://schemas.openxmlformats.org/markup-compatibility/2006" xmlns:p14="http://schemas.microsoft.com/office/powerpoint/2010/main">
        <mc:Choice Requires="p14">
          <p:contentPart r:id="rId729" p14:bwMode="auto">
            <p14:nvContentPartPr>
              <p14:cNvPr id="517" name="墨迹 516"/>
              <p14:cNvContentPartPr/>
              <p14:nvPr/>
            </p14:nvContentPartPr>
            <p14:xfrm>
              <a:off x="6457950" y="1731010"/>
              <a:ext cx="144145" cy="514350"/>
            </p14:xfrm>
          </p:contentPart>
        </mc:Choice>
        <mc:Fallback xmlns="">
          <p:pic>
            <p:nvPicPr>
              <p:cNvPr id="517" name="墨迹 516"/>
            </p:nvPicPr>
            <p:blipFill>
              <a:blip r:embed="rId730"/>
            </p:blipFill>
            <p:spPr>
              <a:xfrm>
                <a:off x="6457950" y="1731010"/>
                <a:ext cx="144145" cy="514350"/>
              </a:xfrm>
              <a:prstGeom prst="rect"/>
            </p:spPr>
          </p:pic>
        </mc:Fallback>
      </mc:AlternateContent>
      <mc:AlternateContent xmlns:mc="http://schemas.openxmlformats.org/markup-compatibility/2006" xmlns:p14="http://schemas.microsoft.com/office/powerpoint/2010/main">
        <mc:Choice Requires="p14">
          <p:contentPart r:id="rId731" p14:bwMode="auto">
            <p14:nvContentPartPr>
              <p14:cNvPr id="518" name="墨迹 517"/>
              <p14:cNvContentPartPr/>
              <p14:nvPr/>
            </p14:nvContentPartPr>
            <p14:xfrm>
              <a:off x="6296025" y="1822450"/>
              <a:ext cx="10795" cy="80010"/>
            </p14:xfrm>
          </p:contentPart>
        </mc:Choice>
        <mc:Fallback xmlns="">
          <p:pic>
            <p:nvPicPr>
              <p:cNvPr id="518" name="墨迹 517"/>
            </p:nvPicPr>
            <p:blipFill>
              <a:blip r:embed="rId732"/>
            </p:blipFill>
            <p:spPr>
              <a:xfrm>
                <a:off x="6296025" y="1822450"/>
                <a:ext cx="10795" cy="80010"/>
              </a:xfrm>
              <a:prstGeom prst="rect"/>
            </p:spPr>
          </p:pic>
        </mc:Fallback>
      </mc:AlternateContent>
      <mc:AlternateContent xmlns:mc="http://schemas.openxmlformats.org/markup-compatibility/2006" xmlns:p14="http://schemas.microsoft.com/office/powerpoint/2010/main">
        <mc:Choice Requires="p14">
          <p:contentPart r:id="rId733" p14:bwMode="auto">
            <p14:nvContentPartPr>
              <p14:cNvPr id="519" name="墨迹 518"/>
              <p14:cNvContentPartPr/>
              <p14:nvPr/>
            </p14:nvContentPartPr>
            <p14:xfrm>
              <a:off x="6102985" y="2106930"/>
              <a:ext cx="38735" cy="102870"/>
            </p14:xfrm>
          </p:contentPart>
        </mc:Choice>
        <mc:Fallback xmlns="">
          <p:pic>
            <p:nvPicPr>
              <p:cNvPr id="519" name="墨迹 518"/>
            </p:nvPicPr>
            <p:blipFill>
              <a:blip r:embed="rId734"/>
            </p:blipFill>
            <p:spPr>
              <a:xfrm>
                <a:off x="6102985" y="2106930"/>
                <a:ext cx="38735" cy="102870"/>
              </a:xfrm>
              <a:prstGeom prst="rect"/>
            </p:spPr>
          </p:pic>
        </mc:Fallback>
      </mc:AlternateContent>
      <mc:AlternateContent xmlns:mc="http://schemas.openxmlformats.org/markup-compatibility/2006" xmlns:p14="http://schemas.microsoft.com/office/powerpoint/2010/main">
        <mc:Choice Requires="p14">
          <p:contentPart r:id="rId735" p14:bwMode="auto">
            <p14:nvContentPartPr>
              <p14:cNvPr id="520" name="墨迹 519"/>
              <p14:cNvContentPartPr/>
              <p14:nvPr/>
            </p14:nvContentPartPr>
            <p14:xfrm>
              <a:off x="6133465" y="1743710"/>
              <a:ext cx="163195" cy="423545"/>
            </p14:xfrm>
          </p:contentPart>
        </mc:Choice>
        <mc:Fallback xmlns="">
          <p:pic>
            <p:nvPicPr>
              <p:cNvPr id="520" name="墨迹 519"/>
            </p:nvPicPr>
            <p:blipFill>
              <a:blip r:embed="rId736"/>
            </p:blipFill>
            <p:spPr>
              <a:xfrm>
                <a:off x="6133465" y="1743710"/>
                <a:ext cx="163195" cy="423545"/>
              </a:xfrm>
              <a:prstGeom prst="rect"/>
            </p:spPr>
          </p:pic>
        </mc:Fallback>
      </mc:AlternateContent>
      <mc:AlternateContent xmlns:mc="http://schemas.openxmlformats.org/markup-compatibility/2006" xmlns:p14="http://schemas.microsoft.com/office/powerpoint/2010/main">
        <mc:Choice Requires="p14">
          <p:contentPart r:id="rId737" p14:bwMode="auto">
            <p14:nvContentPartPr>
              <p14:cNvPr id="521" name="墨迹 520"/>
              <p14:cNvContentPartPr/>
              <p14:nvPr/>
            </p14:nvContentPartPr>
            <p14:xfrm>
              <a:off x="6763385" y="5327650"/>
              <a:ext cx="635" cy="635"/>
            </p14:xfrm>
          </p:contentPart>
        </mc:Choice>
        <mc:Fallback xmlns="">
          <p:pic>
            <p:nvPicPr>
              <p:cNvPr id="521" name="墨迹 520"/>
            </p:nvPicPr>
            <p:blipFill>
              <a:blip r:embed="rId666"/>
            </p:blipFill>
            <p:spPr>
              <a:xfrm>
                <a:off x="6763385" y="5327650"/>
                <a:ext cx="635" cy="635"/>
              </a:xfrm>
              <a:prstGeom prst="rect"/>
            </p:spPr>
          </p:pic>
        </mc:Fallback>
      </mc:AlternateContent>
      <mc:AlternateContent xmlns:mc="http://schemas.openxmlformats.org/markup-compatibility/2006" xmlns:p14="http://schemas.microsoft.com/office/powerpoint/2010/main">
        <mc:Choice Requires="p14">
          <p:contentPart r:id="rId738" p14:bwMode="auto">
            <p14:nvContentPartPr>
              <p14:cNvPr id="522" name="墨迹 521"/>
              <p14:cNvContentPartPr/>
              <p14:nvPr/>
            </p14:nvContentPartPr>
            <p14:xfrm>
              <a:off x="6102985" y="3183890"/>
              <a:ext cx="51435" cy="854075"/>
            </p14:xfrm>
          </p:contentPart>
        </mc:Choice>
        <mc:Fallback xmlns="">
          <p:pic>
            <p:nvPicPr>
              <p:cNvPr id="522" name="墨迹 521"/>
            </p:nvPicPr>
            <p:blipFill>
              <a:blip r:embed="rId739"/>
            </p:blipFill>
            <p:spPr>
              <a:xfrm>
                <a:off x="6102985" y="3183890"/>
                <a:ext cx="51435" cy="854075"/>
              </a:xfrm>
              <a:prstGeom prst="rect"/>
            </p:spPr>
          </p:pic>
        </mc:Fallback>
      </mc:AlternateContent>
      <mc:AlternateContent xmlns:mc="http://schemas.openxmlformats.org/markup-compatibility/2006" xmlns:p14="http://schemas.microsoft.com/office/powerpoint/2010/main">
        <mc:Choice Requires="p14">
          <p:contentPart r:id="rId740" p14:bwMode="auto">
            <p14:nvContentPartPr>
              <p14:cNvPr id="523" name="墨迹 522"/>
              <p14:cNvContentPartPr/>
              <p14:nvPr/>
            </p14:nvContentPartPr>
            <p14:xfrm>
              <a:off x="6692265" y="3041650"/>
              <a:ext cx="122555" cy="234315"/>
            </p14:xfrm>
          </p:contentPart>
        </mc:Choice>
        <mc:Fallback xmlns="">
          <p:pic>
            <p:nvPicPr>
              <p:cNvPr id="523" name="墨迹 522"/>
            </p:nvPicPr>
            <p:blipFill>
              <a:blip r:embed="rId741"/>
            </p:blipFill>
            <p:spPr>
              <a:xfrm>
                <a:off x="6692265" y="3041650"/>
                <a:ext cx="122555" cy="234315"/>
              </a:xfrm>
              <a:prstGeom prst="rect"/>
            </p:spPr>
          </p:pic>
        </mc:Fallback>
      </mc:AlternateContent>
      <mc:AlternateContent xmlns:mc="http://schemas.openxmlformats.org/markup-compatibility/2006" xmlns:p14="http://schemas.microsoft.com/office/powerpoint/2010/main">
        <mc:Choice Requires="p14">
          <p:contentPart r:id="rId742" p14:bwMode="auto">
            <p14:nvContentPartPr>
              <p14:cNvPr id="524" name="墨迹 523"/>
              <p14:cNvContentPartPr/>
              <p14:nvPr/>
            </p14:nvContentPartPr>
            <p14:xfrm>
              <a:off x="6641465" y="3265170"/>
              <a:ext cx="10795" cy="782955"/>
            </p14:xfrm>
          </p:contentPart>
        </mc:Choice>
        <mc:Fallback xmlns="">
          <p:pic>
            <p:nvPicPr>
              <p:cNvPr id="524" name="墨迹 523"/>
            </p:nvPicPr>
            <p:blipFill>
              <a:blip r:embed="rId743"/>
            </p:blipFill>
            <p:spPr>
              <a:xfrm>
                <a:off x="6641465" y="3265170"/>
                <a:ext cx="10795" cy="782955"/>
              </a:xfrm>
              <a:prstGeom prst="rect"/>
            </p:spPr>
          </p:pic>
        </mc:Fallback>
      </mc:AlternateContent>
      <mc:AlternateContent xmlns:mc="http://schemas.openxmlformats.org/markup-compatibility/2006" xmlns:p14="http://schemas.microsoft.com/office/powerpoint/2010/main">
        <mc:Choice Requires="p14">
          <p:contentPart r:id="rId744" p14:bwMode="auto">
            <p14:nvContentPartPr>
              <p14:cNvPr id="525" name="墨迹 524"/>
              <p14:cNvContentPartPr/>
              <p14:nvPr/>
            </p14:nvContentPartPr>
            <p14:xfrm>
              <a:off x="6753225" y="5063490"/>
              <a:ext cx="635" cy="635"/>
            </p14:xfrm>
          </p:contentPart>
        </mc:Choice>
        <mc:Fallback xmlns="">
          <p:pic>
            <p:nvPicPr>
              <p:cNvPr id="525" name="墨迹 524"/>
            </p:nvPicPr>
            <p:blipFill>
              <a:blip r:embed="rId67"/>
            </p:blipFill>
            <p:spPr>
              <a:xfrm>
                <a:off x="6753225" y="5063490"/>
                <a:ext cx="635" cy="635"/>
              </a:xfrm>
              <a:prstGeom prst="rect"/>
            </p:spPr>
          </p:pic>
        </mc:Fallback>
      </mc:AlternateContent>
      <mc:AlternateContent xmlns:mc="http://schemas.openxmlformats.org/markup-compatibility/2006" xmlns:p14="http://schemas.microsoft.com/office/powerpoint/2010/main">
        <mc:Choice Requires="p14">
          <p:contentPart r:id="rId745" p14:bwMode="auto">
            <p14:nvContentPartPr>
              <p14:cNvPr id="526" name="墨迹 525"/>
              <p14:cNvContentPartPr/>
              <p14:nvPr/>
            </p14:nvContentPartPr>
            <p14:xfrm>
              <a:off x="5899785" y="3204210"/>
              <a:ext cx="122555" cy="417195"/>
            </p14:xfrm>
          </p:contentPart>
        </mc:Choice>
        <mc:Fallback xmlns="">
          <p:pic>
            <p:nvPicPr>
              <p:cNvPr id="526" name="墨迹 525"/>
            </p:nvPicPr>
            <p:blipFill>
              <a:blip r:embed="rId746"/>
            </p:blipFill>
            <p:spPr>
              <a:xfrm>
                <a:off x="5899785" y="3204210"/>
                <a:ext cx="122555" cy="417195"/>
              </a:xfrm>
              <a:prstGeom prst="rect"/>
            </p:spPr>
          </p:pic>
        </mc:Fallback>
      </mc:AlternateContent>
      <mc:AlternateContent xmlns:mc="http://schemas.openxmlformats.org/markup-compatibility/2006" xmlns:p14="http://schemas.microsoft.com/office/powerpoint/2010/main">
        <mc:Choice Requires="p14">
          <p:contentPart r:id="rId747" p14:bwMode="auto">
            <p14:nvContentPartPr>
              <p14:cNvPr id="527" name="墨迹 526"/>
              <p14:cNvContentPartPr/>
              <p14:nvPr/>
            </p14:nvContentPartPr>
            <p14:xfrm>
              <a:off x="5991225" y="3661410"/>
              <a:ext cx="41275" cy="335915"/>
            </p14:xfrm>
          </p:contentPart>
        </mc:Choice>
        <mc:Fallback xmlns="">
          <p:pic>
            <p:nvPicPr>
              <p:cNvPr id="527" name="墨迹 526"/>
            </p:nvPicPr>
            <p:blipFill>
              <a:blip r:embed="rId748"/>
            </p:blipFill>
            <p:spPr>
              <a:xfrm>
                <a:off x="5991225" y="3661410"/>
                <a:ext cx="41275" cy="335915"/>
              </a:xfrm>
              <a:prstGeom prst="rect"/>
            </p:spPr>
          </p:pic>
        </mc:Fallback>
      </mc:AlternateContent>
      <mc:AlternateContent xmlns:mc="http://schemas.openxmlformats.org/markup-compatibility/2006" xmlns:p14="http://schemas.microsoft.com/office/powerpoint/2010/main">
        <mc:Choice Requires="p14">
          <p:contentPart r:id="rId749" p14:bwMode="auto">
            <p14:nvContentPartPr>
              <p14:cNvPr id="528" name="墨迹 527"/>
              <p14:cNvContentPartPr/>
              <p14:nvPr/>
            </p14:nvContentPartPr>
            <p14:xfrm>
              <a:off x="6743065" y="3813810"/>
              <a:ext cx="635" cy="234315"/>
            </p14:xfrm>
          </p:contentPart>
        </mc:Choice>
        <mc:Fallback xmlns="">
          <p:pic>
            <p:nvPicPr>
              <p:cNvPr id="528" name="墨迹 527"/>
            </p:nvPicPr>
            <p:blipFill>
              <a:blip r:embed="rId750"/>
            </p:blipFill>
            <p:spPr>
              <a:xfrm>
                <a:off x="6743065" y="3813810"/>
                <a:ext cx="635" cy="234315"/>
              </a:xfrm>
              <a:prstGeom prst="rect"/>
            </p:spPr>
          </p:pic>
        </mc:Fallback>
      </mc:AlternateContent>
      <mc:AlternateContent xmlns:mc="http://schemas.openxmlformats.org/markup-compatibility/2006" xmlns:p14="http://schemas.microsoft.com/office/powerpoint/2010/main">
        <mc:Choice Requires="p14">
          <p:contentPart r:id="rId751" p14:bwMode="auto">
            <p14:nvContentPartPr>
              <p14:cNvPr id="529" name="墨迹 528"/>
              <p14:cNvContentPartPr/>
              <p14:nvPr/>
            </p14:nvContentPartPr>
            <p14:xfrm>
              <a:off x="7027545" y="5439410"/>
              <a:ext cx="635" cy="635"/>
            </p14:xfrm>
          </p:contentPart>
        </mc:Choice>
        <mc:Fallback xmlns="">
          <p:pic>
            <p:nvPicPr>
              <p:cNvPr id="529" name="墨迹 528"/>
            </p:nvPicPr>
            <p:blipFill>
              <a:blip r:embed="rId67"/>
            </p:blipFill>
            <p:spPr>
              <a:xfrm>
                <a:off x="7027545" y="5439410"/>
                <a:ext cx="635" cy="635"/>
              </a:xfrm>
              <a:prstGeom prst="rect"/>
            </p:spPr>
          </p:pic>
        </mc:Fallback>
      </mc:AlternateContent>
      <mc:AlternateContent xmlns:mc="http://schemas.openxmlformats.org/markup-compatibility/2006" xmlns:p14="http://schemas.microsoft.com/office/powerpoint/2010/main">
        <mc:Choice Requires="p14">
          <p:contentPart r:id="rId752" p14:bwMode="auto">
            <p14:nvContentPartPr>
              <p14:cNvPr id="530" name="墨迹 529"/>
              <p14:cNvContentPartPr/>
              <p14:nvPr/>
            </p14:nvContentPartPr>
            <p14:xfrm>
              <a:off x="6946265" y="6445250"/>
              <a:ext cx="635" cy="635"/>
            </p14:xfrm>
          </p:contentPart>
        </mc:Choice>
        <mc:Fallback xmlns="">
          <p:pic>
            <p:nvPicPr>
              <p:cNvPr id="530" name="墨迹 529"/>
            </p:nvPicPr>
            <p:blipFill>
              <a:blip r:embed="rId67"/>
            </p:blipFill>
            <p:spPr>
              <a:xfrm>
                <a:off x="6946265" y="6445250"/>
                <a:ext cx="635" cy="635"/>
              </a:xfrm>
              <a:prstGeom prst="rect"/>
            </p:spPr>
          </p:pic>
        </mc:Fallback>
      </mc:AlternateContent>
      <mc:AlternateContent xmlns:mc="http://schemas.openxmlformats.org/markup-compatibility/2006" xmlns:p14="http://schemas.microsoft.com/office/powerpoint/2010/main">
        <mc:Choice Requires="p14">
          <p:contentPart r:id="rId753" p14:bwMode="auto">
            <p14:nvContentPartPr>
              <p14:cNvPr id="531" name="墨迹 530"/>
              <p14:cNvContentPartPr/>
              <p14:nvPr/>
            </p14:nvContentPartPr>
            <p14:xfrm>
              <a:off x="6163945" y="5104130"/>
              <a:ext cx="635" cy="635"/>
            </p14:xfrm>
          </p:contentPart>
        </mc:Choice>
        <mc:Fallback xmlns="">
          <p:pic>
            <p:nvPicPr>
              <p:cNvPr id="531" name="墨迹 530"/>
            </p:nvPicPr>
            <p:blipFill>
              <a:blip r:embed="rId67"/>
            </p:blipFill>
            <p:spPr>
              <a:xfrm>
                <a:off x="6163945" y="5104130"/>
                <a:ext cx="635" cy="635"/>
              </a:xfrm>
              <a:prstGeom prst="rect"/>
            </p:spPr>
          </p:pic>
        </mc:Fallback>
      </mc:AlternateContent>
      <mc:AlternateContent xmlns:mc="http://schemas.openxmlformats.org/markup-compatibility/2006" xmlns:p14="http://schemas.microsoft.com/office/powerpoint/2010/main">
        <mc:Choice Requires="p14">
          <p:contentPart r:id="rId754" p14:bwMode="auto">
            <p14:nvContentPartPr>
              <p14:cNvPr id="532" name="墨迹 531"/>
              <p14:cNvContentPartPr/>
              <p14:nvPr/>
            </p14:nvContentPartPr>
            <p14:xfrm>
              <a:off x="6163945" y="5104130"/>
              <a:ext cx="635" cy="635"/>
            </p14:xfrm>
          </p:contentPart>
        </mc:Choice>
        <mc:Fallback xmlns="">
          <p:pic>
            <p:nvPicPr>
              <p:cNvPr id="532" name="墨迹 531"/>
            </p:nvPicPr>
            <p:blipFill>
              <a:blip r:embed="rId67"/>
            </p:blipFill>
            <p:spPr>
              <a:xfrm>
                <a:off x="6163945" y="5104130"/>
                <a:ext cx="635" cy="635"/>
              </a:xfrm>
              <a:prstGeom prst="rect"/>
            </p:spPr>
          </p:pic>
        </mc:Fallback>
      </mc:AlternateContent>
      <mc:AlternateContent xmlns:mc="http://schemas.openxmlformats.org/markup-compatibility/2006" xmlns:p14="http://schemas.microsoft.com/office/powerpoint/2010/main">
        <mc:Choice Requires="p14">
          <p:contentPart r:id="rId755" p14:bwMode="auto">
            <p14:nvContentPartPr>
              <p14:cNvPr id="533" name="墨迹 532"/>
              <p14:cNvContentPartPr/>
              <p14:nvPr/>
            </p14:nvContentPartPr>
            <p14:xfrm>
              <a:off x="4324985" y="4748530"/>
              <a:ext cx="635" cy="635"/>
            </p14:xfrm>
          </p:contentPart>
        </mc:Choice>
        <mc:Fallback xmlns="">
          <p:pic>
            <p:nvPicPr>
              <p:cNvPr id="533" name="墨迹 532"/>
            </p:nvPicPr>
            <p:blipFill>
              <a:blip r:embed="rId67"/>
            </p:blipFill>
            <p:spPr>
              <a:xfrm>
                <a:off x="4324985" y="4748530"/>
                <a:ext cx="635" cy="635"/>
              </a:xfrm>
              <a:prstGeom prst="rect"/>
            </p:spPr>
          </p:pic>
        </mc:Fallback>
      </mc:AlternateContent>
      <mc:AlternateContent xmlns:mc="http://schemas.openxmlformats.org/markup-compatibility/2006" xmlns:p14="http://schemas.microsoft.com/office/powerpoint/2010/main">
        <mc:Choice Requires="p14">
          <p:contentPart r:id="rId756" p14:bwMode="auto">
            <p14:nvContentPartPr>
              <p14:cNvPr id="534" name="墨迹 533"/>
              <p14:cNvContentPartPr/>
              <p14:nvPr/>
            </p14:nvContentPartPr>
            <p14:xfrm>
              <a:off x="3461385" y="5165090"/>
              <a:ext cx="635" cy="635"/>
            </p14:xfrm>
          </p:contentPart>
        </mc:Choice>
        <mc:Fallback xmlns="">
          <p:pic>
            <p:nvPicPr>
              <p:cNvPr id="534" name="墨迹 533"/>
            </p:nvPicPr>
            <p:blipFill>
              <a:blip r:embed="rId67"/>
            </p:blipFill>
            <p:spPr>
              <a:xfrm>
                <a:off x="3461385" y="5165090"/>
                <a:ext cx="635" cy="635"/>
              </a:xfrm>
              <a:prstGeom prst="rect"/>
            </p:spPr>
          </p:pic>
        </mc:Fallback>
      </mc:AlternateContent>
      <mc:AlternateContent xmlns:mc="http://schemas.openxmlformats.org/markup-compatibility/2006" xmlns:p14="http://schemas.microsoft.com/office/powerpoint/2010/main">
        <mc:Choice Requires="p14">
          <p:contentPart r:id="rId757" p14:bwMode="auto">
            <p14:nvContentPartPr>
              <p14:cNvPr id="535" name="墨迹 534"/>
              <p14:cNvContentPartPr/>
              <p14:nvPr/>
            </p14:nvContentPartPr>
            <p14:xfrm>
              <a:off x="840105" y="4585970"/>
              <a:ext cx="635" cy="635"/>
            </p14:xfrm>
          </p:contentPart>
        </mc:Choice>
        <mc:Fallback xmlns="">
          <p:pic>
            <p:nvPicPr>
              <p:cNvPr id="535" name="墨迹 534"/>
            </p:nvPicPr>
            <p:blipFill>
              <a:blip r:embed="rId67"/>
            </p:blipFill>
            <p:spPr>
              <a:xfrm>
                <a:off x="840105" y="4585970"/>
                <a:ext cx="635" cy="635"/>
              </a:xfrm>
              <a:prstGeom prst="rect"/>
            </p:spPr>
          </p:pic>
        </mc:Fallback>
      </mc:AlternateContent>
      <mc:AlternateContent xmlns:mc="http://schemas.openxmlformats.org/markup-compatibility/2006" xmlns:p14="http://schemas.microsoft.com/office/powerpoint/2010/main">
        <mc:Choice Requires="p14">
          <p:contentPart r:id="rId758" p14:bwMode="auto">
            <p14:nvContentPartPr>
              <p14:cNvPr id="536" name="墨迹 535"/>
              <p14:cNvContentPartPr/>
              <p14:nvPr/>
            </p14:nvContentPartPr>
            <p14:xfrm>
              <a:off x="6082665" y="6414770"/>
              <a:ext cx="635" cy="635"/>
            </p14:xfrm>
          </p:contentPart>
        </mc:Choice>
        <mc:Fallback xmlns="">
          <p:pic>
            <p:nvPicPr>
              <p:cNvPr id="536" name="墨迹 535"/>
            </p:nvPicPr>
            <p:blipFill>
              <a:blip r:embed="rId67"/>
            </p:blipFill>
            <p:spPr>
              <a:xfrm>
                <a:off x="6082665" y="6414770"/>
                <a:ext cx="635" cy="635"/>
              </a:xfrm>
              <a:prstGeom prst="rect"/>
            </p:spPr>
          </p:pic>
        </mc:Fallback>
      </mc:AlternateContent>
      <mc:AlternateContent xmlns:mc="http://schemas.openxmlformats.org/markup-compatibility/2006" xmlns:p14="http://schemas.microsoft.com/office/powerpoint/2010/main">
        <mc:Choice Requires="p14">
          <p:contentPart r:id="rId759" p14:bwMode="auto">
            <p14:nvContentPartPr>
              <p14:cNvPr id="537" name="墨迹 536"/>
              <p14:cNvContentPartPr/>
              <p14:nvPr/>
            </p14:nvContentPartPr>
            <p14:xfrm>
              <a:off x="5683250" y="2205990"/>
              <a:ext cx="635" cy="635"/>
            </p14:xfrm>
          </p:contentPart>
        </mc:Choice>
        <mc:Fallback xmlns="">
          <p:pic>
            <p:nvPicPr>
              <p:cNvPr id="537" name="墨迹 536"/>
            </p:nvPicPr>
            <p:blipFill>
              <a:blip r:embed="rId6"/>
            </p:blipFill>
            <p:spPr>
              <a:xfrm>
                <a:off x="5683250" y="2205990"/>
                <a:ext cx="635" cy="635"/>
              </a:xfrm>
              <a:prstGeom prst="rect"/>
            </p:spPr>
          </p:pic>
        </mc:Fallback>
      </mc:AlternateContent>
      <mc:AlternateContent xmlns:mc="http://schemas.openxmlformats.org/markup-compatibility/2006" xmlns:p14="http://schemas.microsoft.com/office/powerpoint/2010/main">
        <mc:Choice Requires="p14">
          <p:contentPart r:id="rId760" p14:bwMode="auto">
            <p14:nvContentPartPr>
              <p14:cNvPr id="538" name="墨迹 537"/>
              <p14:cNvContentPartPr/>
              <p14:nvPr/>
            </p14:nvContentPartPr>
            <p14:xfrm>
              <a:off x="5683250" y="2205990"/>
              <a:ext cx="635" cy="635"/>
            </p14:xfrm>
          </p:contentPart>
        </mc:Choice>
        <mc:Fallback xmlns="">
          <p:pic>
            <p:nvPicPr>
              <p:cNvPr id="538" name="墨迹 537"/>
            </p:nvPicPr>
            <p:blipFill>
              <a:blip r:embed="rId6"/>
            </p:blipFill>
            <p:spPr>
              <a:xfrm>
                <a:off x="5683250" y="2205990"/>
                <a:ext cx="635" cy="635"/>
              </a:xfrm>
              <a:prstGeom prst="rect"/>
            </p:spPr>
          </p:pic>
        </mc:Fallback>
      </mc:AlternateContent>
      <p:cxnSp>
        <p:nvCxnSpPr>
          <p:cNvPr id="543" name="直接连接符 542"/>
          <p:cNvCxnSpPr/>
          <p:nvPr/>
        </p:nvCxnSpPr>
        <p:spPr>
          <a:xfrm flipH="1">
            <a:off x="2338070" y="3383280"/>
            <a:ext cx="91440" cy="64008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44" name="文本框 543"/>
          <p:cNvSpPr txBox="1"/>
          <p:nvPr/>
        </p:nvSpPr>
        <p:spPr>
          <a:xfrm>
            <a:off x="1353185" y="3941445"/>
            <a:ext cx="2561590" cy="645160"/>
          </a:xfrm>
          <a:prstGeom prst="rect">
            <a:avLst/>
          </a:prstGeom>
          <a:noFill/>
        </p:spPr>
        <p:txBody>
          <a:bodyPr wrap="square" rtlCol="0">
            <a:spAutoFit/>
          </a:bodyPr>
          <a:p>
            <a:r>
              <a:rPr lang="en-US" altLang="zh-CN"/>
              <a:t>Left horizontal semicircular canal</a:t>
            </a:r>
            <a:endParaRPr lang="en-US" altLang="zh-CN"/>
          </a:p>
        </p:txBody>
      </p:sp>
      <p:cxnSp>
        <p:nvCxnSpPr>
          <p:cNvPr id="547" name="直接连接符 546"/>
          <p:cNvCxnSpPr/>
          <p:nvPr/>
        </p:nvCxnSpPr>
        <p:spPr>
          <a:xfrm flipV="1">
            <a:off x="5680710" y="796290"/>
            <a:ext cx="20320" cy="11074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50" name="直接连接符 549"/>
          <p:cNvCxnSpPr/>
          <p:nvPr/>
        </p:nvCxnSpPr>
        <p:spPr>
          <a:xfrm flipH="1">
            <a:off x="5609590" y="2249170"/>
            <a:ext cx="355600" cy="6096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51" name="文本框 550"/>
          <p:cNvSpPr txBox="1"/>
          <p:nvPr/>
        </p:nvSpPr>
        <p:spPr>
          <a:xfrm>
            <a:off x="6946900" y="2178050"/>
            <a:ext cx="1506855" cy="645160"/>
          </a:xfrm>
          <a:prstGeom prst="rect">
            <a:avLst/>
          </a:prstGeom>
          <a:noFill/>
        </p:spPr>
        <p:txBody>
          <a:bodyPr wrap="square" rtlCol="0">
            <a:spAutoFit/>
          </a:bodyPr>
          <a:p>
            <a:r>
              <a:rPr lang="en-US" altLang="zh-CN"/>
              <a:t>Endolymph flow</a:t>
            </a:r>
            <a:endParaRPr lang="en-US" altLang="zh-CN"/>
          </a:p>
        </p:txBody>
      </p:sp>
      <p:sp>
        <p:nvSpPr>
          <p:cNvPr id="552" name="文本框 551"/>
          <p:cNvSpPr txBox="1"/>
          <p:nvPr/>
        </p:nvSpPr>
        <p:spPr>
          <a:xfrm>
            <a:off x="7103110" y="715010"/>
            <a:ext cx="1546225" cy="645160"/>
          </a:xfrm>
          <a:prstGeom prst="rect">
            <a:avLst/>
          </a:prstGeom>
          <a:noFill/>
        </p:spPr>
        <p:txBody>
          <a:bodyPr wrap="square" rtlCol="0">
            <a:spAutoFit/>
          </a:bodyPr>
          <a:p>
            <a:r>
              <a:rPr lang="en-US" altLang="zh-CN"/>
              <a:t>Angular acceleration</a:t>
            </a:r>
            <a:endParaRPr lang="en-US" altLang="zh-CN"/>
          </a:p>
        </p:txBody>
      </p:sp>
      <p:sp>
        <p:nvSpPr>
          <p:cNvPr id="553" name="文本框 552"/>
          <p:cNvSpPr txBox="1"/>
          <p:nvPr/>
        </p:nvSpPr>
        <p:spPr>
          <a:xfrm>
            <a:off x="5182870" y="430530"/>
            <a:ext cx="1257300" cy="368300"/>
          </a:xfrm>
          <a:prstGeom prst="rect">
            <a:avLst/>
          </a:prstGeom>
          <a:noFill/>
        </p:spPr>
        <p:txBody>
          <a:bodyPr wrap="square" rtlCol="0">
            <a:spAutoFit/>
          </a:bodyPr>
          <a:p>
            <a:r>
              <a:rPr lang="en-US" altLang="zh-CN"/>
              <a:t> Ampulla</a:t>
            </a:r>
            <a:endParaRPr lang="en-US" altLang="zh-CN"/>
          </a:p>
        </p:txBody>
      </p:sp>
      <p:sp>
        <p:nvSpPr>
          <p:cNvPr id="554" name="文本框 553"/>
          <p:cNvSpPr txBox="1"/>
          <p:nvPr/>
        </p:nvSpPr>
        <p:spPr>
          <a:xfrm>
            <a:off x="5007610" y="1934210"/>
            <a:ext cx="943610" cy="645160"/>
          </a:xfrm>
          <a:prstGeom prst="rect">
            <a:avLst/>
          </a:prstGeom>
          <a:noFill/>
        </p:spPr>
        <p:txBody>
          <a:bodyPr wrap="square" rtlCol="0">
            <a:spAutoFit/>
          </a:bodyPr>
          <a:p>
            <a:r>
              <a:rPr lang="en-US" altLang="zh-CN"/>
              <a:t>Hair cells</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18" name="组合 217"/>
          <p:cNvGrpSpPr/>
          <p:nvPr/>
        </p:nvGrpSpPr>
        <p:grpSpPr>
          <a:xfrm>
            <a:off x="1346835" y="1153160"/>
            <a:ext cx="5750560" cy="3378835"/>
            <a:chOff x="-64" y="-27"/>
            <a:chExt cx="9056" cy="5321"/>
          </a:xfrm>
        </p:grpSpPr>
        <mc:AlternateContent xmlns:mc="http://schemas.openxmlformats.org/markup-compatibility/2006" xmlns:p14="http://schemas.microsoft.com/office/powerpoint/2010/main">
          <mc:Choice Requires="p14">
            <p:contentPart r:id="rId1" p14:bwMode="auto">
              <p14:nvContentPartPr>
                <p14:cNvPr id="16" name="墨迹 15"/>
                <p14:cNvContentPartPr/>
                <p14:nvPr/>
              </p14:nvContentPartPr>
              <p14:xfrm>
                <a:off x="1023" y="312"/>
                <a:ext cx="1429" cy="2305"/>
              </p14:xfrm>
            </p:contentPart>
          </mc:Choice>
          <mc:Fallback xmlns="">
            <p:pic>
              <p:nvPicPr>
                <p:cNvPr id="16" name="墨迹 15"/>
              </p:nvPicPr>
              <p:blipFill>
                <a:blip r:embed="rId2"/>
              </p:blipFill>
              <p:spPr>
                <a:xfrm>
                  <a:off x="1023" y="312"/>
                  <a:ext cx="1429" cy="230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7" name="墨迹 16"/>
                <p14:cNvContentPartPr/>
                <p14:nvPr/>
              </p14:nvContentPartPr>
              <p14:xfrm>
                <a:off x="1143" y="2604"/>
                <a:ext cx="756" cy="2029"/>
              </p14:xfrm>
            </p:contentPart>
          </mc:Choice>
          <mc:Fallback xmlns="">
            <p:pic>
              <p:nvPicPr>
                <p:cNvPr id="17" name="墨迹 16"/>
              </p:nvPicPr>
              <p:blipFill>
                <a:blip r:embed="rId4"/>
              </p:blipFill>
              <p:spPr>
                <a:xfrm>
                  <a:off x="1143" y="2604"/>
                  <a:ext cx="756" cy="2029"/>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8" name="墨迹 17"/>
                <p14:cNvContentPartPr/>
                <p14:nvPr/>
              </p14:nvContentPartPr>
              <p14:xfrm>
                <a:off x="1899" y="4632"/>
                <a:ext cx="1" cy="1"/>
              </p14:xfrm>
            </p:contentPart>
          </mc:Choice>
          <mc:Fallback xmlns="">
            <p:pic>
              <p:nvPicPr>
                <p:cNvPr id="18" name="墨迹 17"/>
              </p:nvPicPr>
              <p:blipFill>
                <a:blip r:embed="rId6"/>
              </p:blipFill>
              <p:spPr>
                <a:xfrm>
                  <a:off x="1899" y="4632"/>
                  <a:ext cx="1" cy="1"/>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32" name="墨迹 31"/>
                <p14:cNvContentPartPr/>
                <p14:nvPr/>
              </p14:nvContentPartPr>
              <p14:xfrm>
                <a:off x="2472" y="41"/>
                <a:ext cx="40" cy="639"/>
              </p14:xfrm>
            </p:contentPart>
          </mc:Choice>
          <mc:Fallback xmlns="">
            <p:pic>
              <p:nvPicPr>
                <p:cNvPr id="32" name="墨迹 31"/>
              </p:nvPicPr>
              <p:blipFill>
                <a:blip r:embed="rId8"/>
              </p:blipFill>
              <p:spPr>
                <a:xfrm>
                  <a:off x="2472" y="41"/>
                  <a:ext cx="40" cy="639"/>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33" name="墨迹 32"/>
                <p14:cNvContentPartPr/>
                <p14:nvPr/>
              </p14:nvContentPartPr>
              <p14:xfrm>
                <a:off x="2568" y="17"/>
                <a:ext cx="49" cy="682"/>
              </p14:xfrm>
            </p:contentPart>
          </mc:Choice>
          <mc:Fallback xmlns="">
            <p:pic>
              <p:nvPicPr>
                <p:cNvPr id="33" name="墨迹 32"/>
              </p:nvPicPr>
              <p:blipFill>
                <a:blip r:embed="rId10"/>
              </p:blipFill>
              <p:spPr>
                <a:xfrm>
                  <a:off x="2568" y="17"/>
                  <a:ext cx="49" cy="682"/>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34" name="墨迹 33"/>
                <p14:cNvContentPartPr/>
                <p14:nvPr/>
              </p14:nvContentPartPr>
              <p14:xfrm>
                <a:off x="1282" y="674"/>
                <a:ext cx="999" cy="1347"/>
              </p14:xfrm>
            </p:contentPart>
          </mc:Choice>
          <mc:Fallback xmlns="">
            <p:pic>
              <p:nvPicPr>
                <p:cNvPr id="34" name="墨迹 33"/>
              </p:nvPicPr>
              <p:blipFill>
                <a:blip r:embed="rId12"/>
              </p:blipFill>
              <p:spPr>
                <a:xfrm>
                  <a:off x="1282" y="674"/>
                  <a:ext cx="999" cy="1347"/>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35" name="墨迹 34"/>
                <p14:cNvContentPartPr/>
                <p14:nvPr/>
              </p14:nvContentPartPr>
              <p14:xfrm>
                <a:off x="1319" y="1096"/>
                <a:ext cx="367" cy="2467"/>
              </p14:xfrm>
            </p:contentPart>
          </mc:Choice>
          <mc:Fallback xmlns="">
            <p:pic>
              <p:nvPicPr>
                <p:cNvPr id="35" name="墨迹 34"/>
              </p:nvPicPr>
              <p:blipFill>
                <a:blip r:embed="rId14"/>
              </p:blipFill>
              <p:spPr>
                <a:xfrm>
                  <a:off x="1319" y="1096"/>
                  <a:ext cx="367" cy="2467"/>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36" name="墨迹 35"/>
                <p14:cNvContentPartPr/>
                <p14:nvPr/>
              </p14:nvContentPartPr>
              <p14:xfrm>
                <a:off x="1783" y="1653"/>
                <a:ext cx="479" cy="344"/>
              </p14:xfrm>
            </p:contentPart>
          </mc:Choice>
          <mc:Fallback xmlns="">
            <p:pic>
              <p:nvPicPr>
                <p:cNvPr id="36" name="墨迹 35"/>
              </p:nvPicPr>
              <p:blipFill>
                <a:blip r:embed="rId16"/>
              </p:blipFill>
              <p:spPr>
                <a:xfrm>
                  <a:off x="1783" y="1653"/>
                  <a:ext cx="479" cy="344"/>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37" name="墨迹 36"/>
                <p14:cNvContentPartPr/>
                <p14:nvPr/>
              </p14:nvContentPartPr>
              <p14:xfrm>
                <a:off x="1599" y="1951"/>
                <a:ext cx="889" cy="1423"/>
              </p14:xfrm>
            </p:contentPart>
          </mc:Choice>
          <mc:Fallback xmlns="">
            <p:pic>
              <p:nvPicPr>
                <p:cNvPr id="37" name="墨迹 36"/>
              </p:nvPicPr>
              <p:blipFill>
                <a:blip r:embed="rId18"/>
              </p:blipFill>
              <p:spPr>
                <a:xfrm>
                  <a:off x="1599" y="1951"/>
                  <a:ext cx="889" cy="1423"/>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38" name="墨迹 37"/>
                <p14:cNvContentPartPr/>
                <p14:nvPr/>
              </p14:nvContentPartPr>
              <p14:xfrm>
                <a:off x="2280" y="808"/>
                <a:ext cx="2743" cy="1978"/>
              </p14:xfrm>
            </p:contentPart>
          </mc:Choice>
          <mc:Fallback xmlns="">
            <p:pic>
              <p:nvPicPr>
                <p:cNvPr id="38" name="墨迹 37"/>
              </p:nvPicPr>
              <p:blipFill>
                <a:blip r:embed="rId20"/>
              </p:blipFill>
              <p:spPr>
                <a:xfrm>
                  <a:off x="2280" y="808"/>
                  <a:ext cx="2743" cy="1978"/>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39" name="墨迹 38"/>
                <p14:cNvContentPartPr/>
                <p14:nvPr/>
              </p14:nvContentPartPr>
              <p14:xfrm>
                <a:off x="2415" y="952"/>
                <a:ext cx="903" cy="1331"/>
              </p14:xfrm>
            </p:contentPart>
          </mc:Choice>
          <mc:Fallback xmlns="">
            <p:pic>
              <p:nvPicPr>
                <p:cNvPr id="39" name="墨迹 38"/>
              </p:nvPicPr>
              <p:blipFill>
                <a:blip r:embed="rId22"/>
              </p:blipFill>
              <p:spPr>
                <a:xfrm>
                  <a:off x="2415" y="952"/>
                  <a:ext cx="903" cy="1331"/>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40" name="墨迹 39"/>
                <p14:cNvContentPartPr/>
                <p14:nvPr/>
              </p14:nvContentPartPr>
              <p14:xfrm>
                <a:off x="2568" y="65"/>
                <a:ext cx="145" cy="744"/>
              </p14:xfrm>
            </p:contentPart>
          </mc:Choice>
          <mc:Fallback xmlns="">
            <p:pic>
              <p:nvPicPr>
                <p:cNvPr id="40" name="墨迹 39"/>
              </p:nvPicPr>
              <p:blipFill>
                <a:blip r:embed="rId24"/>
              </p:blipFill>
              <p:spPr>
                <a:xfrm>
                  <a:off x="2568" y="65"/>
                  <a:ext cx="145" cy="744"/>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41" name="墨迹 40"/>
                <p14:cNvContentPartPr/>
                <p14:nvPr/>
              </p14:nvContentPartPr>
              <p14:xfrm>
                <a:off x="2837" y="-27"/>
                <a:ext cx="855" cy="2382"/>
              </p14:xfrm>
            </p:contentPart>
          </mc:Choice>
          <mc:Fallback xmlns="">
            <p:pic>
              <p:nvPicPr>
                <p:cNvPr id="41" name="墨迹 40"/>
              </p:nvPicPr>
              <p:blipFill>
                <a:blip r:embed="rId26"/>
              </p:blipFill>
              <p:spPr>
                <a:xfrm>
                  <a:off x="2837" y="-27"/>
                  <a:ext cx="855" cy="2382"/>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42" name="墨迹 41"/>
                <p14:cNvContentPartPr/>
                <p14:nvPr/>
              </p14:nvContentPartPr>
              <p14:xfrm>
                <a:off x="3605" y="71"/>
                <a:ext cx="3405" cy="1882"/>
              </p14:xfrm>
            </p:contentPart>
          </mc:Choice>
          <mc:Fallback xmlns="">
            <p:pic>
              <p:nvPicPr>
                <p:cNvPr id="42" name="墨迹 41"/>
              </p:nvPicPr>
              <p:blipFill>
                <a:blip r:embed="rId28"/>
              </p:blipFill>
              <p:spPr>
                <a:xfrm>
                  <a:off x="3605" y="71"/>
                  <a:ext cx="3405" cy="1882"/>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43" name="墨迹 42"/>
                <p14:cNvContentPartPr/>
                <p14:nvPr/>
              </p14:nvContentPartPr>
              <p14:xfrm>
                <a:off x="1879" y="2394"/>
                <a:ext cx="1900" cy="778"/>
              </p14:xfrm>
            </p:contentPart>
          </mc:Choice>
          <mc:Fallback xmlns="">
            <p:pic>
              <p:nvPicPr>
                <p:cNvPr id="43" name="墨迹 42"/>
              </p:nvPicPr>
              <p:blipFill>
                <a:blip r:embed="rId30"/>
              </p:blipFill>
              <p:spPr>
                <a:xfrm>
                  <a:off x="1879" y="2394"/>
                  <a:ext cx="1900" cy="778"/>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44" name="墨迹 43"/>
                <p14:cNvContentPartPr/>
                <p14:nvPr/>
              </p14:nvContentPartPr>
              <p14:xfrm>
                <a:off x="1858" y="2077"/>
                <a:ext cx="548" cy="558"/>
              </p14:xfrm>
            </p:contentPart>
          </mc:Choice>
          <mc:Fallback xmlns="">
            <p:pic>
              <p:nvPicPr>
                <p:cNvPr id="44" name="墨迹 43"/>
              </p:nvPicPr>
              <p:blipFill>
                <a:blip r:embed="rId32"/>
              </p:blipFill>
              <p:spPr>
                <a:xfrm>
                  <a:off x="1858" y="2077"/>
                  <a:ext cx="548" cy="558"/>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45" name="墨迹 44"/>
                <p14:cNvContentPartPr/>
                <p14:nvPr/>
              </p14:nvContentPartPr>
              <p14:xfrm>
                <a:off x="2021" y="2759"/>
                <a:ext cx="3112" cy="1124"/>
              </p14:xfrm>
            </p:contentPart>
          </mc:Choice>
          <mc:Fallback xmlns="">
            <p:pic>
              <p:nvPicPr>
                <p:cNvPr id="45" name="墨迹 44"/>
              </p:nvPicPr>
              <p:blipFill>
                <a:blip r:embed="rId34"/>
              </p:blipFill>
              <p:spPr>
                <a:xfrm>
                  <a:off x="2021" y="2759"/>
                  <a:ext cx="3112" cy="1124"/>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46" name="墨迹 45"/>
                <p14:cNvContentPartPr/>
                <p14:nvPr/>
              </p14:nvContentPartPr>
              <p14:xfrm>
                <a:off x="4661" y="2595"/>
                <a:ext cx="284" cy="564"/>
              </p14:xfrm>
            </p:contentPart>
          </mc:Choice>
          <mc:Fallback xmlns="">
            <p:pic>
              <p:nvPicPr>
                <p:cNvPr id="46" name="墨迹 45"/>
              </p:nvPicPr>
              <p:blipFill>
                <a:blip r:embed="rId36"/>
              </p:blipFill>
              <p:spPr>
                <a:xfrm>
                  <a:off x="4661" y="2595"/>
                  <a:ext cx="284" cy="564"/>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47" name="墨迹 46"/>
                <p14:cNvContentPartPr/>
                <p14:nvPr/>
              </p14:nvContentPartPr>
              <p14:xfrm>
                <a:off x="5045" y="2509"/>
                <a:ext cx="961" cy="888"/>
              </p14:xfrm>
            </p:contentPart>
          </mc:Choice>
          <mc:Fallback xmlns="">
            <p:pic>
              <p:nvPicPr>
                <p:cNvPr id="47" name="墨迹 46"/>
              </p:nvPicPr>
              <p:blipFill>
                <a:blip r:embed="rId38"/>
              </p:blipFill>
              <p:spPr>
                <a:xfrm>
                  <a:off x="5045" y="2509"/>
                  <a:ext cx="961" cy="888"/>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48" name="墨迹 47"/>
                <p14:cNvContentPartPr/>
                <p14:nvPr/>
              </p14:nvContentPartPr>
              <p14:xfrm>
                <a:off x="3663" y="2375"/>
                <a:ext cx="1181" cy="172"/>
              </p14:xfrm>
            </p:contentPart>
          </mc:Choice>
          <mc:Fallback xmlns="">
            <p:pic>
              <p:nvPicPr>
                <p:cNvPr id="48" name="墨迹 47"/>
              </p:nvPicPr>
              <p:blipFill>
                <a:blip r:embed="rId40"/>
              </p:blipFill>
              <p:spPr>
                <a:xfrm>
                  <a:off x="3663" y="2375"/>
                  <a:ext cx="1181" cy="172"/>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49" name="墨迹 48"/>
                <p14:cNvContentPartPr/>
                <p14:nvPr/>
              </p14:nvContentPartPr>
              <p14:xfrm>
                <a:off x="4767" y="2298"/>
                <a:ext cx="202" cy="289"/>
              </p14:xfrm>
            </p:contentPart>
          </mc:Choice>
          <mc:Fallback xmlns="">
            <p:pic>
              <p:nvPicPr>
                <p:cNvPr id="49" name="墨迹 48"/>
              </p:nvPicPr>
              <p:blipFill>
                <a:blip r:embed="rId42"/>
              </p:blipFill>
              <p:spPr>
                <a:xfrm>
                  <a:off x="4767" y="2298"/>
                  <a:ext cx="202" cy="289"/>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50" name="墨迹 49"/>
                <p14:cNvContentPartPr/>
                <p14:nvPr/>
              </p14:nvContentPartPr>
              <p14:xfrm>
                <a:off x="4767" y="2077"/>
                <a:ext cx="269" cy="231"/>
              </p14:xfrm>
            </p:contentPart>
          </mc:Choice>
          <mc:Fallback xmlns="">
            <p:pic>
              <p:nvPicPr>
                <p:cNvPr id="50" name="墨迹 49"/>
              </p:nvPicPr>
              <p:blipFill>
                <a:blip r:embed="rId44"/>
              </p:blipFill>
              <p:spPr>
                <a:xfrm>
                  <a:off x="4767" y="2077"/>
                  <a:ext cx="269" cy="231"/>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51" name="墨迹 50"/>
                <p14:cNvContentPartPr/>
                <p14:nvPr/>
              </p14:nvContentPartPr>
              <p14:xfrm>
                <a:off x="4949" y="2163"/>
                <a:ext cx="59" cy="165"/>
              </p14:xfrm>
            </p:contentPart>
          </mc:Choice>
          <mc:Fallback xmlns="">
            <p:pic>
              <p:nvPicPr>
                <p:cNvPr id="51" name="墨迹 50"/>
              </p:nvPicPr>
              <p:blipFill>
                <a:blip r:embed="rId46"/>
              </p:blipFill>
              <p:spPr>
                <a:xfrm>
                  <a:off x="4949" y="2163"/>
                  <a:ext cx="59" cy="165"/>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52" name="墨迹 51"/>
                <p14:cNvContentPartPr/>
                <p14:nvPr/>
              </p14:nvContentPartPr>
              <p14:xfrm>
                <a:off x="4997" y="2365"/>
                <a:ext cx="36" cy="107"/>
              </p14:xfrm>
            </p:contentPart>
          </mc:Choice>
          <mc:Fallback xmlns="">
            <p:pic>
              <p:nvPicPr>
                <p:cNvPr id="52" name="墨迹 51"/>
              </p:nvPicPr>
              <p:blipFill>
                <a:blip r:embed="rId48"/>
              </p:blipFill>
              <p:spPr>
                <a:xfrm>
                  <a:off x="4997" y="2365"/>
                  <a:ext cx="36" cy="107"/>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53" name="墨迹 52"/>
                <p14:cNvContentPartPr/>
                <p14:nvPr/>
              </p14:nvContentPartPr>
              <p14:xfrm>
                <a:off x="5016" y="2163"/>
                <a:ext cx="404" cy="453"/>
              </p14:xfrm>
            </p:contentPart>
          </mc:Choice>
          <mc:Fallback xmlns="">
            <p:pic>
              <p:nvPicPr>
                <p:cNvPr id="53" name="墨迹 52"/>
              </p:nvPicPr>
              <p:blipFill>
                <a:blip r:embed="rId50"/>
              </p:blipFill>
              <p:spPr>
                <a:xfrm>
                  <a:off x="5016" y="2163"/>
                  <a:ext cx="404" cy="453"/>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54" name="墨迹 53"/>
                <p14:cNvContentPartPr/>
                <p14:nvPr/>
              </p14:nvContentPartPr>
              <p14:xfrm>
                <a:off x="5055" y="2499"/>
                <a:ext cx="625" cy="193"/>
              </p14:xfrm>
            </p:contentPart>
          </mc:Choice>
          <mc:Fallback xmlns="">
            <p:pic>
              <p:nvPicPr>
                <p:cNvPr id="54" name="墨迹 53"/>
              </p:nvPicPr>
              <p:blipFill>
                <a:blip r:embed="rId52"/>
              </p:blipFill>
              <p:spPr>
                <a:xfrm>
                  <a:off x="5055" y="2499"/>
                  <a:ext cx="625" cy="193"/>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55" name="墨迹 54"/>
                <p14:cNvContentPartPr/>
                <p14:nvPr/>
              </p14:nvContentPartPr>
              <p14:xfrm>
                <a:off x="5429" y="2519"/>
                <a:ext cx="202" cy="87"/>
              </p14:xfrm>
            </p:contentPart>
          </mc:Choice>
          <mc:Fallback xmlns="">
            <p:pic>
              <p:nvPicPr>
                <p:cNvPr id="55" name="墨迹 54"/>
              </p:nvPicPr>
              <p:blipFill>
                <a:blip r:embed="rId54"/>
              </p:blipFill>
              <p:spPr>
                <a:xfrm>
                  <a:off x="5429" y="2519"/>
                  <a:ext cx="202" cy="87"/>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56" name="墨迹 55"/>
                <p14:cNvContentPartPr/>
                <p14:nvPr/>
              </p14:nvContentPartPr>
              <p14:xfrm>
                <a:off x="5285" y="1626"/>
                <a:ext cx="788" cy="874"/>
              </p14:xfrm>
            </p:contentPart>
          </mc:Choice>
          <mc:Fallback xmlns="">
            <p:pic>
              <p:nvPicPr>
                <p:cNvPr id="56" name="墨迹 55"/>
              </p:nvPicPr>
              <p:blipFill>
                <a:blip r:embed="rId56"/>
              </p:blipFill>
              <p:spPr>
                <a:xfrm>
                  <a:off x="5285" y="1626"/>
                  <a:ext cx="788" cy="874"/>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57" name="墨迹 56"/>
                <p14:cNvContentPartPr/>
                <p14:nvPr/>
              </p14:nvContentPartPr>
              <p14:xfrm>
                <a:off x="5467" y="1866"/>
                <a:ext cx="213" cy="174"/>
              </p14:xfrm>
            </p:contentPart>
          </mc:Choice>
          <mc:Fallback xmlns="">
            <p:pic>
              <p:nvPicPr>
                <p:cNvPr id="57" name="墨迹 56"/>
              </p:nvPicPr>
              <p:blipFill>
                <a:blip r:embed="rId58"/>
              </p:blipFill>
              <p:spPr>
                <a:xfrm>
                  <a:off x="5467" y="1866"/>
                  <a:ext cx="213" cy="174"/>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58" name="墨迹 57"/>
                <p14:cNvContentPartPr/>
                <p14:nvPr/>
              </p14:nvContentPartPr>
              <p14:xfrm>
                <a:off x="5410" y="2048"/>
                <a:ext cx="231" cy="53"/>
              </p14:xfrm>
            </p:contentPart>
          </mc:Choice>
          <mc:Fallback xmlns="">
            <p:pic>
              <p:nvPicPr>
                <p:cNvPr id="58" name="墨迹 57"/>
              </p:nvPicPr>
              <p:blipFill>
                <a:blip r:embed="rId60"/>
              </p:blipFill>
              <p:spPr>
                <a:xfrm>
                  <a:off x="5410" y="2048"/>
                  <a:ext cx="231" cy="53"/>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59" name="墨迹 58"/>
                <p14:cNvContentPartPr/>
                <p14:nvPr/>
              </p14:nvContentPartPr>
              <p14:xfrm>
                <a:off x="5429" y="2144"/>
                <a:ext cx="251" cy="203"/>
              </p14:xfrm>
            </p:contentPart>
          </mc:Choice>
          <mc:Fallback xmlns="">
            <p:pic>
              <p:nvPicPr>
                <p:cNvPr id="59" name="墨迹 58"/>
              </p:nvPicPr>
              <p:blipFill>
                <a:blip r:embed="rId62"/>
              </p:blipFill>
              <p:spPr>
                <a:xfrm>
                  <a:off x="5429" y="2144"/>
                  <a:ext cx="251" cy="203"/>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60" name="墨迹 59"/>
                <p14:cNvContentPartPr/>
                <p14:nvPr/>
              </p14:nvContentPartPr>
              <p14:xfrm>
                <a:off x="5726" y="1703"/>
                <a:ext cx="261" cy="539"/>
              </p14:xfrm>
            </p:contentPart>
          </mc:Choice>
          <mc:Fallback xmlns="">
            <p:pic>
              <p:nvPicPr>
                <p:cNvPr id="60" name="墨迹 59"/>
              </p:nvPicPr>
              <p:blipFill>
                <a:blip r:embed="rId64"/>
              </p:blipFill>
              <p:spPr>
                <a:xfrm>
                  <a:off x="5726" y="1703"/>
                  <a:ext cx="261" cy="539"/>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61" name="墨迹 60"/>
                <p14:cNvContentPartPr/>
                <p14:nvPr/>
              </p14:nvContentPartPr>
              <p14:xfrm>
                <a:off x="5755" y="2355"/>
                <a:ext cx="184" cy="136"/>
              </p14:xfrm>
            </p:contentPart>
          </mc:Choice>
          <mc:Fallback xmlns="">
            <p:pic>
              <p:nvPicPr>
                <p:cNvPr id="61" name="墨迹 60"/>
              </p:nvPicPr>
              <p:blipFill>
                <a:blip r:embed="rId66"/>
              </p:blipFill>
              <p:spPr>
                <a:xfrm>
                  <a:off x="5755" y="2355"/>
                  <a:ext cx="184" cy="136"/>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62" name="墨迹 61"/>
                <p14:cNvContentPartPr/>
                <p14:nvPr/>
              </p14:nvContentPartPr>
              <p14:xfrm>
                <a:off x="6120" y="2269"/>
                <a:ext cx="337" cy="87"/>
              </p14:xfrm>
            </p:contentPart>
          </mc:Choice>
          <mc:Fallback xmlns="">
            <p:pic>
              <p:nvPicPr>
                <p:cNvPr id="62" name="墨迹 61"/>
              </p:nvPicPr>
              <p:blipFill>
                <a:blip r:embed="rId68"/>
              </p:blipFill>
              <p:spPr>
                <a:xfrm>
                  <a:off x="6120" y="2269"/>
                  <a:ext cx="337" cy="87"/>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63" name="墨迹 62"/>
                <p14:cNvContentPartPr/>
                <p14:nvPr/>
              </p14:nvContentPartPr>
              <p14:xfrm>
                <a:off x="5632" y="2326"/>
                <a:ext cx="1104" cy="962"/>
              </p14:xfrm>
            </p:contentPart>
          </mc:Choice>
          <mc:Fallback xmlns="">
            <p:pic>
              <p:nvPicPr>
                <p:cNvPr id="63" name="墨迹 62"/>
              </p:nvPicPr>
              <p:blipFill>
                <a:blip r:embed="rId70"/>
              </p:blipFill>
              <p:spPr>
                <a:xfrm>
                  <a:off x="5632" y="2326"/>
                  <a:ext cx="1104" cy="962"/>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64" name="墨迹 63"/>
                <p14:cNvContentPartPr/>
                <p14:nvPr/>
              </p14:nvContentPartPr>
              <p14:xfrm>
                <a:off x="5525" y="2643"/>
                <a:ext cx="95" cy="107"/>
              </p14:xfrm>
            </p:contentPart>
          </mc:Choice>
          <mc:Fallback xmlns="">
            <p:pic>
              <p:nvPicPr>
                <p:cNvPr id="64" name="墨迹 63"/>
              </p:nvPicPr>
              <p:blipFill>
                <a:blip r:embed="rId72"/>
              </p:blipFill>
              <p:spPr>
                <a:xfrm>
                  <a:off x="5525" y="2643"/>
                  <a:ext cx="95" cy="107"/>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65" name="墨迹 64"/>
                <p14:cNvContentPartPr/>
                <p14:nvPr/>
              </p14:nvContentPartPr>
              <p14:xfrm>
                <a:off x="6456" y="2279"/>
                <a:ext cx="568" cy="58"/>
              </p14:xfrm>
            </p:contentPart>
          </mc:Choice>
          <mc:Fallback xmlns="">
            <p:pic>
              <p:nvPicPr>
                <p:cNvPr id="65" name="墨迹 64"/>
              </p:nvPicPr>
              <p:blipFill>
                <a:blip r:embed="rId74"/>
              </p:blipFill>
              <p:spPr>
                <a:xfrm>
                  <a:off x="6456" y="2279"/>
                  <a:ext cx="568" cy="58"/>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66" name="墨迹 65"/>
                <p14:cNvContentPartPr/>
                <p14:nvPr/>
              </p14:nvContentPartPr>
              <p14:xfrm>
                <a:off x="6639" y="2442"/>
                <a:ext cx="385" cy="49"/>
              </p14:xfrm>
            </p:contentPart>
          </mc:Choice>
          <mc:Fallback xmlns="">
            <p:pic>
              <p:nvPicPr>
                <p:cNvPr id="66" name="墨迹 65"/>
              </p:nvPicPr>
              <p:blipFill>
                <a:blip r:embed="rId76"/>
              </p:blipFill>
              <p:spPr>
                <a:xfrm>
                  <a:off x="6639" y="2442"/>
                  <a:ext cx="385" cy="49"/>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67" name="墨迹 66"/>
                <p14:cNvContentPartPr/>
                <p14:nvPr/>
              </p14:nvContentPartPr>
              <p14:xfrm>
                <a:off x="1887" y="3891"/>
                <a:ext cx="826" cy="1219"/>
              </p14:xfrm>
            </p:contentPart>
          </mc:Choice>
          <mc:Fallback xmlns="">
            <p:pic>
              <p:nvPicPr>
                <p:cNvPr id="67" name="墨迹 66"/>
              </p:nvPicPr>
              <p:blipFill>
                <a:blip r:embed="rId78"/>
              </p:blipFill>
              <p:spPr>
                <a:xfrm>
                  <a:off x="1887" y="3891"/>
                  <a:ext cx="826" cy="1219"/>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68" name="墨迹 67"/>
                <p14:cNvContentPartPr/>
                <p14:nvPr/>
              </p14:nvContentPartPr>
              <p14:xfrm>
                <a:off x="2021" y="3210"/>
                <a:ext cx="4034" cy="1921"/>
              </p14:xfrm>
            </p:contentPart>
          </mc:Choice>
          <mc:Fallback xmlns="">
            <p:pic>
              <p:nvPicPr>
                <p:cNvPr id="68" name="墨迹 67"/>
              </p:nvPicPr>
              <p:blipFill>
                <a:blip r:embed="rId80"/>
              </p:blipFill>
              <p:spPr>
                <a:xfrm>
                  <a:off x="2021" y="3210"/>
                  <a:ext cx="4034" cy="1921"/>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69" name="墨迹 68"/>
                <p14:cNvContentPartPr/>
                <p14:nvPr/>
              </p14:nvContentPartPr>
              <p14:xfrm>
                <a:off x="3307" y="3507"/>
                <a:ext cx="1220" cy="59"/>
              </p14:xfrm>
            </p:contentPart>
          </mc:Choice>
          <mc:Fallback xmlns="">
            <p:pic>
              <p:nvPicPr>
                <p:cNvPr id="69" name="墨迹 68"/>
              </p:nvPicPr>
              <p:blipFill>
                <a:blip r:embed="rId82"/>
              </p:blipFill>
              <p:spPr>
                <a:xfrm>
                  <a:off x="3307" y="3507"/>
                  <a:ext cx="1220" cy="59"/>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70" name="墨迹 69"/>
                <p14:cNvContentPartPr/>
                <p14:nvPr/>
              </p14:nvContentPartPr>
              <p14:xfrm>
                <a:off x="3317" y="3287"/>
                <a:ext cx="1287" cy="212"/>
              </p14:xfrm>
            </p:contentPart>
          </mc:Choice>
          <mc:Fallback xmlns="">
            <p:pic>
              <p:nvPicPr>
                <p:cNvPr id="70" name="墨迹 69"/>
              </p:nvPicPr>
              <p:blipFill>
                <a:blip r:embed="rId84"/>
              </p:blipFill>
              <p:spPr>
                <a:xfrm>
                  <a:off x="3317" y="3287"/>
                  <a:ext cx="1287" cy="212"/>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71" name="墨迹 70"/>
                <p14:cNvContentPartPr/>
                <p14:nvPr/>
              </p14:nvContentPartPr>
              <p14:xfrm>
                <a:off x="6149" y="3776"/>
                <a:ext cx="932" cy="824"/>
              </p14:xfrm>
            </p:contentPart>
          </mc:Choice>
          <mc:Fallback xmlns="">
            <p:pic>
              <p:nvPicPr>
                <p:cNvPr id="71" name="墨迹 70"/>
              </p:nvPicPr>
              <p:blipFill>
                <a:blip r:embed="rId86"/>
              </p:blipFill>
              <p:spPr>
                <a:xfrm>
                  <a:off x="6149" y="3776"/>
                  <a:ext cx="932" cy="824"/>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72" name="墨迹 71"/>
                <p14:cNvContentPartPr/>
                <p14:nvPr/>
              </p14:nvContentPartPr>
              <p14:xfrm>
                <a:off x="6120" y="3507"/>
                <a:ext cx="1087" cy="664"/>
              </p14:xfrm>
            </p:contentPart>
          </mc:Choice>
          <mc:Fallback xmlns="">
            <p:pic>
              <p:nvPicPr>
                <p:cNvPr id="72" name="墨迹 71"/>
              </p:nvPicPr>
              <p:blipFill>
                <a:blip r:embed="rId88"/>
              </p:blipFill>
              <p:spPr>
                <a:xfrm>
                  <a:off x="6120" y="3507"/>
                  <a:ext cx="1087" cy="664"/>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73" name="墨迹 72"/>
                <p14:cNvContentPartPr/>
                <p14:nvPr/>
              </p14:nvContentPartPr>
              <p14:xfrm>
                <a:off x="6111" y="3584"/>
                <a:ext cx="925" cy="738"/>
              </p14:xfrm>
            </p:contentPart>
          </mc:Choice>
          <mc:Fallback xmlns="">
            <p:pic>
              <p:nvPicPr>
                <p:cNvPr id="73" name="墨迹 72"/>
              </p:nvPicPr>
              <p:blipFill>
                <a:blip r:embed="rId90"/>
              </p:blipFill>
              <p:spPr>
                <a:xfrm>
                  <a:off x="6111" y="3584"/>
                  <a:ext cx="925" cy="738"/>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74" name="墨迹 73"/>
                <p14:cNvContentPartPr/>
                <p14:nvPr/>
              </p14:nvContentPartPr>
              <p14:xfrm>
                <a:off x="6024" y="3287"/>
                <a:ext cx="1096" cy="652"/>
              </p14:xfrm>
            </p:contentPart>
          </mc:Choice>
          <mc:Fallback xmlns="">
            <p:pic>
              <p:nvPicPr>
                <p:cNvPr id="74" name="墨迹 73"/>
              </p:nvPicPr>
              <p:blipFill>
                <a:blip r:embed="rId92"/>
              </p:blipFill>
              <p:spPr>
                <a:xfrm>
                  <a:off x="6024" y="3287"/>
                  <a:ext cx="1096" cy="652"/>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75" name="墨迹 74"/>
                <p14:cNvContentPartPr/>
                <p14:nvPr/>
              </p14:nvContentPartPr>
              <p14:xfrm>
                <a:off x="6030" y="2397"/>
                <a:ext cx="674" cy="694"/>
              </p14:xfrm>
            </p:contentPart>
          </mc:Choice>
          <mc:Fallback xmlns="">
            <p:pic>
              <p:nvPicPr>
                <p:cNvPr id="75" name="墨迹 74"/>
              </p:nvPicPr>
              <p:blipFill>
                <a:blip r:embed="rId94"/>
              </p:blipFill>
              <p:spPr>
                <a:xfrm>
                  <a:off x="6030" y="2397"/>
                  <a:ext cx="674" cy="694"/>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76" name="墨迹 75"/>
                <p14:cNvContentPartPr/>
                <p14:nvPr/>
              </p14:nvContentPartPr>
              <p14:xfrm>
                <a:off x="6120" y="2616"/>
                <a:ext cx="403" cy="455"/>
              </p14:xfrm>
            </p:contentPart>
          </mc:Choice>
          <mc:Fallback xmlns="">
            <p:pic>
              <p:nvPicPr>
                <p:cNvPr id="76" name="墨迹 75"/>
              </p:nvPicPr>
              <p:blipFill>
                <a:blip r:embed="rId96"/>
              </p:blipFill>
              <p:spPr>
                <a:xfrm>
                  <a:off x="6120" y="2616"/>
                  <a:ext cx="403" cy="455"/>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79" name="墨迹 78"/>
                <p14:cNvContentPartPr/>
                <p14:nvPr/>
              </p14:nvContentPartPr>
              <p14:xfrm>
                <a:off x="6001" y="2522"/>
                <a:ext cx="531" cy="492"/>
              </p14:xfrm>
            </p:contentPart>
          </mc:Choice>
          <mc:Fallback xmlns="">
            <p:pic>
              <p:nvPicPr>
                <p:cNvPr id="79" name="墨迹 78"/>
              </p:nvPicPr>
              <p:blipFill>
                <a:blip r:embed="rId98"/>
              </p:blipFill>
              <p:spPr>
                <a:xfrm>
                  <a:off x="6001" y="2522"/>
                  <a:ext cx="531" cy="492"/>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80" name="墨迹 79"/>
                <p14:cNvContentPartPr/>
                <p14:nvPr/>
              </p14:nvContentPartPr>
              <p14:xfrm>
                <a:off x="5836" y="2342"/>
                <a:ext cx="828" cy="926"/>
              </p14:xfrm>
            </p:contentPart>
          </mc:Choice>
          <mc:Fallback xmlns="">
            <p:pic>
              <p:nvPicPr>
                <p:cNvPr id="80" name="墨迹 79"/>
              </p:nvPicPr>
              <p:blipFill>
                <a:blip r:embed="rId100"/>
              </p:blipFill>
              <p:spPr>
                <a:xfrm>
                  <a:off x="5836" y="2342"/>
                  <a:ext cx="828" cy="926"/>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81" name="墨迹 80"/>
                <p14:cNvContentPartPr/>
                <p14:nvPr/>
              </p14:nvContentPartPr>
              <p14:xfrm>
                <a:off x="6091" y="2969"/>
                <a:ext cx="192" cy="260"/>
              </p14:xfrm>
            </p:contentPart>
          </mc:Choice>
          <mc:Fallback xmlns="">
            <p:pic>
              <p:nvPicPr>
                <p:cNvPr id="81" name="墨迹 80"/>
              </p:nvPicPr>
              <p:blipFill>
                <a:blip r:embed="rId102"/>
              </p:blipFill>
              <p:spPr>
                <a:xfrm>
                  <a:off x="6091" y="2969"/>
                  <a:ext cx="192" cy="260"/>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82" name="墨迹 81"/>
                <p14:cNvContentPartPr/>
                <p14:nvPr/>
              </p14:nvContentPartPr>
              <p14:xfrm>
                <a:off x="5972" y="3100"/>
                <a:ext cx="146" cy="134"/>
              </p14:xfrm>
            </p:contentPart>
          </mc:Choice>
          <mc:Fallback xmlns="">
            <p:pic>
              <p:nvPicPr>
                <p:cNvPr id="82" name="墨迹 81"/>
              </p:nvPicPr>
              <p:blipFill>
                <a:blip r:embed="rId104"/>
              </p:blipFill>
              <p:spPr>
                <a:xfrm>
                  <a:off x="5972" y="3100"/>
                  <a:ext cx="146" cy="134"/>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87" name="墨迹 86"/>
                <p14:cNvContentPartPr/>
                <p14:nvPr/>
              </p14:nvContentPartPr>
              <p14:xfrm>
                <a:off x="5935" y="2590"/>
                <a:ext cx="663" cy="512"/>
              </p14:xfrm>
            </p:contentPart>
          </mc:Choice>
          <mc:Fallback xmlns="">
            <p:pic>
              <p:nvPicPr>
                <p:cNvPr id="87" name="墨迹 86"/>
              </p:nvPicPr>
              <p:blipFill>
                <a:blip r:embed="rId106"/>
              </p:blipFill>
              <p:spPr>
                <a:xfrm>
                  <a:off x="5935" y="2590"/>
                  <a:ext cx="663" cy="512"/>
                </a:xfrm>
                <a:prstGeom prst="rect"/>
              </p:spPr>
            </p:pic>
          </mc:Fallback>
        </mc:AlternateContent>
        <mc:AlternateContent xmlns:mc="http://schemas.openxmlformats.org/markup-compatibility/2006" xmlns:p14="http://schemas.microsoft.com/office/powerpoint/2010/main">
          <mc:Choice Requires="p14">
            <p:contentPart r:id="rId107" p14:bwMode="auto">
              <p14:nvContentPartPr>
                <p14:cNvPr id="88" name="墨迹 87"/>
                <p14:cNvContentPartPr/>
                <p14:nvPr/>
              </p14:nvContentPartPr>
              <p14:xfrm>
                <a:off x="5688" y="2249"/>
                <a:ext cx="299" cy="755"/>
              </p14:xfrm>
            </p:contentPart>
          </mc:Choice>
          <mc:Fallback xmlns="">
            <p:pic>
              <p:nvPicPr>
                <p:cNvPr id="88" name="墨迹 87"/>
              </p:nvPicPr>
              <p:blipFill>
                <a:blip r:embed="rId108"/>
              </p:blipFill>
              <p:spPr>
                <a:xfrm>
                  <a:off x="5688" y="2249"/>
                  <a:ext cx="299" cy="755"/>
                </a:xfrm>
                <a:prstGeom prst="rect"/>
              </p:spPr>
            </p:pic>
          </mc:Fallback>
        </mc:AlternateContent>
        <mc:AlternateContent xmlns:mc="http://schemas.openxmlformats.org/markup-compatibility/2006" xmlns:p14="http://schemas.microsoft.com/office/powerpoint/2010/main">
          <mc:Choice Requires="p14">
            <p:contentPart r:id="rId109" p14:bwMode="auto">
              <p14:nvContentPartPr>
                <p14:cNvPr id="89" name="墨迹 88"/>
                <p14:cNvContentPartPr/>
                <p14:nvPr/>
              </p14:nvContentPartPr>
              <p14:xfrm>
                <a:off x="5357" y="1665"/>
                <a:ext cx="395" cy="744"/>
              </p14:xfrm>
            </p:contentPart>
          </mc:Choice>
          <mc:Fallback xmlns="">
            <p:pic>
              <p:nvPicPr>
                <p:cNvPr id="89" name="墨迹 88"/>
              </p:nvPicPr>
              <p:blipFill>
                <a:blip r:embed="rId110"/>
              </p:blipFill>
              <p:spPr>
                <a:xfrm>
                  <a:off x="5357" y="1665"/>
                  <a:ext cx="395" cy="744"/>
                </a:xfrm>
                <a:prstGeom prst="rect"/>
              </p:spPr>
            </p:pic>
          </mc:Fallback>
        </mc:AlternateContent>
        <mc:AlternateContent xmlns:mc="http://schemas.openxmlformats.org/markup-compatibility/2006" xmlns:p14="http://schemas.microsoft.com/office/powerpoint/2010/main">
          <mc:Choice Requires="p14">
            <p:contentPart r:id="rId111" p14:bwMode="auto">
              <p14:nvContentPartPr>
                <p14:cNvPr id="90" name="墨迹 89"/>
                <p14:cNvContentPartPr/>
                <p14:nvPr/>
              </p14:nvContentPartPr>
              <p14:xfrm>
                <a:off x="5572" y="2094"/>
                <a:ext cx="364" cy="927"/>
              </p14:xfrm>
            </p:contentPart>
          </mc:Choice>
          <mc:Fallback xmlns="">
            <p:pic>
              <p:nvPicPr>
                <p:cNvPr id="90" name="墨迹 89"/>
              </p:nvPicPr>
              <p:blipFill>
                <a:blip r:embed="rId112"/>
              </p:blipFill>
              <p:spPr>
                <a:xfrm>
                  <a:off x="5572" y="2094"/>
                  <a:ext cx="364" cy="927"/>
                </a:xfrm>
                <a:prstGeom prst="rect"/>
              </p:spPr>
            </p:pic>
          </mc:Fallback>
        </mc:AlternateContent>
        <mc:AlternateContent xmlns:mc="http://schemas.openxmlformats.org/markup-compatibility/2006" xmlns:p14="http://schemas.microsoft.com/office/powerpoint/2010/main">
          <mc:Choice Requires="p14">
            <p:contentPart r:id="rId113" p14:bwMode="auto">
              <p14:nvContentPartPr>
                <p14:cNvPr id="91" name="墨迹 90"/>
                <p14:cNvContentPartPr/>
                <p14:nvPr/>
              </p14:nvContentPartPr>
              <p14:xfrm>
                <a:off x="5242" y="1682"/>
                <a:ext cx="793" cy="479"/>
              </p14:xfrm>
            </p:contentPart>
          </mc:Choice>
          <mc:Fallback xmlns="">
            <p:pic>
              <p:nvPicPr>
                <p:cNvPr id="91" name="墨迹 90"/>
              </p:nvPicPr>
              <p:blipFill>
                <a:blip r:embed="rId114"/>
              </p:blipFill>
              <p:spPr>
                <a:xfrm>
                  <a:off x="5242" y="1682"/>
                  <a:ext cx="793" cy="479"/>
                </a:xfrm>
                <a:prstGeom prst="rect"/>
              </p:spPr>
            </p:pic>
          </mc:Fallback>
        </mc:AlternateContent>
        <mc:AlternateContent xmlns:mc="http://schemas.openxmlformats.org/markup-compatibility/2006" xmlns:p14="http://schemas.microsoft.com/office/powerpoint/2010/main">
          <mc:Choice Requires="p14">
            <p:contentPart r:id="rId115" p14:bwMode="auto">
              <p14:nvContentPartPr>
                <p14:cNvPr id="92" name="墨迹 91"/>
                <p14:cNvContentPartPr/>
                <p14:nvPr/>
              </p14:nvContentPartPr>
              <p14:xfrm>
                <a:off x="5324" y="1962"/>
                <a:ext cx="117" cy="266"/>
              </p14:xfrm>
            </p:contentPart>
          </mc:Choice>
          <mc:Fallback xmlns="">
            <p:pic>
              <p:nvPicPr>
                <p:cNvPr id="92" name="墨迹 91"/>
              </p:nvPicPr>
              <p:blipFill>
                <a:blip r:embed="rId116"/>
              </p:blipFill>
              <p:spPr>
                <a:xfrm>
                  <a:off x="5324" y="1962"/>
                  <a:ext cx="117" cy="266"/>
                </a:xfrm>
                <a:prstGeom prst="rect"/>
              </p:spPr>
            </p:pic>
          </mc:Fallback>
        </mc:AlternateContent>
        <p:sp>
          <p:nvSpPr>
            <p:cNvPr id="93" name="椭圆 92"/>
            <p:cNvSpPr/>
            <p:nvPr/>
          </p:nvSpPr>
          <p:spPr>
            <a:xfrm>
              <a:off x="2220" y="2589"/>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4" name="椭圆 93"/>
            <p:cNvSpPr/>
            <p:nvPr/>
          </p:nvSpPr>
          <p:spPr>
            <a:xfrm>
              <a:off x="2420" y="2789"/>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5" name="椭圆 94"/>
            <p:cNvSpPr/>
            <p:nvPr/>
          </p:nvSpPr>
          <p:spPr>
            <a:xfrm>
              <a:off x="2406" y="2643"/>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6" name="椭圆 95"/>
            <p:cNvSpPr/>
            <p:nvPr/>
          </p:nvSpPr>
          <p:spPr>
            <a:xfrm>
              <a:off x="2406" y="2595"/>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7" name="椭圆 96"/>
            <p:cNvSpPr/>
            <p:nvPr/>
          </p:nvSpPr>
          <p:spPr>
            <a:xfrm>
              <a:off x="2620" y="2643"/>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8" name="椭圆 97"/>
            <p:cNvSpPr/>
            <p:nvPr/>
          </p:nvSpPr>
          <p:spPr>
            <a:xfrm>
              <a:off x="2594" y="2708"/>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9" name="椭圆 98"/>
            <p:cNvSpPr/>
            <p:nvPr/>
          </p:nvSpPr>
          <p:spPr>
            <a:xfrm>
              <a:off x="2837" y="2692"/>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0" name="椭圆 99"/>
            <p:cNvSpPr/>
            <p:nvPr/>
          </p:nvSpPr>
          <p:spPr>
            <a:xfrm>
              <a:off x="2713" y="2759"/>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1" name="椭圆 100"/>
            <p:cNvSpPr/>
            <p:nvPr/>
          </p:nvSpPr>
          <p:spPr>
            <a:xfrm>
              <a:off x="2498" y="2509"/>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2" name="椭圆 101"/>
            <p:cNvSpPr/>
            <p:nvPr/>
          </p:nvSpPr>
          <p:spPr>
            <a:xfrm>
              <a:off x="2594" y="2850"/>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3" name="椭圆 102"/>
            <p:cNvSpPr/>
            <p:nvPr/>
          </p:nvSpPr>
          <p:spPr>
            <a:xfrm>
              <a:off x="2296" y="2762"/>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4" name="椭圆 103"/>
            <p:cNvSpPr/>
            <p:nvPr/>
          </p:nvSpPr>
          <p:spPr>
            <a:xfrm>
              <a:off x="2301" y="2604"/>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5" name="椭圆 104"/>
            <p:cNvSpPr/>
            <p:nvPr/>
          </p:nvSpPr>
          <p:spPr>
            <a:xfrm>
              <a:off x="2220" y="2789"/>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6" name="椭圆 105"/>
            <p:cNvSpPr/>
            <p:nvPr/>
          </p:nvSpPr>
          <p:spPr>
            <a:xfrm>
              <a:off x="2713" y="2573"/>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7" name="椭圆 106"/>
            <p:cNvSpPr/>
            <p:nvPr/>
          </p:nvSpPr>
          <p:spPr>
            <a:xfrm>
              <a:off x="2539" y="2708"/>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8" name="椭圆 107"/>
            <p:cNvSpPr/>
            <p:nvPr/>
          </p:nvSpPr>
          <p:spPr>
            <a:xfrm>
              <a:off x="2449" y="2878"/>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9" name="椭圆 108"/>
            <p:cNvSpPr/>
            <p:nvPr/>
          </p:nvSpPr>
          <p:spPr>
            <a:xfrm>
              <a:off x="2837" y="2789"/>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0" name="椭圆 109"/>
            <p:cNvSpPr/>
            <p:nvPr/>
          </p:nvSpPr>
          <p:spPr>
            <a:xfrm>
              <a:off x="2832" y="2908"/>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1" name="椭圆 110"/>
            <p:cNvSpPr/>
            <p:nvPr/>
          </p:nvSpPr>
          <p:spPr>
            <a:xfrm>
              <a:off x="2832" y="2692"/>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2" name="椭圆 111"/>
            <p:cNvSpPr/>
            <p:nvPr/>
          </p:nvSpPr>
          <p:spPr>
            <a:xfrm>
              <a:off x="2701" y="2524"/>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3" name="椭圆 112"/>
            <p:cNvSpPr/>
            <p:nvPr/>
          </p:nvSpPr>
          <p:spPr>
            <a:xfrm>
              <a:off x="2837" y="2643"/>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4" name="椭圆 113"/>
            <p:cNvSpPr/>
            <p:nvPr/>
          </p:nvSpPr>
          <p:spPr>
            <a:xfrm>
              <a:off x="2620" y="2989"/>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5" name="椭圆 114"/>
            <p:cNvSpPr/>
            <p:nvPr/>
          </p:nvSpPr>
          <p:spPr>
            <a:xfrm>
              <a:off x="2369" y="2491"/>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6" name="椭圆 115"/>
            <p:cNvSpPr/>
            <p:nvPr/>
          </p:nvSpPr>
          <p:spPr>
            <a:xfrm>
              <a:off x="3188" y="2827"/>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7" name="椭圆 116"/>
            <p:cNvSpPr/>
            <p:nvPr/>
          </p:nvSpPr>
          <p:spPr>
            <a:xfrm>
              <a:off x="3069" y="2692"/>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8" name="椭圆 117"/>
            <p:cNvSpPr/>
            <p:nvPr/>
          </p:nvSpPr>
          <p:spPr>
            <a:xfrm>
              <a:off x="3069" y="2908"/>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9" name="椭圆 118"/>
            <p:cNvSpPr/>
            <p:nvPr/>
          </p:nvSpPr>
          <p:spPr>
            <a:xfrm>
              <a:off x="3307" y="2750"/>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xmlns:p14="http://schemas.microsoft.com/office/powerpoint/2010/main">
          <mc:Choice Requires="p14">
            <p:contentPart r:id="rId117" p14:bwMode="auto">
              <p14:nvContentPartPr>
                <p14:cNvPr id="121" name="墨迹 120"/>
                <p14:cNvContentPartPr/>
                <p14:nvPr/>
              </p14:nvContentPartPr>
              <p14:xfrm>
                <a:off x="2865" y="57"/>
                <a:ext cx="202" cy="1199"/>
              </p14:xfrm>
            </p:contentPart>
          </mc:Choice>
          <mc:Fallback xmlns="">
            <p:pic>
              <p:nvPicPr>
                <p:cNvPr id="121" name="墨迹 120"/>
              </p:nvPicPr>
              <p:blipFill>
                <a:blip r:embed="rId118"/>
              </p:blipFill>
              <p:spPr>
                <a:xfrm>
                  <a:off x="2865" y="57"/>
                  <a:ext cx="202" cy="1199"/>
                </a:xfrm>
                <a:prstGeom prst="rect"/>
              </p:spPr>
            </p:pic>
          </mc:Fallback>
        </mc:AlternateContent>
        <mc:AlternateContent xmlns:mc="http://schemas.openxmlformats.org/markup-compatibility/2006" xmlns:p14="http://schemas.microsoft.com/office/powerpoint/2010/main">
          <mc:Choice Requires="p14">
            <p:contentPart r:id="rId119" p14:bwMode="auto">
              <p14:nvContentPartPr>
                <p14:cNvPr id="122" name="墨迹 121"/>
                <p14:cNvContentPartPr/>
                <p14:nvPr/>
              </p14:nvContentPartPr>
              <p14:xfrm>
                <a:off x="3066" y="1184"/>
                <a:ext cx="75" cy="616"/>
              </p14:xfrm>
            </p:contentPart>
          </mc:Choice>
          <mc:Fallback xmlns="">
            <p:pic>
              <p:nvPicPr>
                <p:cNvPr id="122" name="墨迹 121"/>
              </p:nvPicPr>
              <p:blipFill>
                <a:blip r:embed="rId120"/>
              </p:blipFill>
              <p:spPr>
                <a:xfrm>
                  <a:off x="3066" y="1184"/>
                  <a:ext cx="75" cy="616"/>
                </a:xfrm>
                <a:prstGeom prst="rect"/>
              </p:spPr>
            </p:pic>
          </mc:Fallback>
        </mc:AlternateContent>
        <mc:AlternateContent xmlns:mc="http://schemas.openxmlformats.org/markup-compatibility/2006" xmlns:p14="http://schemas.microsoft.com/office/powerpoint/2010/main">
          <mc:Choice Requires="p14">
            <p:contentPart r:id="rId121" p14:bwMode="auto">
              <p14:nvContentPartPr>
                <p14:cNvPr id="123" name="墨迹 122"/>
                <p14:cNvContentPartPr/>
                <p14:nvPr/>
              </p14:nvContentPartPr>
              <p14:xfrm>
                <a:off x="3121" y="1562"/>
                <a:ext cx="106" cy="293"/>
              </p14:xfrm>
            </p:contentPart>
          </mc:Choice>
          <mc:Fallback xmlns="">
            <p:pic>
              <p:nvPicPr>
                <p:cNvPr id="123" name="墨迹 122"/>
              </p:nvPicPr>
              <p:blipFill>
                <a:blip r:embed="rId122"/>
              </p:blipFill>
              <p:spPr>
                <a:xfrm>
                  <a:off x="3121" y="1562"/>
                  <a:ext cx="106" cy="293"/>
                </a:xfrm>
                <a:prstGeom prst="rect"/>
              </p:spPr>
            </p:pic>
          </mc:Fallback>
        </mc:AlternateContent>
        <mc:AlternateContent xmlns:mc="http://schemas.openxmlformats.org/markup-compatibility/2006" xmlns:p14="http://schemas.microsoft.com/office/powerpoint/2010/main">
          <mc:Choice Requires="p14">
            <p:contentPart r:id="rId123" p14:bwMode="auto">
              <p14:nvContentPartPr>
                <p14:cNvPr id="124" name="墨迹 123"/>
                <p14:cNvContentPartPr/>
                <p14:nvPr/>
              </p14:nvContentPartPr>
              <p14:xfrm>
                <a:off x="3121" y="1562"/>
                <a:ext cx="56" cy="199"/>
              </p14:xfrm>
            </p:contentPart>
          </mc:Choice>
          <mc:Fallback xmlns="">
            <p:pic>
              <p:nvPicPr>
                <p:cNvPr id="124" name="墨迹 123"/>
              </p:nvPicPr>
              <p:blipFill>
                <a:blip r:embed="rId124"/>
              </p:blipFill>
              <p:spPr>
                <a:xfrm>
                  <a:off x="3121" y="1562"/>
                  <a:ext cx="56" cy="199"/>
                </a:xfrm>
                <a:prstGeom prst="rect"/>
              </p:spPr>
            </p:pic>
          </mc:Fallback>
        </mc:AlternateContent>
        <mc:AlternateContent xmlns:mc="http://schemas.openxmlformats.org/markup-compatibility/2006" xmlns:p14="http://schemas.microsoft.com/office/powerpoint/2010/main">
          <mc:Choice Requires="p14">
            <p:contentPart r:id="rId125" p14:bwMode="auto">
              <p14:nvContentPartPr>
                <p14:cNvPr id="125" name="墨迹 124"/>
                <p14:cNvContentPartPr/>
                <p14:nvPr/>
              </p14:nvContentPartPr>
              <p14:xfrm>
                <a:off x="3139" y="1525"/>
                <a:ext cx="38" cy="182"/>
              </p14:xfrm>
            </p:contentPart>
          </mc:Choice>
          <mc:Fallback xmlns="">
            <p:pic>
              <p:nvPicPr>
                <p:cNvPr id="125" name="墨迹 124"/>
              </p:nvPicPr>
              <p:blipFill>
                <a:blip r:embed="rId126"/>
              </p:blipFill>
              <p:spPr>
                <a:xfrm>
                  <a:off x="3139" y="1525"/>
                  <a:ext cx="38" cy="182"/>
                </a:xfrm>
                <a:prstGeom prst="rect"/>
              </p:spPr>
            </p:pic>
          </mc:Fallback>
        </mc:AlternateContent>
        <mc:AlternateContent xmlns:mc="http://schemas.openxmlformats.org/markup-compatibility/2006" xmlns:p14="http://schemas.microsoft.com/office/powerpoint/2010/main">
          <mc:Choice Requires="p14">
            <p:contentPart r:id="rId127" p14:bwMode="auto">
              <p14:nvContentPartPr>
                <p14:cNvPr id="126" name="墨迹 125"/>
                <p14:cNvContentPartPr/>
                <p14:nvPr/>
              </p14:nvContentPartPr>
              <p14:xfrm>
                <a:off x="3160" y="1724"/>
                <a:ext cx="377" cy="511"/>
              </p14:xfrm>
            </p:contentPart>
          </mc:Choice>
          <mc:Fallback xmlns="">
            <p:pic>
              <p:nvPicPr>
                <p:cNvPr id="126" name="墨迹 125"/>
              </p:nvPicPr>
              <p:blipFill>
                <a:blip r:embed="rId128"/>
              </p:blipFill>
              <p:spPr>
                <a:xfrm>
                  <a:off x="3160" y="1724"/>
                  <a:ext cx="377" cy="511"/>
                </a:xfrm>
                <a:prstGeom prst="rect"/>
              </p:spPr>
            </p:pic>
          </mc:Fallback>
        </mc:AlternateContent>
        <mc:AlternateContent xmlns:mc="http://schemas.openxmlformats.org/markup-compatibility/2006" xmlns:p14="http://schemas.microsoft.com/office/powerpoint/2010/main">
          <mc:Choice Requires="p14">
            <p:contentPart r:id="rId129" p14:bwMode="auto">
              <p14:nvContentPartPr>
                <p14:cNvPr id="127" name="墨迹 126"/>
                <p14:cNvContentPartPr/>
                <p14:nvPr/>
              </p14:nvContentPartPr>
              <p14:xfrm>
                <a:off x="3378" y="3361"/>
                <a:ext cx="1072" cy="129"/>
              </p14:xfrm>
            </p:contentPart>
          </mc:Choice>
          <mc:Fallback xmlns="">
            <p:pic>
              <p:nvPicPr>
                <p:cNvPr id="127" name="墨迹 126"/>
              </p:nvPicPr>
              <p:blipFill>
                <a:blip r:embed="rId130"/>
              </p:blipFill>
              <p:spPr>
                <a:xfrm>
                  <a:off x="3378" y="3361"/>
                  <a:ext cx="1072" cy="129"/>
                </a:xfrm>
                <a:prstGeom prst="rect"/>
              </p:spPr>
            </p:pic>
          </mc:Fallback>
        </mc:AlternateContent>
        <mc:AlternateContent xmlns:mc="http://schemas.openxmlformats.org/markup-compatibility/2006" xmlns:p14="http://schemas.microsoft.com/office/powerpoint/2010/main">
          <mc:Choice Requires="p14">
            <p:contentPart r:id="rId131" p14:bwMode="auto">
              <p14:nvContentPartPr>
                <p14:cNvPr id="128" name="墨迹 127"/>
                <p14:cNvContentPartPr/>
                <p14:nvPr/>
              </p14:nvContentPartPr>
              <p14:xfrm>
                <a:off x="6429" y="3797"/>
                <a:ext cx="693" cy="493"/>
              </p14:xfrm>
            </p:contentPart>
          </mc:Choice>
          <mc:Fallback xmlns="">
            <p:pic>
              <p:nvPicPr>
                <p:cNvPr id="128" name="墨迹 127"/>
              </p:nvPicPr>
              <p:blipFill>
                <a:blip r:embed="rId132"/>
              </p:blipFill>
              <p:spPr>
                <a:xfrm>
                  <a:off x="6429" y="3797"/>
                  <a:ext cx="693" cy="493"/>
                </a:xfrm>
                <a:prstGeom prst="rect"/>
              </p:spPr>
            </p:pic>
          </mc:Fallback>
        </mc:AlternateContent>
        <mc:AlternateContent xmlns:mc="http://schemas.openxmlformats.org/markup-compatibility/2006" xmlns:p14="http://schemas.microsoft.com/office/powerpoint/2010/main">
          <mc:Choice Requires="p14">
            <p:contentPart r:id="rId133" p14:bwMode="auto">
              <p14:nvContentPartPr>
                <p14:cNvPr id="129" name="墨迹 128"/>
                <p14:cNvContentPartPr/>
                <p14:nvPr/>
              </p14:nvContentPartPr>
              <p14:xfrm>
                <a:off x="6157" y="3634"/>
                <a:ext cx="1" cy="1"/>
              </p14:xfrm>
            </p:contentPart>
          </mc:Choice>
          <mc:Fallback xmlns="">
            <p:pic>
              <p:nvPicPr>
                <p:cNvPr id="129" name="墨迹 128"/>
              </p:nvPicPr>
              <p:blipFill>
                <a:blip r:embed="rId134"/>
              </p:blipFill>
              <p:spPr>
                <a:xfrm>
                  <a:off x="6157" y="3634"/>
                  <a:ext cx="1" cy="1"/>
                </a:xfrm>
                <a:prstGeom prst="rect"/>
              </p:spPr>
            </p:pic>
          </mc:Fallback>
        </mc:AlternateContent>
        <mc:AlternateContent xmlns:mc="http://schemas.openxmlformats.org/markup-compatibility/2006" xmlns:p14="http://schemas.microsoft.com/office/powerpoint/2010/main">
          <mc:Choice Requires="p14">
            <p:contentPart r:id="rId135" p14:bwMode="auto">
              <p14:nvContentPartPr>
                <p14:cNvPr id="130" name="墨迹 129"/>
                <p14:cNvContentPartPr/>
                <p14:nvPr/>
              </p14:nvContentPartPr>
              <p14:xfrm>
                <a:off x="6157" y="3562"/>
                <a:ext cx="929" cy="709"/>
              </p14:xfrm>
            </p:contentPart>
          </mc:Choice>
          <mc:Fallback xmlns="">
            <p:pic>
              <p:nvPicPr>
                <p:cNvPr id="130" name="墨迹 129"/>
              </p:nvPicPr>
              <p:blipFill>
                <a:blip r:embed="rId136"/>
              </p:blipFill>
              <p:spPr>
                <a:xfrm>
                  <a:off x="6157" y="3562"/>
                  <a:ext cx="929" cy="709"/>
                </a:xfrm>
                <a:prstGeom prst="rect"/>
              </p:spPr>
            </p:pic>
          </mc:Fallback>
        </mc:AlternateContent>
        <mc:AlternateContent xmlns:mc="http://schemas.openxmlformats.org/markup-compatibility/2006" xmlns:p14="http://schemas.microsoft.com/office/powerpoint/2010/main">
          <mc:Choice Requires="p14">
            <p:contentPart r:id="rId137" p14:bwMode="auto">
              <p14:nvContentPartPr>
                <p14:cNvPr id="131" name="墨迹 130"/>
                <p14:cNvContentPartPr/>
                <p14:nvPr/>
              </p14:nvContentPartPr>
              <p14:xfrm>
                <a:off x="6848" y="4016"/>
                <a:ext cx="160" cy="197"/>
              </p14:xfrm>
            </p:contentPart>
          </mc:Choice>
          <mc:Fallback xmlns="">
            <p:pic>
              <p:nvPicPr>
                <p:cNvPr id="131" name="墨迹 130"/>
              </p:nvPicPr>
              <p:blipFill>
                <a:blip r:embed="rId138"/>
              </p:blipFill>
              <p:spPr>
                <a:xfrm>
                  <a:off x="6848" y="4016"/>
                  <a:ext cx="160" cy="197"/>
                </a:xfrm>
                <a:prstGeom prst="rect"/>
              </p:spPr>
            </p:pic>
          </mc:Fallback>
        </mc:AlternateContent>
        <mc:AlternateContent xmlns:mc="http://schemas.openxmlformats.org/markup-compatibility/2006" xmlns:p14="http://schemas.microsoft.com/office/powerpoint/2010/main">
          <mc:Choice Requires="p14">
            <p:contentPart r:id="rId139" p14:bwMode="auto">
              <p14:nvContentPartPr>
                <p14:cNvPr id="132" name="墨迹 131"/>
                <p14:cNvContentPartPr/>
                <p14:nvPr/>
              </p14:nvContentPartPr>
              <p14:xfrm>
                <a:off x="4721" y="2671"/>
                <a:ext cx="346" cy="420"/>
              </p14:xfrm>
            </p:contentPart>
          </mc:Choice>
          <mc:Fallback xmlns="">
            <p:pic>
              <p:nvPicPr>
                <p:cNvPr id="132" name="墨迹 131"/>
              </p:nvPicPr>
              <p:blipFill>
                <a:blip r:embed="rId140"/>
              </p:blipFill>
              <p:spPr>
                <a:xfrm>
                  <a:off x="4721" y="2671"/>
                  <a:ext cx="346" cy="420"/>
                </a:xfrm>
                <a:prstGeom prst="rect"/>
              </p:spPr>
            </p:pic>
          </mc:Fallback>
        </mc:AlternateContent>
        <mc:AlternateContent xmlns:mc="http://schemas.openxmlformats.org/markup-compatibility/2006" xmlns:p14="http://schemas.microsoft.com/office/powerpoint/2010/main">
          <mc:Choice Requires="p14">
            <p:contentPart r:id="rId141" p14:bwMode="auto">
              <p14:nvContentPartPr>
                <p14:cNvPr id="133" name="墨迹 132"/>
                <p14:cNvContentPartPr/>
                <p14:nvPr/>
              </p14:nvContentPartPr>
              <p14:xfrm>
                <a:off x="2521" y="180"/>
                <a:ext cx="1" cy="1"/>
              </p14:xfrm>
            </p:contentPart>
          </mc:Choice>
          <mc:Fallback xmlns="">
            <p:pic>
              <p:nvPicPr>
                <p:cNvPr id="133" name="墨迹 132"/>
              </p:nvPicPr>
              <p:blipFill>
                <a:blip r:embed="rId134"/>
              </p:blipFill>
              <p:spPr>
                <a:xfrm>
                  <a:off x="2521" y="180"/>
                  <a:ext cx="1" cy="1"/>
                </a:xfrm>
                <a:prstGeom prst="rect"/>
              </p:spPr>
            </p:pic>
          </mc:Fallback>
        </mc:AlternateContent>
        <mc:AlternateContent xmlns:mc="http://schemas.openxmlformats.org/markup-compatibility/2006" xmlns:p14="http://schemas.microsoft.com/office/powerpoint/2010/main">
          <mc:Choice Requires="p14">
            <p:contentPart r:id="rId142" p14:bwMode="auto">
              <p14:nvContentPartPr>
                <p14:cNvPr id="134" name="墨迹 133"/>
                <p14:cNvContentPartPr/>
                <p14:nvPr/>
              </p14:nvContentPartPr>
              <p14:xfrm>
                <a:off x="2501" y="144"/>
                <a:ext cx="21" cy="237"/>
              </p14:xfrm>
            </p:contentPart>
          </mc:Choice>
          <mc:Fallback xmlns="">
            <p:pic>
              <p:nvPicPr>
                <p:cNvPr id="134" name="墨迹 133"/>
              </p:nvPicPr>
              <p:blipFill>
                <a:blip r:embed="rId143"/>
              </p:blipFill>
              <p:spPr>
                <a:xfrm>
                  <a:off x="2501" y="144"/>
                  <a:ext cx="21" cy="237"/>
                </a:xfrm>
                <a:prstGeom prst="rect"/>
              </p:spPr>
            </p:pic>
          </mc:Fallback>
        </mc:AlternateContent>
        <mc:AlternateContent xmlns:mc="http://schemas.openxmlformats.org/markup-compatibility/2006" xmlns:p14="http://schemas.microsoft.com/office/powerpoint/2010/main">
          <mc:Choice Requires="p14">
            <p:contentPart r:id="rId144" p14:bwMode="auto">
              <p14:nvContentPartPr>
                <p14:cNvPr id="136" name="墨迹 135"/>
                <p14:cNvContentPartPr/>
                <p14:nvPr/>
              </p14:nvContentPartPr>
              <p14:xfrm>
                <a:off x="5248" y="1634"/>
                <a:ext cx="637" cy="601"/>
              </p14:xfrm>
            </p:contentPart>
          </mc:Choice>
          <mc:Fallback xmlns="">
            <p:pic>
              <p:nvPicPr>
                <p:cNvPr id="136" name="墨迹 135"/>
              </p:nvPicPr>
              <p:blipFill>
                <a:blip r:embed="rId145"/>
              </p:blipFill>
              <p:spPr>
                <a:xfrm>
                  <a:off x="5248" y="1634"/>
                  <a:ext cx="637" cy="601"/>
                </a:xfrm>
                <a:prstGeom prst="rect"/>
              </p:spPr>
            </p:pic>
          </mc:Fallback>
        </mc:AlternateContent>
        <mc:AlternateContent xmlns:mc="http://schemas.openxmlformats.org/markup-compatibility/2006" xmlns:p14="http://schemas.microsoft.com/office/powerpoint/2010/main">
          <mc:Choice Requires="p14">
            <p:contentPart r:id="rId146" p14:bwMode="auto">
              <p14:nvContentPartPr>
                <p14:cNvPr id="137" name="墨迹 136"/>
                <p14:cNvContentPartPr/>
                <p14:nvPr/>
              </p14:nvContentPartPr>
              <p14:xfrm>
                <a:off x="5957" y="1671"/>
                <a:ext cx="1" cy="1"/>
              </p14:xfrm>
            </p:contentPart>
          </mc:Choice>
          <mc:Fallback xmlns="">
            <p:pic>
              <p:nvPicPr>
                <p:cNvPr id="137" name="墨迹 136"/>
              </p:nvPicPr>
              <p:blipFill>
                <a:blip r:embed="rId6"/>
              </p:blipFill>
              <p:spPr>
                <a:xfrm>
                  <a:off x="5957" y="1671"/>
                  <a:ext cx="1" cy="1"/>
                </a:xfrm>
                <a:prstGeom prst="rect"/>
              </p:spPr>
            </p:pic>
          </mc:Fallback>
        </mc:AlternateContent>
        <mc:AlternateContent xmlns:mc="http://schemas.openxmlformats.org/markup-compatibility/2006" xmlns:p14="http://schemas.microsoft.com/office/powerpoint/2010/main">
          <mc:Choice Requires="p14">
            <p:contentPart r:id="rId147" p14:bwMode="auto">
              <p14:nvContentPartPr>
                <p14:cNvPr id="138" name="墨迹 137"/>
                <p14:cNvContentPartPr/>
                <p14:nvPr/>
              </p14:nvContentPartPr>
              <p14:xfrm>
                <a:off x="5957" y="1671"/>
                <a:ext cx="110" cy="728"/>
              </p14:xfrm>
            </p:contentPart>
          </mc:Choice>
          <mc:Fallback xmlns="">
            <p:pic>
              <p:nvPicPr>
                <p:cNvPr id="138" name="墨迹 137"/>
              </p:nvPicPr>
              <p:blipFill>
                <a:blip r:embed="rId148"/>
              </p:blipFill>
              <p:spPr>
                <a:xfrm>
                  <a:off x="5957" y="1671"/>
                  <a:ext cx="110" cy="728"/>
                </a:xfrm>
                <a:prstGeom prst="rect"/>
              </p:spPr>
            </p:pic>
          </mc:Fallback>
        </mc:AlternateContent>
        <mc:AlternateContent xmlns:mc="http://schemas.openxmlformats.org/markup-compatibility/2006" xmlns:p14="http://schemas.microsoft.com/office/powerpoint/2010/main">
          <mc:Choice Requires="p14">
            <p:contentPart r:id="rId149" p14:bwMode="auto">
              <p14:nvContentPartPr>
                <p14:cNvPr id="139" name="墨迹 138"/>
                <p14:cNvContentPartPr/>
                <p14:nvPr/>
              </p14:nvContentPartPr>
              <p14:xfrm>
                <a:off x="5339" y="2325"/>
                <a:ext cx="235" cy="163"/>
              </p14:xfrm>
            </p:contentPart>
          </mc:Choice>
          <mc:Fallback xmlns="">
            <p:pic>
              <p:nvPicPr>
                <p:cNvPr id="139" name="墨迹 138"/>
              </p:nvPicPr>
              <p:blipFill>
                <a:blip r:embed="rId150"/>
              </p:blipFill>
              <p:spPr>
                <a:xfrm>
                  <a:off x="5339" y="2325"/>
                  <a:ext cx="235" cy="163"/>
                </a:xfrm>
                <a:prstGeom prst="rect"/>
              </p:spPr>
            </p:pic>
          </mc:Fallback>
        </mc:AlternateContent>
        <mc:AlternateContent xmlns:mc="http://schemas.openxmlformats.org/markup-compatibility/2006" xmlns:p14="http://schemas.microsoft.com/office/powerpoint/2010/main">
          <mc:Choice Requires="p14">
            <p:contentPart r:id="rId151" p14:bwMode="auto">
              <p14:nvContentPartPr>
                <p14:cNvPr id="140" name="墨迹 139"/>
                <p14:cNvContentPartPr/>
                <p14:nvPr/>
              </p14:nvContentPartPr>
              <p14:xfrm>
                <a:off x="5757" y="1725"/>
                <a:ext cx="161" cy="456"/>
              </p14:xfrm>
            </p:contentPart>
          </mc:Choice>
          <mc:Fallback xmlns="">
            <p:pic>
              <p:nvPicPr>
                <p:cNvPr id="140" name="墨迹 139"/>
              </p:nvPicPr>
              <p:blipFill>
                <a:blip r:embed="rId152"/>
              </p:blipFill>
              <p:spPr>
                <a:xfrm>
                  <a:off x="5757" y="1725"/>
                  <a:ext cx="161" cy="456"/>
                </a:xfrm>
                <a:prstGeom prst="rect"/>
              </p:spPr>
            </p:pic>
          </mc:Fallback>
        </mc:AlternateContent>
        <mc:AlternateContent xmlns:mc="http://schemas.openxmlformats.org/markup-compatibility/2006" xmlns:p14="http://schemas.microsoft.com/office/powerpoint/2010/main">
          <mc:Choice Requires="p14">
            <p:contentPart r:id="rId153" p14:bwMode="auto">
              <p14:nvContentPartPr>
                <p14:cNvPr id="141" name="墨迹 140"/>
                <p14:cNvContentPartPr/>
                <p14:nvPr/>
              </p14:nvContentPartPr>
              <p14:xfrm>
                <a:off x="5866" y="1816"/>
                <a:ext cx="1" cy="1"/>
              </p14:xfrm>
            </p:contentPart>
          </mc:Choice>
          <mc:Fallback xmlns="">
            <p:pic>
              <p:nvPicPr>
                <p:cNvPr id="141" name="墨迹 140"/>
              </p:nvPicPr>
              <p:blipFill>
                <a:blip r:embed="rId6"/>
              </p:blipFill>
              <p:spPr>
                <a:xfrm>
                  <a:off x="5866" y="1816"/>
                  <a:ext cx="1" cy="1"/>
                </a:xfrm>
                <a:prstGeom prst="rect"/>
              </p:spPr>
            </p:pic>
          </mc:Fallback>
        </mc:AlternateContent>
        <mc:AlternateContent xmlns:mc="http://schemas.openxmlformats.org/markup-compatibility/2006" xmlns:p14="http://schemas.microsoft.com/office/powerpoint/2010/main">
          <mc:Choice Requires="p14">
            <p:contentPart r:id="rId154" p14:bwMode="auto">
              <p14:nvContentPartPr>
                <p14:cNvPr id="142" name="墨迹 141"/>
                <p14:cNvContentPartPr/>
                <p14:nvPr/>
              </p14:nvContentPartPr>
              <p14:xfrm>
                <a:off x="5812" y="1744"/>
                <a:ext cx="183" cy="455"/>
              </p14:xfrm>
            </p:contentPart>
          </mc:Choice>
          <mc:Fallback xmlns="">
            <p:pic>
              <p:nvPicPr>
                <p:cNvPr id="142" name="墨迹 141"/>
              </p:nvPicPr>
              <p:blipFill>
                <a:blip r:embed="rId155"/>
              </p:blipFill>
              <p:spPr>
                <a:xfrm>
                  <a:off x="5812" y="1744"/>
                  <a:ext cx="183" cy="455"/>
                </a:xfrm>
                <a:prstGeom prst="rect"/>
              </p:spPr>
            </p:pic>
          </mc:Fallback>
        </mc:AlternateContent>
        <mc:AlternateContent xmlns:mc="http://schemas.openxmlformats.org/markup-compatibility/2006" xmlns:p14="http://schemas.microsoft.com/office/powerpoint/2010/main">
          <mc:Choice Requires="p14">
            <p:contentPart r:id="rId156" p14:bwMode="auto">
              <p14:nvContentPartPr>
                <p14:cNvPr id="143" name="墨迹 142"/>
                <p14:cNvContentPartPr/>
                <p14:nvPr/>
              </p14:nvContentPartPr>
              <p14:xfrm>
                <a:off x="5448" y="1907"/>
                <a:ext cx="165" cy="179"/>
              </p14:xfrm>
            </p:contentPart>
          </mc:Choice>
          <mc:Fallback xmlns="">
            <p:pic>
              <p:nvPicPr>
                <p:cNvPr id="143" name="墨迹 142"/>
              </p:nvPicPr>
              <p:blipFill>
                <a:blip r:embed="rId157"/>
              </p:blipFill>
              <p:spPr>
                <a:xfrm>
                  <a:off x="5448" y="1907"/>
                  <a:ext cx="165" cy="179"/>
                </a:xfrm>
                <a:prstGeom prst="rect"/>
              </p:spPr>
            </p:pic>
          </mc:Fallback>
        </mc:AlternateContent>
        <mc:AlternateContent xmlns:mc="http://schemas.openxmlformats.org/markup-compatibility/2006" xmlns:p14="http://schemas.microsoft.com/office/powerpoint/2010/main">
          <mc:Choice Requires="p14">
            <p:contentPart r:id="rId158" p14:bwMode="auto">
              <p14:nvContentPartPr>
                <p14:cNvPr id="144" name="墨迹 143"/>
                <p14:cNvContentPartPr/>
                <p14:nvPr/>
              </p14:nvContentPartPr>
              <p14:xfrm>
                <a:off x="5466" y="2016"/>
                <a:ext cx="161" cy="74"/>
              </p14:xfrm>
            </p:contentPart>
          </mc:Choice>
          <mc:Fallback xmlns="">
            <p:pic>
              <p:nvPicPr>
                <p:cNvPr id="144" name="墨迹 143"/>
              </p:nvPicPr>
              <p:blipFill>
                <a:blip r:embed="rId159"/>
              </p:blipFill>
              <p:spPr>
                <a:xfrm>
                  <a:off x="5466" y="2016"/>
                  <a:ext cx="161" cy="74"/>
                </a:xfrm>
                <a:prstGeom prst="rect"/>
              </p:spPr>
            </p:pic>
          </mc:Fallback>
        </mc:AlternateContent>
        <mc:AlternateContent xmlns:mc="http://schemas.openxmlformats.org/markup-compatibility/2006" xmlns:p14="http://schemas.microsoft.com/office/powerpoint/2010/main">
          <mc:Choice Requires="p14">
            <p:contentPart r:id="rId160" p14:bwMode="auto">
              <p14:nvContentPartPr>
                <p14:cNvPr id="145" name="墨迹 144"/>
                <p14:cNvContentPartPr/>
                <p14:nvPr/>
              </p14:nvContentPartPr>
              <p14:xfrm>
                <a:off x="5375" y="2180"/>
                <a:ext cx="256" cy="161"/>
              </p14:xfrm>
            </p:contentPart>
          </mc:Choice>
          <mc:Fallback xmlns="">
            <p:pic>
              <p:nvPicPr>
                <p:cNvPr id="145" name="墨迹 144"/>
              </p:nvPicPr>
              <p:blipFill>
                <a:blip r:embed="rId161"/>
              </p:blipFill>
              <p:spPr>
                <a:xfrm>
                  <a:off x="5375" y="2180"/>
                  <a:ext cx="256" cy="161"/>
                </a:xfrm>
                <a:prstGeom prst="rect"/>
              </p:spPr>
            </p:pic>
          </mc:Fallback>
        </mc:AlternateContent>
        <mc:AlternateContent xmlns:mc="http://schemas.openxmlformats.org/markup-compatibility/2006" xmlns:p14="http://schemas.microsoft.com/office/powerpoint/2010/main">
          <mc:Choice Requires="p14">
            <p:contentPart r:id="rId162" p14:bwMode="auto">
              <p14:nvContentPartPr>
                <p14:cNvPr id="146" name="墨迹 145"/>
                <p14:cNvContentPartPr/>
                <p14:nvPr/>
              </p14:nvContentPartPr>
              <p14:xfrm>
                <a:off x="5629" y="2380"/>
                <a:ext cx="293" cy="177"/>
              </p14:xfrm>
            </p:contentPart>
          </mc:Choice>
          <mc:Fallback xmlns="">
            <p:pic>
              <p:nvPicPr>
                <p:cNvPr id="146" name="墨迹 145"/>
              </p:nvPicPr>
              <p:blipFill>
                <a:blip r:embed="rId163"/>
              </p:blipFill>
              <p:spPr>
                <a:xfrm>
                  <a:off x="5629" y="2380"/>
                  <a:ext cx="293" cy="177"/>
                </a:xfrm>
                <a:prstGeom prst="rect"/>
              </p:spPr>
            </p:pic>
          </mc:Fallback>
        </mc:AlternateContent>
        <mc:AlternateContent xmlns:mc="http://schemas.openxmlformats.org/markup-compatibility/2006" xmlns:p14="http://schemas.microsoft.com/office/powerpoint/2010/main">
          <mc:Choice Requires="p14">
            <p:contentPart r:id="rId164" p14:bwMode="auto">
              <p14:nvContentPartPr>
                <p14:cNvPr id="147" name="墨迹 146"/>
                <p14:cNvContentPartPr/>
                <p14:nvPr/>
              </p14:nvContentPartPr>
              <p14:xfrm>
                <a:off x="7466" y="2616"/>
                <a:ext cx="1" cy="1"/>
              </p14:xfrm>
            </p:contentPart>
          </mc:Choice>
          <mc:Fallback xmlns="">
            <p:pic>
              <p:nvPicPr>
                <p:cNvPr id="147" name="墨迹 146"/>
              </p:nvPicPr>
              <p:blipFill>
                <a:blip r:embed="rId6"/>
              </p:blipFill>
              <p:spPr>
                <a:xfrm>
                  <a:off x="7466" y="2616"/>
                  <a:ext cx="1" cy="1"/>
                </a:xfrm>
                <a:prstGeom prst="rect"/>
              </p:spPr>
            </p:pic>
          </mc:Fallback>
        </mc:AlternateContent>
        <mc:AlternateContent xmlns:mc="http://schemas.openxmlformats.org/markup-compatibility/2006" xmlns:p14="http://schemas.microsoft.com/office/powerpoint/2010/main">
          <mc:Choice Requires="p14">
            <p:contentPart r:id="rId165" p14:bwMode="auto">
              <p14:nvContentPartPr>
                <p14:cNvPr id="149" name="墨迹 148"/>
                <p14:cNvContentPartPr/>
                <p14:nvPr/>
              </p14:nvContentPartPr>
              <p14:xfrm>
                <a:off x="1121" y="434"/>
                <a:ext cx="1219" cy="669"/>
              </p14:xfrm>
            </p:contentPart>
          </mc:Choice>
          <mc:Fallback xmlns="">
            <p:pic>
              <p:nvPicPr>
                <p:cNvPr id="149" name="墨迹 148"/>
              </p:nvPicPr>
              <p:blipFill>
                <a:blip r:embed="rId166"/>
              </p:blipFill>
              <p:spPr>
                <a:xfrm>
                  <a:off x="1121" y="434"/>
                  <a:ext cx="1219" cy="669"/>
                </a:xfrm>
                <a:prstGeom prst="rect"/>
              </p:spPr>
            </p:pic>
          </mc:Fallback>
        </mc:AlternateContent>
        <mc:AlternateContent xmlns:mc="http://schemas.openxmlformats.org/markup-compatibility/2006" xmlns:p14="http://schemas.microsoft.com/office/powerpoint/2010/main">
          <mc:Choice Requires="p14">
            <p:contentPart r:id="rId167" p14:bwMode="auto">
              <p14:nvContentPartPr>
                <p14:cNvPr id="150" name="墨迹 149"/>
                <p14:cNvContentPartPr/>
                <p14:nvPr/>
              </p14:nvContentPartPr>
              <p14:xfrm>
                <a:off x="1101" y="980"/>
                <a:ext cx="93" cy="919"/>
              </p14:xfrm>
            </p:contentPart>
          </mc:Choice>
          <mc:Fallback xmlns="">
            <p:pic>
              <p:nvPicPr>
                <p:cNvPr id="150" name="墨迹 149"/>
              </p:nvPicPr>
              <p:blipFill>
                <a:blip r:embed="rId168"/>
              </p:blipFill>
              <p:spPr>
                <a:xfrm>
                  <a:off x="1101" y="980"/>
                  <a:ext cx="93" cy="919"/>
                </a:xfrm>
                <a:prstGeom prst="rect"/>
              </p:spPr>
            </p:pic>
          </mc:Fallback>
        </mc:AlternateContent>
        <mc:AlternateContent xmlns:mc="http://schemas.openxmlformats.org/markup-compatibility/2006" xmlns:p14="http://schemas.microsoft.com/office/powerpoint/2010/main">
          <mc:Choice Requires="p14">
            <p:contentPart r:id="rId169" p14:bwMode="auto">
              <p14:nvContentPartPr>
                <p14:cNvPr id="151" name="墨迹 150"/>
                <p14:cNvContentPartPr/>
                <p14:nvPr/>
              </p14:nvContentPartPr>
              <p14:xfrm>
                <a:off x="1157" y="1944"/>
                <a:ext cx="384" cy="1783"/>
              </p14:xfrm>
            </p:contentPart>
          </mc:Choice>
          <mc:Fallback xmlns="">
            <p:pic>
              <p:nvPicPr>
                <p:cNvPr id="151" name="墨迹 150"/>
              </p:nvPicPr>
              <p:blipFill>
                <a:blip r:embed="rId170"/>
              </p:blipFill>
              <p:spPr>
                <a:xfrm>
                  <a:off x="1157" y="1944"/>
                  <a:ext cx="384" cy="1783"/>
                </a:xfrm>
                <a:prstGeom prst="rect"/>
              </p:spPr>
            </p:pic>
          </mc:Fallback>
        </mc:AlternateContent>
        <mc:AlternateContent xmlns:mc="http://schemas.openxmlformats.org/markup-compatibility/2006" xmlns:p14="http://schemas.microsoft.com/office/powerpoint/2010/main">
          <mc:Choice Requires="p14">
            <p:contentPart r:id="rId171" p14:bwMode="auto">
              <p14:nvContentPartPr>
                <p14:cNvPr id="152" name="墨迹 151"/>
                <p14:cNvContentPartPr/>
                <p14:nvPr/>
              </p14:nvContentPartPr>
              <p14:xfrm>
                <a:off x="1284" y="2925"/>
                <a:ext cx="529" cy="1365"/>
              </p14:xfrm>
            </p:contentPart>
          </mc:Choice>
          <mc:Fallback xmlns="">
            <p:pic>
              <p:nvPicPr>
                <p:cNvPr id="152" name="墨迹 151"/>
              </p:nvPicPr>
              <p:blipFill>
                <a:blip r:embed="rId172"/>
              </p:blipFill>
              <p:spPr>
                <a:xfrm>
                  <a:off x="1284" y="2925"/>
                  <a:ext cx="529" cy="1365"/>
                </a:xfrm>
                <a:prstGeom prst="rect"/>
              </p:spPr>
            </p:pic>
          </mc:Fallback>
        </mc:AlternateContent>
        <mc:AlternateContent xmlns:mc="http://schemas.openxmlformats.org/markup-compatibility/2006" xmlns:p14="http://schemas.microsoft.com/office/powerpoint/2010/main">
          <mc:Choice Requires="p14">
            <p:contentPart r:id="rId173" p14:bwMode="auto">
              <p14:nvContentPartPr>
                <p14:cNvPr id="153" name="墨迹 152"/>
                <p14:cNvContentPartPr/>
                <p14:nvPr/>
              </p14:nvContentPartPr>
              <p14:xfrm>
                <a:off x="1411" y="2197"/>
                <a:ext cx="474" cy="2220"/>
              </p14:xfrm>
            </p:contentPart>
          </mc:Choice>
          <mc:Fallback xmlns="">
            <p:pic>
              <p:nvPicPr>
                <p:cNvPr id="153" name="墨迹 152"/>
              </p:nvPicPr>
              <p:blipFill>
                <a:blip r:embed="rId174"/>
              </p:blipFill>
              <p:spPr>
                <a:xfrm>
                  <a:off x="1411" y="2197"/>
                  <a:ext cx="474" cy="2220"/>
                </a:xfrm>
                <a:prstGeom prst="rect"/>
              </p:spPr>
            </p:pic>
          </mc:Fallback>
        </mc:AlternateContent>
        <mc:AlternateContent xmlns:mc="http://schemas.openxmlformats.org/markup-compatibility/2006" xmlns:p14="http://schemas.microsoft.com/office/powerpoint/2010/main">
          <mc:Choice Requires="p14">
            <p:contentPart r:id="rId175" p14:bwMode="auto">
              <p14:nvContentPartPr>
                <p14:cNvPr id="154" name="墨迹 153"/>
                <p14:cNvContentPartPr/>
                <p14:nvPr/>
              </p14:nvContentPartPr>
              <p14:xfrm>
                <a:off x="1448" y="1024"/>
                <a:ext cx="638" cy="1224"/>
              </p14:xfrm>
            </p:contentPart>
          </mc:Choice>
          <mc:Fallback xmlns="">
            <p:pic>
              <p:nvPicPr>
                <p:cNvPr id="154" name="墨迹 153"/>
              </p:nvPicPr>
              <p:blipFill>
                <a:blip r:embed="rId176"/>
              </p:blipFill>
              <p:spPr>
                <a:xfrm>
                  <a:off x="1448" y="1024"/>
                  <a:ext cx="638" cy="1224"/>
                </a:xfrm>
                <a:prstGeom prst="rect"/>
              </p:spPr>
            </p:pic>
          </mc:Fallback>
        </mc:AlternateContent>
        <mc:AlternateContent xmlns:mc="http://schemas.openxmlformats.org/markup-compatibility/2006" xmlns:p14="http://schemas.microsoft.com/office/powerpoint/2010/main">
          <mc:Choice Requires="p14">
            <p:contentPart r:id="rId177" p14:bwMode="auto">
              <p14:nvContentPartPr>
                <p14:cNvPr id="155" name="墨迹 154"/>
                <p14:cNvContentPartPr/>
                <p14:nvPr/>
              </p14:nvContentPartPr>
              <p14:xfrm>
                <a:off x="1921" y="1144"/>
                <a:ext cx="17" cy="102"/>
              </p14:xfrm>
            </p:contentPart>
          </mc:Choice>
          <mc:Fallback xmlns="">
            <p:pic>
              <p:nvPicPr>
                <p:cNvPr id="155" name="墨迹 154"/>
              </p:nvPicPr>
              <p:blipFill>
                <a:blip r:embed="rId178"/>
              </p:blipFill>
              <p:spPr>
                <a:xfrm>
                  <a:off x="1921" y="1144"/>
                  <a:ext cx="17" cy="102"/>
                </a:xfrm>
                <a:prstGeom prst="rect"/>
              </p:spPr>
            </p:pic>
          </mc:Fallback>
        </mc:AlternateContent>
        <mc:AlternateContent xmlns:mc="http://schemas.openxmlformats.org/markup-compatibility/2006" xmlns:p14="http://schemas.microsoft.com/office/powerpoint/2010/main">
          <mc:Choice Requires="p14">
            <p:contentPart r:id="rId179" p14:bwMode="auto">
              <p14:nvContentPartPr>
                <p14:cNvPr id="156" name="墨迹 155"/>
                <p14:cNvContentPartPr/>
                <p14:nvPr/>
              </p14:nvContentPartPr>
              <p14:xfrm>
                <a:off x="1574" y="925"/>
                <a:ext cx="511" cy="705"/>
              </p14:xfrm>
            </p:contentPart>
          </mc:Choice>
          <mc:Fallback xmlns="">
            <p:pic>
              <p:nvPicPr>
                <p:cNvPr id="156" name="墨迹 155"/>
              </p:nvPicPr>
              <p:blipFill>
                <a:blip r:embed="rId180"/>
              </p:blipFill>
              <p:spPr>
                <a:xfrm>
                  <a:off x="1574" y="925"/>
                  <a:ext cx="511" cy="705"/>
                </a:xfrm>
                <a:prstGeom prst="rect"/>
              </p:spPr>
            </p:pic>
          </mc:Fallback>
        </mc:AlternateContent>
        <mc:AlternateContent xmlns:mc="http://schemas.openxmlformats.org/markup-compatibility/2006" xmlns:p14="http://schemas.microsoft.com/office/powerpoint/2010/main">
          <mc:Choice Requires="p14">
            <p:contentPart r:id="rId181" p14:bwMode="auto">
              <p14:nvContentPartPr>
                <p14:cNvPr id="157" name="墨迹 156"/>
                <p14:cNvContentPartPr/>
                <p14:nvPr/>
              </p14:nvContentPartPr>
              <p14:xfrm>
                <a:off x="1357" y="743"/>
                <a:ext cx="742" cy="1154"/>
              </p14:xfrm>
            </p:contentPart>
          </mc:Choice>
          <mc:Fallback xmlns="">
            <p:pic>
              <p:nvPicPr>
                <p:cNvPr id="157" name="墨迹 156"/>
              </p:nvPicPr>
              <p:blipFill>
                <a:blip r:embed="rId182"/>
              </p:blipFill>
              <p:spPr>
                <a:xfrm>
                  <a:off x="1357" y="743"/>
                  <a:ext cx="742" cy="1154"/>
                </a:xfrm>
                <a:prstGeom prst="rect"/>
              </p:spPr>
            </p:pic>
          </mc:Fallback>
        </mc:AlternateContent>
        <mc:AlternateContent xmlns:mc="http://schemas.openxmlformats.org/markup-compatibility/2006" xmlns:p14="http://schemas.microsoft.com/office/powerpoint/2010/main">
          <mc:Choice Requires="p14">
            <p:contentPart r:id="rId183" p14:bwMode="auto">
              <p14:nvContentPartPr>
                <p14:cNvPr id="158" name="墨迹 157"/>
                <p14:cNvContentPartPr/>
                <p14:nvPr/>
              </p14:nvContentPartPr>
              <p14:xfrm>
                <a:off x="1493" y="871"/>
                <a:ext cx="411" cy="273"/>
              </p14:xfrm>
            </p:contentPart>
          </mc:Choice>
          <mc:Fallback xmlns="">
            <p:pic>
              <p:nvPicPr>
                <p:cNvPr id="158" name="墨迹 157"/>
              </p:nvPicPr>
              <p:blipFill>
                <a:blip r:embed="rId184"/>
              </p:blipFill>
              <p:spPr>
                <a:xfrm>
                  <a:off x="1493" y="871"/>
                  <a:ext cx="411" cy="273"/>
                </a:xfrm>
                <a:prstGeom prst="rect"/>
              </p:spPr>
            </p:pic>
          </mc:Fallback>
        </mc:AlternateContent>
        <mc:AlternateContent xmlns:mc="http://schemas.openxmlformats.org/markup-compatibility/2006" xmlns:p14="http://schemas.microsoft.com/office/powerpoint/2010/main">
          <mc:Choice Requires="p14">
            <p:contentPart r:id="rId185" p14:bwMode="auto">
              <p14:nvContentPartPr>
                <p14:cNvPr id="159" name="墨迹 158"/>
                <p14:cNvContentPartPr/>
                <p14:nvPr/>
              </p14:nvContentPartPr>
              <p14:xfrm>
                <a:off x="1212" y="1861"/>
                <a:ext cx="73" cy="527"/>
              </p14:xfrm>
            </p:contentPart>
          </mc:Choice>
          <mc:Fallback xmlns="">
            <p:pic>
              <p:nvPicPr>
                <p:cNvPr id="159" name="墨迹 158"/>
              </p:nvPicPr>
              <p:blipFill>
                <a:blip r:embed="rId186"/>
              </p:blipFill>
              <p:spPr>
                <a:xfrm>
                  <a:off x="1212" y="1861"/>
                  <a:ext cx="73" cy="527"/>
                </a:xfrm>
                <a:prstGeom prst="rect"/>
              </p:spPr>
            </p:pic>
          </mc:Fallback>
        </mc:AlternateContent>
        <mc:AlternateContent xmlns:mc="http://schemas.openxmlformats.org/markup-compatibility/2006" xmlns:p14="http://schemas.microsoft.com/office/powerpoint/2010/main">
          <mc:Choice Requires="p14">
            <p:contentPart r:id="rId187" p14:bwMode="auto">
              <p14:nvContentPartPr>
                <p14:cNvPr id="160" name="墨迹 159"/>
                <p14:cNvContentPartPr/>
                <p14:nvPr/>
              </p14:nvContentPartPr>
              <p14:xfrm>
                <a:off x="1630" y="2913"/>
                <a:ext cx="364" cy="921"/>
              </p14:xfrm>
            </p:contentPart>
          </mc:Choice>
          <mc:Fallback xmlns="">
            <p:pic>
              <p:nvPicPr>
                <p:cNvPr id="160" name="墨迹 159"/>
              </p:nvPicPr>
              <p:blipFill>
                <a:blip r:embed="rId188"/>
              </p:blipFill>
              <p:spPr>
                <a:xfrm>
                  <a:off x="1630" y="2913"/>
                  <a:ext cx="364" cy="921"/>
                </a:xfrm>
                <a:prstGeom prst="rect"/>
              </p:spPr>
            </p:pic>
          </mc:Fallback>
        </mc:AlternateContent>
        <mc:AlternateContent xmlns:mc="http://schemas.openxmlformats.org/markup-compatibility/2006" xmlns:p14="http://schemas.microsoft.com/office/powerpoint/2010/main">
          <mc:Choice Requires="p14">
            <p:contentPart r:id="rId189" p14:bwMode="auto">
              <p14:nvContentPartPr>
                <p14:cNvPr id="161" name="墨迹 160"/>
                <p14:cNvContentPartPr/>
                <p14:nvPr/>
              </p14:nvContentPartPr>
              <p14:xfrm>
                <a:off x="2483" y="748"/>
                <a:ext cx="594" cy="1360"/>
              </p14:xfrm>
            </p:contentPart>
          </mc:Choice>
          <mc:Fallback xmlns="">
            <p:pic>
              <p:nvPicPr>
                <p:cNvPr id="161" name="墨迹 160"/>
              </p:nvPicPr>
              <p:blipFill>
                <a:blip r:embed="rId190"/>
              </p:blipFill>
              <p:spPr>
                <a:xfrm>
                  <a:off x="2483" y="748"/>
                  <a:ext cx="594" cy="1360"/>
                </a:xfrm>
                <a:prstGeom prst="rect"/>
              </p:spPr>
            </p:pic>
          </mc:Fallback>
        </mc:AlternateContent>
        <mc:AlternateContent xmlns:mc="http://schemas.openxmlformats.org/markup-compatibility/2006" xmlns:p14="http://schemas.microsoft.com/office/powerpoint/2010/main">
          <mc:Choice Requires="p14">
            <p:contentPart r:id="rId191" p14:bwMode="auto">
              <p14:nvContentPartPr>
                <p14:cNvPr id="162" name="墨迹 161"/>
                <p14:cNvContentPartPr/>
                <p14:nvPr/>
              </p14:nvContentPartPr>
              <p14:xfrm>
                <a:off x="3066" y="2016"/>
                <a:ext cx="110" cy="111"/>
              </p14:xfrm>
            </p:contentPart>
          </mc:Choice>
          <mc:Fallback xmlns="">
            <p:pic>
              <p:nvPicPr>
                <p:cNvPr id="162" name="墨迹 161"/>
              </p:nvPicPr>
              <p:blipFill>
                <a:blip r:embed="rId192"/>
              </p:blipFill>
              <p:spPr>
                <a:xfrm>
                  <a:off x="3066" y="2016"/>
                  <a:ext cx="110" cy="111"/>
                </a:xfrm>
                <a:prstGeom prst="rect"/>
              </p:spPr>
            </p:pic>
          </mc:Fallback>
        </mc:AlternateContent>
        <mc:AlternateContent xmlns:mc="http://schemas.openxmlformats.org/markup-compatibility/2006" xmlns:p14="http://schemas.microsoft.com/office/powerpoint/2010/main">
          <mc:Choice Requires="p14">
            <p:contentPart r:id="rId193" p14:bwMode="auto">
              <p14:nvContentPartPr>
                <p14:cNvPr id="163" name="墨迹 162"/>
                <p14:cNvContentPartPr/>
                <p14:nvPr/>
              </p14:nvContentPartPr>
              <p14:xfrm>
                <a:off x="2993" y="1834"/>
                <a:ext cx="56" cy="184"/>
              </p14:xfrm>
            </p:contentPart>
          </mc:Choice>
          <mc:Fallback xmlns="">
            <p:pic>
              <p:nvPicPr>
                <p:cNvPr id="163" name="墨迹 162"/>
              </p:nvPicPr>
              <p:blipFill>
                <a:blip r:embed="rId194"/>
              </p:blipFill>
              <p:spPr>
                <a:xfrm>
                  <a:off x="2993" y="1834"/>
                  <a:ext cx="56" cy="184"/>
                </a:xfrm>
                <a:prstGeom prst="rect"/>
              </p:spPr>
            </p:pic>
          </mc:Fallback>
        </mc:AlternateContent>
        <mc:AlternateContent xmlns:mc="http://schemas.openxmlformats.org/markup-compatibility/2006" xmlns:p14="http://schemas.microsoft.com/office/powerpoint/2010/main">
          <mc:Choice Requires="p14">
            <p:contentPart r:id="rId195" p14:bwMode="auto">
              <p14:nvContentPartPr>
                <p14:cNvPr id="164" name="墨迹 163"/>
                <p14:cNvContentPartPr/>
                <p14:nvPr/>
              </p14:nvContentPartPr>
              <p14:xfrm>
                <a:off x="3632" y="4460"/>
                <a:ext cx="2080" cy="376"/>
              </p14:xfrm>
            </p:contentPart>
          </mc:Choice>
          <mc:Fallback xmlns="">
            <p:pic>
              <p:nvPicPr>
                <p:cNvPr id="164" name="墨迹 163"/>
              </p:nvPicPr>
              <p:blipFill>
                <a:blip r:embed="rId196"/>
              </p:blipFill>
              <p:spPr>
                <a:xfrm>
                  <a:off x="3632" y="4460"/>
                  <a:ext cx="2080" cy="376"/>
                </a:xfrm>
                <a:prstGeom prst="rect"/>
              </p:spPr>
            </p:pic>
          </mc:Fallback>
        </mc:AlternateContent>
        <mc:AlternateContent xmlns:mc="http://schemas.openxmlformats.org/markup-compatibility/2006" xmlns:p14="http://schemas.microsoft.com/office/powerpoint/2010/main">
          <mc:Choice Requires="p14">
            <p:contentPart r:id="rId197" p14:bwMode="auto">
              <p14:nvContentPartPr>
                <p14:cNvPr id="167" name="墨迹 166"/>
                <p14:cNvContentPartPr/>
                <p14:nvPr/>
              </p14:nvContentPartPr>
              <p14:xfrm>
                <a:off x="2339" y="4074"/>
                <a:ext cx="104" cy="279"/>
              </p14:xfrm>
            </p:contentPart>
          </mc:Choice>
          <mc:Fallback xmlns="">
            <p:pic>
              <p:nvPicPr>
                <p:cNvPr id="167" name="墨迹 166"/>
              </p:nvPicPr>
              <p:blipFill>
                <a:blip r:embed="rId198"/>
              </p:blipFill>
              <p:spPr>
                <a:xfrm>
                  <a:off x="2339" y="4074"/>
                  <a:ext cx="104" cy="279"/>
                </a:xfrm>
                <a:prstGeom prst="rect"/>
              </p:spPr>
            </p:pic>
          </mc:Fallback>
        </mc:AlternateContent>
        <mc:AlternateContent xmlns:mc="http://schemas.openxmlformats.org/markup-compatibility/2006" xmlns:p14="http://schemas.microsoft.com/office/powerpoint/2010/main">
          <mc:Choice Requires="p14">
            <p:contentPart r:id="rId199" p14:bwMode="auto">
              <p14:nvContentPartPr>
                <p14:cNvPr id="168" name="墨迹 167"/>
                <p14:cNvContentPartPr/>
                <p14:nvPr/>
              </p14:nvContentPartPr>
              <p14:xfrm>
                <a:off x="2265" y="3870"/>
                <a:ext cx="345" cy="500"/>
              </p14:xfrm>
            </p:contentPart>
          </mc:Choice>
          <mc:Fallback xmlns="">
            <p:pic>
              <p:nvPicPr>
                <p:cNvPr id="168" name="墨迹 167"/>
              </p:nvPicPr>
              <p:blipFill>
                <a:blip r:embed="rId200"/>
              </p:blipFill>
              <p:spPr>
                <a:xfrm>
                  <a:off x="2265" y="3870"/>
                  <a:ext cx="345" cy="500"/>
                </a:xfrm>
                <a:prstGeom prst="rect"/>
              </p:spPr>
            </p:pic>
          </mc:Fallback>
        </mc:AlternateContent>
        <mc:AlternateContent xmlns:mc="http://schemas.openxmlformats.org/markup-compatibility/2006" xmlns:p14="http://schemas.microsoft.com/office/powerpoint/2010/main">
          <mc:Choice Requires="p14">
            <p:contentPart r:id="rId201" p14:bwMode="auto">
              <p14:nvContentPartPr>
                <p14:cNvPr id="169" name="墨迹 168"/>
                <p14:cNvContentPartPr/>
                <p14:nvPr/>
              </p14:nvContentPartPr>
              <p14:xfrm>
                <a:off x="2157" y="4083"/>
                <a:ext cx="129" cy="403"/>
              </p14:xfrm>
            </p:contentPart>
          </mc:Choice>
          <mc:Fallback xmlns="">
            <p:pic>
              <p:nvPicPr>
                <p:cNvPr id="169" name="墨迹 168"/>
              </p:nvPicPr>
              <p:blipFill>
                <a:blip r:embed="rId202"/>
              </p:blipFill>
              <p:spPr>
                <a:xfrm>
                  <a:off x="2157" y="4083"/>
                  <a:ext cx="129" cy="403"/>
                </a:xfrm>
                <a:prstGeom prst="rect"/>
              </p:spPr>
            </p:pic>
          </mc:Fallback>
        </mc:AlternateContent>
        <mc:AlternateContent xmlns:mc="http://schemas.openxmlformats.org/markup-compatibility/2006" xmlns:p14="http://schemas.microsoft.com/office/powerpoint/2010/main">
          <mc:Choice Requires="p14">
            <p:contentPart r:id="rId203" p14:bwMode="auto">
              <p14:nvContentPartPr>
                <p14:cNvPr id="170" name="墨迹 169"/>
                <p14:cNvContentPartPr/>
                <p14:nvPr/>
              </p14:nvContentPartPr>
              <p14:xfrm>
                <a:off x="2121" y="3862"/>
                <a:ext cx="456" cy="664"/>
              </p14:xfrm>
            </p:contentPart>
          </mc:Choice>
          <mc:Fallback xmlns="">
            <p:pic>
              <p:nvPicPr>
                <p:cNvPr id="170" name="墨迹 169"/>
              </p:nvPicPr>
              <p:blipFill>
                <a:blip r:embed="rId204"/>
              </p:blipFill>
              <p:spPr>
                <a:xfrm>
                  <a:off x="2121" y="3862"/>
                  <a:ext cx="456" cy="664"/>
                </a:xfrm>
                <a:prstGeom prst="rect"/>
              </p:spPr>
            </p:pic>
          </mc:Fallback>
        </mc:AlternateContent>
        <mc:AlternateContent xmlns:mc="http://schemas.openxmlformats.org/markup-compatibility/2006" xmlns:p14="http://schemas.microsoft.com/office/powerpoint/2010/main">
          <mc:Choice Requires="p14">
            <p:contentPart r:id="rId205" p14:bwMode="auto">
              <p14:nvContentPartPr>
                <p14:cNvPr id="171" name="墨迹 170"/>
                <p14:cNvContentPartPr/>
                <p14:nvPr/>
              </p14:nvContentPartPr>
              <p14:xfrm>
                <a:off x="2229" y="3488"/>
                <a:ext cx="4065" cy="1275"/>
              </p14:xfrm>
            </p:contentPart>
          </mc:Choice>
          <mc:Fallback xmlns="">
            <p:pic>
              <p:nvPicPr>
                <p:cNvPr id="171" name="墨迹 170"/>
              </p:nvPicPr>
              <p:blipFill>
                <a:blip r:embed="rId206"/>
              </p:blipFill>
              <p:spPr>
                <a:xfrm>
                  <a:off x="2229" y="3488"/>
                  <a:ext cx="4065" cy="1275"/>
                </a:xfrm>
                <a:prstGeom prst="rect"/>
              </p:spPr>
            </p:pic>
          </mc:Fallback>
        </mc:AlternateContent>
        <mc:AlternateContent xmlns:mc="http://schemas.openxmlformats.org/markup-compatibility/2006" xmlns:p14="http://schemas.microsoft.com/office/powerpoint/2010/main">
          <mc:Choice Requires="p14">
            <p:contentPart r:id="rId207" p14:bwMode="auto">
              <p14:nvContentPartPr>
                <p14:cNvPr id="172" name="墨迹 171"/>
                <p14:cNvContentPartPr/>
                <p14:nvPr/>
              </p14:nvContentPartPr>
              <p14:xfrm>
                <a:off x="2866" y="3595"/>
                <a:ext cx="2394" cy="586"/>
              </p14:xfrm>
            </p:contentPart>
          </mc:Choice>
          <mc:Fallback xmlns="">
            <p:pic>
              <p:nvPicPr>
                <p:cNvPr id="172" name="墨迹 171"/>
              </p:nvPicPr>
              <p:blipFill>
                <a:blip r:embed="rId208"/>
              </p:blipFill>
              <p:spPr>
                <a:xfrm>
                  <a:off x="2866" y="3595"/>
                  <a:ext cx="2394" cy="586"/>
                </a:xfrm>
                <a:prstGeom prst="rect"/>
              </p:spPr>
            </p:pic>
          </mc:Fallback>
        </mc:AlternateContent>
        <mc:AlternateContent xmlns:mc="http://schemas.openxmlformats.org/markup-compatibility/2006" xmlns:p14="http://schemas.microsoft.com/office/powerpoint/2010/main">
          <mc:Choice Requires="p14">
            <p:contentPart r:id="rId209" p14:bwMode="auto">
              <p14:nvContentPartPr>
                <p14:cNvPr id="173" name="墨迹 172"/>
                <p14:cNvContentPartPr/>
                <p14:nvPr/>
              </p14:nvContentPartPr>
              <p14:xfrm>
                <a:off x="3866" y="3816"/>
                <a:ext cx="612" cy="256"/>
              </p14:xfrm>
            </p:contentPart>
          </mc:Choice>
          <mc:Fallback xmlns="">
            <p:pic>
              <p:nvPicPr>
                <p:cNvPr id="173" name="墨迹 172"/>
              </p:nvPicPr>
              <p:blipFill>
                <a:blip r:embed="rId210"/>
              </p:blipFill>
              <p:spPr>
                <a:xfrm>
                  <a:off x="3866" y="3816"/>
                  <a:ext cx="612" cy="256"/>
                </a:xfrm>
                <a:prstGeom prst="rect"/>
              </p:spPr>
            </p:pic>
          </mc:Fallback>
        </mc:AlternateContent>
        <mc:AlternateContent xmlns:mc="http://schemas.openxmlformats.org/markup-compatibility/2006" xmlns:p14="http://schemas.microsoft.com/office/powerpoint/2010/main">
          <mc:Choice Requires="p14">
            <p:contentPart r:id="rId211" p14:bwMode="auto">
              <p14:nvContentPartPr>
                <p14:cNvPr id="174" name="墨迹 173"/>
                <p14:cNvContentPartPr/>
                <p14:nvPr/>
              </p14:nvContentPartPr>
              <p14:xfrm>
                <a:off x="2867" y="3633"/>
                <a:ext cx="3236" cy="1004"/>
              </p14:xfrm>
            </p:contentPart>
          </mc:Choice>
          <mc:Fallback xmlns="">
            <p:pic>
              <p:nvPicPr>
                <p:cNvPr id="174" name="墨迹 173"/>
              </p:nvPicPr>
              <p:blipFill>
                <a:blip r:embed="rId212"/>
              </p:blipFill>
              <p:spPr>
                <a:xfrm>
                  <a:off x="2867" y="3633"/>
                  <a:ext cx="3236" cy="1004"/>
                </a:xfrm>
                <a:prstGeom prst="rect"/>
              </p:spPr>
            </p:pic>
          </mc:Fallback>
        </mc:AlternateContent>
        <mc:AlternateContent xmlns:mc="http://schemas.openxmlformats.org/markup-compatibility/2006" xmlns:p14="http://schemas.microsoft.com/office/powerpoint/2010/main">
          <mc:Choice Requires="p14">
            <p:contentPart r:id="rId213" p14:bwMode="auto">
              <p14:nvContentPartPr>
                <p14:cNvPr id="176" name="墨迹 175"/>
                <p14:cNvContentPartPr/>
                <p14:nvPr/>
              </p14:nvContentPartPr>
              <p14:xfrm>
                <a:off x="2720" y="3959"/>
                <a:ext cx="3643" cy="1281"/>
              </p14:xfrm>
            </p:contentPart>
          </mc:Choice>
          <mc:Fallback xmlns="">
            <p:pic>
              <p:nvPicPr>
                <p:cNvPr id="176" name="墨迹 175"/>
              </p:nvPicPr>
              <p:blipFill>
                <a:blip r:embed="rId214"/>
              </p:blipFill>
              <p:spPr>
                <a:xfrm>
                  <a:off x="2720" y="3959"/>
                  <a:ext cx="3643" cy="1281"/>
                </a:xfrm>
                <a:prstGeom prst="rect"/>
              </p:spPr>
            </p:pic>
          </mc:Fallback>
        </mc:AlternateContent>
        <mc:AlternateContent xmlns:mc="http://schemas.openxmlformats.org/markup-compatibility/2006" xmlns:p14="http://schemas.microsoft.com/office/powerpoint/2010/main">
          <mc:Choice Requires="p14">
            <p:contentPart r:id="rId215" p14:bwMode="auto">
              <p14:nvContentPartPr>
                <p14:cNvPr id="177" name="墨迹 176"/>
                <p14:cNvContentPartPr/>
                <p14:nvPr/>
              </p14:nvContentPartPr>
              <p14:xfrm>
                <a:off x="5116" y="4870"/>
                <a:ext cx="1206" cy="56"/>
              </p14:xfrm>
            </p:contentPart>
          </mc:Choice>
          <mc:Fallback xmlns="">
            <p:pic>
              <p:nvPicPr>
                <p:cNvPr id="177" name="墨迹 176"/>
              </p:nvPicPr>
              <p:blipFill>
                <a:blip r:embed="rId216"/>
              </p:blipFill>
              <p:spPr>
                <a:xfrm>
                  <a:off x="5116" y="4870"/>
                  <a:ext cx="1206" cy="56"/>
                </a:xfrm>
                <a:prstGeom prst="rect"/>
              </p:spPr>
            </p:pic>
          </mc:Fallback>
        </mc:AlternateContent>
        <mc:AlternateContent xmlns:mc="http://schemas.openxmlformats.org/markup-compatibility/2006" xmlns:p14="http://schemas.microsoft.com/office/powerpoint/2010/main">
          <mc:Choice Requires="p14">
            <p:contentPart r:id="rId217" p14:bwMode="auto">
              <p14:nvContentPartPr>
                <p14:cNvPr id="178" name="墨迹 177"/>
                <p14:cNvContentPartPr/>
                <p14:nvPr/>
              </p14:nvContentPartPr>
              <p14:xfrm>
                <a:off x="5802" y="4817"/>
                <a:ext cx="1079" cy="123"/>
              </p14:xfrm>
            </p:contentPart>
          </mc:Choice>
          <mc:Fallback xmlns="">
            <p:pic>
              <p:nvPicPr>
                <p:cNvPr id="178" name="墨迹 177"/>
              </p:nvPicPr>
              <p:blipFill>
                <a:blip r:embed="rId218"/>
              </p:blipFill>
              <p:spPr>
                <a:xfrm>
                  <a:off x="5802" y="4817"/>
                  <a:ext cx="1079" cy="123"/>
                </a:xfrm>
                <a:prstGeom prst="rect"/>
              </p:spPr>
            </p:pic>
          </mc:Fallback>
        </mc:AlternateContent>
        <mc:AlternateContent xmlns:mc="http://schemas.openxmlformats.org/markup-compatibility/2006" xmlns:p14="http://schemas.microsoft.com/office/powerpoint/2010/main">
          <mc:Choice Requires="p14">
            <p:contentPart r:id="rId219" p14:bwMode="auto">
              <p14:nvContentPartPr>
                <p14:cNvPr id="179" name="墨迹 178"/>
                <p14:cNvContentPartPr/>
                <p14:nvPr/>
              </p14:nvContentPartPr>
              <p14:xfrm>
                <a:off x="5793" y="4816"/>
                <a:ext cx="1" cy="1"/>
              </p14:xfrm>
            </p:contentPart>
          </mc:Choice>
          <mc:Fallback xmlns="">
            <p:pic>
              <p:nvPicPr>
                <p:cNvPr id="179" name="墨迹 178"/>
              </p:nvPicPr>
              <p:blipFill>
                <a:blip r:embed="rId220"/>
              </p:blipFill>
              <p:spPr>
                <a:xfrm>
                  <a:off x="5793" y="4816"/>
                  <a:ext cx="1" cy="1"/>
                </a:xfrm>
                <a:prstGeom prst="rect"/>
              </p:spPr>
            </p:pic>
          </mc:Fallback>
        </mc:AlternateContent>
        <mc:AlternateContent xmlns:mc="http://schemas.openxmlformats.org/markup-compatibility/2006" xmlns:p14="http://schemas.microsoft.com/office/powerpoint/2010/main">
          <mc:Choice Requires="p14">
            <p:contentPart r:id="rId221" p14:bwMode="auto">
              <p14:nvContentPartPr>
                <p14:cNvPr id="180" name="墨迹 179"/>
                <p14:cNvContentPartPr/>
                <p14:nvPr/>
              </p14:nvContentPartPr>
              <p14:xfrm>
                <a:off x="3471" y="4390"/>
                <a:ext cx="2942" cy="646"/>
              </p14:xfrm>
            </p:contentPart>
          </mc:Choice>
          <mc:Fallback xmlns="">
            <p:pic>
              <p:nvPicPr>
                <p:cNvPr id="180" name="墨迹 179"/>
              </p:nvPicPr>
              <p:blipFill>
                <a:blip r:embed="rId222"/>
              </p:blipFill>
              <p:spPr>
                <a:xfrm>
                  <a:off x="3471" y="4390"/>
                  <a:ext cx="2942" cy="646"/>
                </a:xfrm>
                <a:prstGeom prst="rect"/>
              </p:spPr>
            </p:pic>
          </mc:Fallback>
        </mc:AlternateContent>
        <mc:AlternateContent xmlns:mc="http://schemas.openxmlformats.org/markup-compatibility/2006" xmlns:p14="http://schemas.microsoft.com/office/powerpoint/2010/main">
          <mc:Choice Requires="p14">
            <p:contentPart r:id="rId223" p14:bwMode="auto">
              <p14:nvContentPartPr>
                <p14:cNvPr id="181" name="墨迹 180"/>
                <p14:cNvContentPartPr/>
                <p14:nvPr/>
              </p14:nvContentPartPr>
              <p14:xfrm>
                <a:off x="3758" y="4434"/>
                <a:ext cx="36" cy="144"/>
              </p14:xfrm>
            </p:contentPart>
          </mc:Choice>
          <mc:Fallback xmlns="">
            <p:pic>
              <p:nvPicPr>
                <p:cNvPr id="181" name="墨迹 180"/>
              </p:nvPicPr>
              <p:blipFill>
                <a:blip r:embed="rId224"/>
              </p:blipFill>
              <p:spPr>
                <a:xfrm>
                  <a:off x="3758" y="4434"/>
                  <a:ext cx="36" cy="144"/>
                </a:xfrm>
                <a:prstGeom prst="rect"/>
              </p:spPr>
            </p:pic>
          </mc:Fallback>
        </mc:AlternateContent>
        <mc:AlternateContent xmlns:mc="http://schemas.openxmlformats.org/markup-compatibility/2006" xmlns:p14="http://schemas.microsoft.com/office/powerpoint/2010/main">
          <mc:Choice Requires="p14">
            <p:contentPart r:id="rId225" p14:bwMode="auto">
              <p14:nvContentPartPr>
                <p14:cNvPr id="182" name="墨迹 181"/>
                <p14:cNvContentPartPr/>
                <p14:nvPr/>
              </p14:nvContentPartPr>
              <p14:xfrm>
                <a:off x="4112" y="4252"/>
                <a:ext cx="1394" cy="493"/>
              </p14:xfrm>
            </p:contentPart>
          </mc:Choice>
          <mc:Fallback xmlns="">
            <p:pic>
              <p:nvPicPr>
                <p:cNvPr id="182" name="墨迹 181"/>
              </p:nvPicPr>
              <p:blipFill>
                <a:blip r:embed="rId226"/>
              </p:blipFill>
              <p:spPr>
                <a:xfrm>
                  <a:off x="4112" y="4252"/>
                  <a:ext cx="1394" cy="493"/>
                </a:xfrm>
                <a:prstGeom prst="rect"/>
              </p:spPr>
            </p:pic>
          </mc:Fallback>
        </mc:AlternateContent>
        <mc:AlternateContent xmlns:mc="http://schemas.openxmlformats.org/markup-compatibility/2006" xmlns:p14="http://schemas.microsoft.com/office/powerpoint/2010/main">
          <mc:Choice Requires="p14">
            <p:contentPart r:id="rId227" p14:bwMode="auto">
              <p14:nvContentPartPr>
                <p14:cNvPr id="183" name="墨迹 182"/>
                <p14:cNvContentPartPr/>
                <p14:nvPr/>
              </p14:nvContentPartPr>
              <p14:xfrm>
                <a:off x="2702" y="3714"/>
                <a:ext cx="4326" cy="1573"/>
              </p14:xfrm>
            </p:contentPart>
          </mc:Choice>
          <mc:Fallback xmlns="">
            <p:pic>
              <p:nvPicPr>
                <p:cNvPr id="183" name="墨迹 182"/>
              </p:nvPicPr>
              <p:blipFill>
                <a:blip r:embed="rId228"/>
              </p:blipFill>
              <p:spPr>
                <a:xfrm>
                  <a:off x="2702" y="3714"/>
                  <a:ext cx="4326" cy="1573"/>
                </a:xfrm>
                <a:prstGeom prst="rect"/>
              </p:spPr>
            </p:pic>
          </mc:Fallback>
        </mc:AlternateContent>
        <mc:AlternateContent xmlns:mc="http://schemas.openxmlformats.org/markup-compatibility/2006" xmlns:p14="http://schemas.microsoft.com/office/powerpoint/2010/main">
          <mc:Choice Requires="p14">
            <p:contentPart r:id="rId229" p14:bwMode="auto">
              <p14:nvContentPartPr>
                <p14:cNvPr id="184" name="墨迹 183"/>
                <p14:cNvContentPartPr/>
                <p14:nvPr/>
              </p14:nvContentPartPr>
              <p14:xfrm>
                <a:off x="3774" y="2598"/>
                <a:ext cx="749" cy="419"/>
              </p14:xfrm>
            </p:contentPart>
          </mc:Choice>
          <mc:Fallback xmlns="">
            <p:pic>
              <p:nvPicPr>
                <p:cNvPr id="184" name="墨迹 183"/>
              </p:nvPicPr>
              <p:blipFill>
                <a:blip r:embed="rId230"/>
              </p:blipFill>
              <p:spPr>
                <a:xfrm>
                  <a:off x="3774" y="2598"/>
                  <a:ext cx="749" cy="419"/>
                </a:xfrm>
                <a:prstGeom prst="rect"/>
              </p:spPr>
            </p:pic>
          </mc:Fallback>
        </mc:AlternateContent>
        <mc:AlternateContent xmlns:mc="http://schemas.openxmlformats.org/markup-compatibility/2006" xmlns:p14="http://schemas.microsoft.com/office/powerpoint/2010/main">
          <mc:Choice Requires="p14">
            <p:contentPart r:id="rId231" p14:bwMode="auto">
              <p14:nvContentPartPr>
                <p14:cNvPr id="185" name="墨迹 184"/>
                <p14:cNvContentPartPr/>
                <p14:nvPr/>
              </p14:nvContentPartPr>
              <p14:xfrm>
                <a:off x="4302" y="2671"/>
                <a:ext cx="292" cy="364"/>
              </p14:xfrm>
            </p:contentPart>
          </mc:Choice>
          <mc:Fallback xmlns="">
            <p:pic>
              <p:nvPicPr>
                <p:cNvPr id="185" name="墨迹 184"/>
              </p:nvPicPr>
              <p:blipFill>
                <a:blip r:embed="rId232"/>
              </p:blipFill>
              <p:spPr>
                <a:xfrm>
                  <a:off x="4302" y="2671"/>
                  <a:ext cx="292" cy="364"/>
                </a:xfrm>
                <a:prstGeom prst="rect"/>
              </p:spPr>
            </p:pic>
          </mc:Fallback>
        </mc:AlternateContent>
        <mc:AlternateContent xmlns:mc="http://schemas.openxmlformats.org/markup-compatibility/2006" xmlns:p14="http://schemas.microsoft.com/office/powerpoint/2010/main">
          <mc:Choice Requires="p14">
            <p:contentPart r:id="rId233" p14:bwMode="auto">
              <p14:nvContentPartPr>
                <p14:cNvPr id="186" name="墨迹 185"/>
                <p14:cNvContentPartPr/>
                <p14:nvPr/>
              </p14:nvContentPartPr>
              <p14:xfrm>
                <a:off x="1702" y="1980"/>
                <a:ext cx="689" cy="1238"/>
              </p14:xfrm>
            </p:contentPart>
          </mc:Choice>
          <mc:Fallback xmlns="">
            <p:pic>
              <p:nvPicPr>
                <p:cNvPr id="186" name="墨迹 185"/>
              </p:nvPicPr>
              <p:blipFill>
                <a:blip r:embed="rId234"/>
              </p:blipFill>
              <p:spPr>
                <a:xfrm>
                  <a:off x="1702" y="1980"/>
                  <a:ext cx="689" cy="1238"/>
                </a:xfrm>
                <a:prstGeom prst="rect"/>
              </p:spPr>
            </p:pic>
          </mc:Fallback>
        </mc:AlternateContent>
        <mc:AlternateContent xmlns:mc="http://schemas.openxmlformats.org/markup-compatibility/2006" xmlns:p14="http://schemas.microsoft.com/office/powerpoint/2010/main">
          <mc:Choice Requires="p14">
            <p:contentPart r:id="rId235" p14:bwMode="auto">
              <p14:nvContentPartPr>
                <p14:cNvPr id="187" name="墨迹 186"/>
                <p14:cNvContentPartPr/>
                <p14:nvPr/>
              </p14:nvContentPartPr>
              <p14:xfrm>
                <a:off x="2195" y="3198"/>
                <a:ext cx="181" cy="126"/>
              </p14:xfrm>
            </p:contentPart>
          </mc:Choice>
          <mc:Fallback xmlns="">
            <p:pic>
              <p:nvPicPr>
                <p:cNvPr id="187" name="墨迹 186"/>
              </p:nvPicPr>
              <p:blipFill>
                <a:blip r:embed="rId236"/>
              </p:blipFill>
              <p:spPr>
                <a:xfrm>
                  <a:off x="2195" y="3198"/>
                  <a:ext cx="181" cy="126"/>
                </a:xfrm>
                <a:prstGeom prst="rect"/>
              </p:spPr>
            </p:pic>
          </mc:Fallback>
        </mc:AlternateContent>
        <mc:AlternateContent xmlns:mc="http://schemas.openxmlformats.org/markup-compatibility/2006" xmlns:p14="http://schemas.microsoft.com/office/powerpoint/2010/main">
          <mc:Choice Requires="p14">
            <p:contentPart r:id="rId237" p14:bwMode="auto">
              <p14:nvContentPartPr>
                <p14:cNvPr id="188" name="墨迹 187"/>
                <p14:cNvContentPartPr/>
                <p14:nvPr/>
              </p14:nvContentPartPr>
              <p14:xfrm>
                <a:off x="2266" y="3216"/>
                <a:ext cx="652" cy="184"/>
              </p14:xfrm>
            </p:contentPart>
          </mc:Choice>
          <mc:Fallback xmlns="">
            <p:pic>
              <p:nvPicPr>
                <p:cNvPr id="188" name="墨迹 187"/>
              </p:nvPicPr>
              <p:blipFill>
                <a:blip r:embed="rId238"/>
              </p:blipFill>
              <p:spPr>
                <a:xfrm>
                  <a:off x="2266" y="3216"/>
                  <a:ext cx="652" cy="184"/>
                </a:xfrm>
                <a:prstGeom prst="rect"/>
              </p:spPr>
            </p:pic>
          </mc:Fallback>
        </mc:AlternateContent>
        <mc:AlternateContent xmlns:mc="http://schemas.openxmlformats.org/markup-compatibility/2006" xmlns:p14="http://schemas.microsoft.com/office/powerpoint/2010/main">
          <mc:Choice Requires="p14">
            <p:contentPart r:id="rId239" p14:bwMode="auto">
              <p14:nvContentPartPr>
                <p14:cNvPr id="189" name="墨迹 188"/>
                <p14:cNvContentPartPr/>
                <p14:nvPr/>
              </p14:nvContentPartPr>
              <p14:xfrm>
                <a:off x="2575" y="3362"/>
                <a:ext cx="220" cy="19"/>
              </p14:xfrm>
            </p:contentPart>
          </mc:Choice>
          <mc:Fallback xmlns="">
            <p:pic>
              <p:nvPicPr>
                <p:cNvPr id="189" name="墨迹 188"/>
              </p:nvPicPr>
              <p:blipFill>
                <a:blip r:embed="rId240"/>
              </p:blipFill>
              <p:spPr>
                <a:xfrm>
                  <a:off x="2575" y="3362"/>
                  <a:ext cx="220" cy="19"/>
                </a:xfrm>
                <a:prstGeom prst="rect"/>
              </p:spPr>
            </p:pic>
          </mc:Fallback>
        </mc:AlternateContent>
        <mc:AlternateContent xmlns:mc="http://schemas.openxmlformats.org/markup-compatibility/2006" xmlns:p14="http://schemas.microsoft.com/office/powerpoint/2010/main">
          <mc:Choice Requires="p14">
            <p:contentPart r:id="rId241" p14:bwMode="auto">
              <p14:nvContentPartPr>
                <p14:cNvPr id="190" name="墨迹 189"/>
                <p14:cNvContentPartPr/>
                <p14:nvPr/>
              </p14:nvContentPartPr>
              <p14:xfrm>
                <a:off x="2521" y="3235"/>
                <a:ext cx="393" cy="220"/>
              </p14:xfrm>
            </p:contentPart>
          </mc:Choice>
          <mc:Fallback xmlns="">
            <p:pic>
              <p:nvPicPr>
                <p:cNvPr id="190" name="墨迹 189"/>
              </p:nvPicPr>
              <p:blipFill>
                <a:blip r:embed="rId242"/>
              </p:blipFill>
              <p:spPr>
                <a:xfrm>
                  <a:off x="2521" y="3235"/>
                  <a:ext cx="393" cy="220"/>
                </a:xfrm>
                <a:prstGeom prst="rect"/>
              </p:spPr>
            </p:pic>
          </mc:Fallback>
        </mc:AlternateContent>
        <mc:AlternateContent xmlns:mc="http://schemas.openxmlformats.org/markup-compatibility/2006" xmlns:p14="http://schemas.microsoft.com/office/powerpoint/2010/main">
          <mc:Choice Requires="p14">
            <p:contentPart r:id="rId243" p14:bwMode="auto">
              <p14:nvContentPartPr>
                <p14:cNvPr id="191" name="墨迹 190"/>
                <p14:cNvContentPartPr/>
                <p14:nvPr/>
              </p14:nvContentPartPr>
              <p14:xfrm>
                <a:off x="1648" y="2070"/>
                <a:ext cx="310" cy="838"/>
              </p14:xfrm>
            </p:contentPart>
          </mc:Choice>
          <mc:Fallback xmlns="">
            <p:pic>
              <p:nvPicPr>
                <p:cNvPr id="191" name="墨迹 190"/>
              </p:nvPicPr>
              <p:blipFill>
                <a:blip r:embed="rId244"/>
              </p:blipFill>
              <p:spPr>
                <a:xfrm>
                  <a:off x="1648" y="2070"/>
                  <a:ext cx="310" cy="838"/>
                </a:xfrm>
                <a:prstGeom prst="rect"/>
              </p:spPr>
            </p:pic>
          </mc:Fallback>
        </mc:AlternateContent>
        <mc:AlternateContent xmlns:mc="http://schemas.openxmlformats.org/markup-compatibility/2006" xmlns:p14="http://schemas.microsoft.com/office/powerpoint/2010/main">
          <mc:Choice Requires="p14">
            <p:contentPart r:id="rId245" p14:bwMode="auto">
              <p14:nvContentPartPr>
                <p14:cNvPr id="192" name="墨迹 191"/>
                <p14:cNvContentPartPr/>
                <p14:nvPr/>
              </p14:nvContentPartPr>
              <p14:xfrm>
                <a:off x="1666" y="2151"/>
                <a:ext cx="1128" cy="1304"/>
              </p14:xfrm>
            </p:contentPart>
          </mc:Choice>
          <mc:Fallback xmlns="">
            <p:pic>
              <p:nvPicPr>
                <p:cNvPr id="192" name="墨迹 191"/>
              </p:nvPicPr>
              <p:blipFill>
                <a:blip r:embed="rId246"/>
              </p:blipFill>
              <p:spPr>
                <a:xfrm>
                  <a:off x="1666" y="2151"/>
                  <a:ext cx="1128" cy="1304"/>
                </a:xfrm>
                <a:prstGeom prst="rect"/>
              </p:spPr>
            </p:pic>
          </mc:Fallback>
        </mc:AlternateContent>
        <mc:AlternateContent xmlns:mc="http://schemas.openxmlformats.org/markup-compatibility/2006" xmlns:p14="http://schemas.microsoft.com/office/powerpoint/2010/main">
          <mc:Choice Requires="p14">
            <p:contentPart r:id="rId247" p14:bwMode="auto">
              <p14:nvContentPartPr>
                <p14:cNvPr id="193" name="墨迹 192"/>
                <p14:cNvContentPartPr/>
                <p14:nvPr/>
              </p14:nvContentPartPr>
              <p14:xfrm>
                <a:off x="1957" y="2506"/>
                <a:ext cx="306" cy="325"/>
              </p14:xfrm>
            </p:contentPart>
          </mc:Choice>
          <mc:Fallback xmlns="">
            <p:pic>
              <p:nvPicPr>
                <p:cNvPr id="193" name="墨迹 192"/>
              </p:nvPicPr>
              <p:blipFill>
                <a:blip r:embed="rId248"/>
              </p:blipFill>
              <p:spPr>
                <a:xfrm>
                  <a:off x="1957" y="2506"/>
                  <a:ext cx="306" cy="325"/>
                </a:xfrm>
                <a:prstGeom prst="rect"/>
              </p:spPr>
            </p:pic>
          </mc:Fallback>
        </mc:AlternateContent>
        <mc:AlternateContent xmlns:mc="http://schemas.openxmlformats.org/markup-compatibility/2006" xmlns:p14="http://schemas.microsoft.com/office/powerpoint/2010/main">
          <mc:Choice Requires="p14">
            <p:contentPart r:id="rId249" p14:bwMode="auto">
              <p14:nvContentPartPr>
                <p14:cNvPr id="195" name="墨迹 194"/>
                <p14:cNvContentPartPr/>
                <p14:nvPr/>
              </p14:nvContentPartPr>
              <p14:xfrm>
                <a:off x="2211" y="1597"/>
                <a:ext cx="129" cy="382"/>
              </p14:xfrm>
            </p:contentPart>
          </mc:Choice>
          <mc:Fallback xmlns="">
            <p:pic>
              <p:nvPicPr>
                <p:cNvPr id="195" name="墨迹 194"/>
              </p:nvPicPr>
              <p:blipFill>
                <a:blip r:embed="rId250"/>
              </p:blipFill>
              <p:spPr>
                <a:xfrm>
                  <a:off x="2211" y="1597"/>
                  <a:ext cx="129" cy="382"/>
                </a:xfrm>
                <a:prstGeom prst="rect"/>
              </p:spPr>
            </p:pic>
          </mc:Fallback>
        </mc:AlternateContent>
        <mc:AlternateContent xmlns:mc="http://schemas.openxmlformats.org/markup-compatibility/2006" xmlns:p14="http://schemas.microsoft.com/office/powerpoint/2010/main">
          <mc:Choice Requires="p14">
            <p:contentPart r:id="rId251" p14:bwMode="auto">
              <p14:nvContentPartPr>
                <p14:cNvPr id="196" name="墨迹 195"/>
                <p14:cNvContentPartPr/>
                <p14:nvPr/>
              </p14:nvContentPartPr>
              <p14:xfrm>
                <a:off x="2484" y="1744"/>
                <a:ext cx="2084" cy="746"/>
              </p14:xfrm>
            </p:contentPart>
          </mc:Choice>
          <mc:Fallback xmlns="">
            <p:pic>
              <p:nvPicPr>
                <p:cNvPr id="196" name="墨迹 195"/>
              </p:nvPicPr>
              <p:blipFill>
                <a:blip r:embed="rId252"/>
              </p:blipFill>
              <p:spPr>
                <a:xfrm>
                  <a:off x="2484" y="1744"/>
                  <a:ext cx="2084" cy="746"/>
                </a:xfrm>
                <a:prstGeom prst="rect"/>
              </p:spPr>
            </p:pic>
          </mc:Fallback>
        </mc:AlternateContent>
        <mc:AlternateContent xmlns:mc="http://schemas.openxmlformats.org/markup-compatibility/2006" xmlns:p14="http://schemas.microsoft.com/office/powerpoint/2010/main">
          <mc:Choice Requires="p14">
            <p:contentPart r:id="rId253" p14:bwMode="auto">
              <p14:nvContentPartPr>
                <p14:cNvPr id="197" name="墨迹 196"/>
                <p14:cNvContentPartPr/>
                <p14:nvPr/>
              </p14:nvContentPartPr>
              <p14:xfrm>
                <a:off x="1934" y="2179"/>
                <a:ext cx="1018" cy="256"/>
              </p14:xfrm>
            </p:contentPart>
          </mc:Choice>
          <mc:Fallback xmlns="">
            <p:pic>
              <p:nvPicPr>
                <p:cNvPr id="197" name="墨迹 196"/>
              </p:nvPicPr>
              <p:blipFill>
                <a:blip r:embed="rId254"/>
              </p:blipFill>
              <p:spPr>
                <a:xfrm>
                  <a:off x="1934" y="2179"/>
                  <a:ext cx="1018" cy="256"/>
                </a:xfrm>
                <a:prstGeom prst="rect"/>
              </p:spPr>
            </p:pic>
          </mc:Fallback>
        </mc:AlternateContent>
        <mc:AlternateContent xmlns:mc="http://schemas.openxmlformats.org/markup-compatibility/2006" xmlns:p14="http://schemas.microsoft.com/office/powerpoint/2010/main">
          <mc:Choice Requires="p14">
            <p:contentPart r:id="rId255" p14:bwMode="auto">
              <p14:nvContentPartPr>
                <p14:cNvPr id="198" name="墨迹 197"/>
                <p14:cNvContentPartPr/>
                <p14:nvPr/>
              </p14:nvContentPartPr>
              <p14:xfrm>
                <a:off x="5121" y="2627"/>
                <a:ext cx="510" cy="627"/>
              </p14:xfrm>
            </p:contentPart>
          </mc:Choice>
          <mc:Fallback xmlns="">
            <p:pic>
              <p:nvPicPr>
                <p:cNvPr id="198" name="墨迹 197"/>
              </p:nvPicPr>
              <p:blipFill>
                <a:blip r:embed="rId256"/>
              </p:blipFill>
              <p:spPr>
                <a:xfrm>
                  <a:off x="5121" y="2627"/>
                  <a:ext cx="510" cy="627"/>
                </a:xfrm>
                <a:prstGeom prst="rect"/>
              </p:spPr>
            </p:pic>
          </mc:Fallback>
        </mc:AlternateContent>
        <mc:AlternateContent xmlns:mc="http://schemas.openxmlformats.org/markup-compatibility/2006" xmlns:p14="http://schemas.microsoft.com/office/powerpoint/2010/main">
          <mc:Choice Requires="p14">
            <p:contentPart r:id="rId257" p14:bwMode="auto">
              <p14:nvContentPartPr>
                <p14:cNvPr id="199" name="墨迹 198"/>
                <p14:cNvContentPartPr/>
                <p14:nvPr/>
              </p14:nvContentPartPr>
              <p14:xfrm>
                <a:off x="5321" y="2834"/>
                <a:ext cx="220" cy="161"/>
              </p14:xfrm>
            </p:contentPart>
          </mc:Choice>
          <mc:Fallback xmlns="">
            <p:pic>
              <p:nvPicPr>
                <p:cNvPr id="199" name="墨迹 198"/>
              </p:nvPicPr>
              <p:blipFill>
                <a:blip r:embed="rId258"/>
              </p:blipFill>
              <p:spPr>
                <a:xfrm>
                  <a:off x="5321" y="2834"/>
                  <a:ext cx="220" cy="161"/>
                </a:xfrm>
                <a:prstGeom prst="rect"/>
              </p:spPr>
            </p:pic>
          </mc:Fallback>
        </mc:AlternateContent>
        <mc:AlternateContent xmlns:mc="http://schemas.openxmlformats.org/markup-compatibility/2006" xmlns:p14="http://schemas.microsoft.com/office/powerpoint/2010/main">
          <mc:Choice Requires="p14">
            <p:contentPart r:id="rId259" p14:bwMode="auto">
              <p14:nvContentPartPr>
                <p14:cNvPr id="200" name="墨迹 199"/>
                <p14:cNvContentPartPr/>
                <p14:nvPr/>
              </p14:nvContentPartPr>
              <p14:xfrm>
                <a:off x="5302" y="3015"/>
                <a:ext cx="438" cy="220"/>
              </p14:xfrm>
            </p:contentPart>
          </mc:Choice>
          <mc:Fallback xmlns="">
            <p:pic>
              <p:nvPicPr>
                <p:cNvPr id="200" name="墨迹 199"/>
              </p:nvPicPr>
              <p:blipFill>
                <a:blip r:embed="rId260"/>
              </p:blipFill>
              <p:spPr>
                <a:xfrm>
                  <a:off x="5302" y="3015"/>
                  <a:ext cx="438" cy="220"/>
                </a:xfrm>
                <a:prstGeom prst="rect"/>
              </p:spPr>
            </p:pic>
          </mc:Fallback>
        </mc:AlternateContent>
        <mc:AlternateContent xmlns:mc="http://schemas.openxmlformats.org/markup-compatibility/2006" xmlns:p14="http://schemas.microsoft.com/office/powerpoint/2010/main">
          <mc:Choice Requires="p14">
            <p:contentPart r:id="rId261" p14:bwMode="auto">
              <p14:nvContentPartPr>
                <p14:cNvPr id="201" name="墨迹 200"/>
                <p14:cNvContentPartPr/>
                <p14:nvPr/>
              </p14:nvContentPartPr>
              <p14:xfrm>
                <a:off x="5212" y="2743"/>
                <a:ext cx="146" cy="78"/>
              </p14:xfrm>
            </p:contentPart>
          </mc:Choice>
          <mc:Fallback xmlns="">
            <p:pic>
              <p:nvPicPr>
                <p:cNvPr id="201" name="墨迹 200"/>
              </p:nvPicPr>
              <p:blipFill>
                <a:blip r:embed="rId262"/>
              </p:blipFill>
              <p:spPr>
                <a:xfrm>
                  <a:off x="5212" y="2743"/>
                  <a:ext cx="146" cy="78"/>
                </a:xfrm>
                <a:prstGeom prst="rect"/>
              </p:spPr>
            </p:pic>
          </mc:Fallback>
        </mc:AlternateContent>
        <mc:AlternateContent xmlns:mc="http://schemas.openxmlformats.org/markup-compatibility/2006" xmlns:p14="http://schemas.microsoft.com/office/powerpoint/2010/main">
          <mc:Choice Requires="p14">
            <p:contentPart r:id="rId263" p14:bwMode="auto">
              <p14:nvContentPartPr>
                <p14:cNvPr id="202" name="墨迹 201"/>
                <p14:cNvContentPartPr/>
                <p14:nvPr/>
              </p14:nvContentPartPr>
              <p14:xfrm>
                <a:off x="5230" y="2707"/>
                <a:ext cx="128" cy="19"/>
              </p14:xfrm>
            </p:contentPart>
          </mc:Choice>
          <mc:Fallback xmlns="">
            <p:pic>
              <p:nvPicPr>
                <p:cNvPr id="202" name="墨迹 201"/>
              </p:nvPicPr>
              <p:blipFill>
                <a:blip r:embed="rId264"/>
              </p:blipFill>
              <p:spPr>
                <a:xfrm>
                  <a:off x="5230" y="2707"/>
                  <a:ext cx="128" cy="19"/>
                </a:xfrm>
                <a:prstGeom prst="rect"/>
              </p:spPr>
            </p:pic>
          </mc:Fallback>
        </mc:AlternateContent>
        <mc:AlternateContent xmlns:mc="http://schemas.openxmlformats.org/markup-compatibility/2006" xmlns:p14="http://schemas.microsoft.com/office/powerpoint/2010/main">
          <mc:Choice Requires="p14">
            <p:contentPart r:id="rId265" p14:bwMode="auto">
              <p14:nvContentPartPr>
                <p14:cNvPr id="203" name="墨迹 202"/>
                <p14:cNvContentPartPr/>
                <p14:nvPr/>
              </p14:nvContentPartPr>
              <p14:xfrm>
                <a:off x="4830" y="2398"/>
                <a:ext cx="12" cy="110"/>
              </p14:xfrm>
            </p:contentPart>
          </mc:Choice>
          <mc:Fallback xmlns="">
            <p:pic>
              <p:nvPicPr>
                <p:cNvPr id="203" name="墨迹 202"/>
              </p:nvPicPr>
              <p:blipFill>
                <a:blip r:embed="rId266"/>
              </p:blipFill>
              <p:spPr>
                <a:xfrm>
                  <a:off x="4830" y="2398"/>
                  <a:ext cx="12" cy="110"/>
                </a:xfrm>
                <a:prstGeom prst="rect"/>
              </p:spPr>
            </p:pic>
          </mc:Fallback>
        </mc:AlternateContent>
        <mc:AlternateContent xmlns:mc="http://schemas.openxmlformats.org/markup-compatibility/2006" xmlns:p14="http://schemas.microsoft.com/office/powerpoint/2010/main">
          <mc:Choice Requires="p14">
            <p:contentPart r:id="rId267" p14:bwMode="auto">
              <p14:nvContentPartPr>
                <p14:cNvPr id="204" name="墨迹 203"/>
                <p14:cNvContentPartPr/>
                <p14:nvPr/>
              </p14:nvContentPartPr>
              <p14:xfrm>
                <a:off x="4848" y="2125"/>
                <a:ext cx="110" cy="292"/>
              </p14:xfrm>
            </p:contentPart>
          </mc:Choice>
          <mc:Fallback xmlns="">
            <p:pic>
              <p:nvPicPr>
                <p:cNvPr id="204" name="墨迹 203"/>
              </p:nvPicPr>
              <p:blipFill>
                <a:blip r:embed="rId268"/>
              </p:blipFill>
              <p:spPr>
                <a:xfrm>
                  <a:off x="4848" y="2125"/>
                  <a:ext cx="110" cy="292"/>
                </a:xfrm>
                <a:prstGeom prst="rect"/>
              </p:spPr>
            </p:pic>
          </mc:Fallback>
        </mc:AlternateContent>
        <mc:AlternateContent xmlns:mc="http://schemas.openxmlformats.org/markup-compatibility/2006" xmlns:p14="http://schemas.microsoft.com/office/powerpoint/2010/main">
          <mc:Choice Requires="p14">
            <p:contentPart r:id="rId269" p14:bwMode="auto">
              <p14:nvContentPartPr>
                <p14:cNvPr id="205" name="墨迹 204"/>
                <p14:cNvContentPartPr/>
                <p14:nvPr/>
              </p14:nvContentPartPr>
              <p14:xfrm>
                <a:off x="3833" y="2415"/>
                <a:ext cx="809" cy="93"/>
              </p14:xfrm>
            </p:contentPart>
          </mc:Choice>
          <mc:Fallback xmlns="">
            <p:pic>
              <p:nvPicPr>
                <p:cNvPr id="205" name="墨迹 204"/>
              </p:nvPicPr>
              <p:blipFill>
                <a:blip r:embed="rId270"/>
              </p:blipFill>
              <p:spPr>
                <a:xfrm>
                  <a:off x="3833" y="2415"/>
                  <a:ext cx="809" cy="93"/>
                </a:xfrm>
                <a:prstGeom prst="rect"/>
              </p:spPr>
            </p:pic>
          </mc:Fallback>
        </mc:AlternateContent>
        <mc:AlternateContent xmlns:mc="http://schemas.openxmlformats.org/markup-compatibility/2006" xmlns:p14="http://schemas.microsoft.com/office/powerpoint/2010/main">
          <mc:Choice Requires="p14">
            <p:contentPart r:id="rId271" p14:bwMode="auto">
              <p14:nvContentPartPr>
                <p14:cNvPr id="206" name="墨迹 205"/>
                <p14:cNvContentPartPr/>
                <p14:nvPr/>
              </p14:nvContentPartPr>
              <p14:xfrm>
                <a:off x="2939" y="2471"/>
                <a:ext cx="692" cy="461"/>
              </p14:xfrm>
            </p:contentPart>
          </mc:Choice>
          <mc:Fallback xmlns="">
            <p:pic>
              <p:nvPicPr>
                <p:cNvPr id="206" name="墨迹 205"/>
              </p:nvPicPr>
              <p:blipFill>
                <a:blip r:embed="rId272"/>
              </p:blipFill>
              <p:spPr>
                <a:xfrm>
                  <a:off x="2939" y="2471"/>
                  <a:ext cx="692" cy="461"/>
                </a:xfrm>
                <a:prstGeom prst="rect"/>
              </p:spPr>
            </p:pic>
          </mc:Fallback>
        </mc:AlternateContent>
        <mc:AlternateContent xmlns:mc="http://schemas.openxmlformats.org/markup-compatibility/2006" xmlns:p14="http://schemas.microsoft.com/office/powerpoint/2010/main">
          <mc:Choice Requires="p14">
            <p:contentPart r:id="rId273" p14:bwMode="auto">
              <p14:nvContentPartPr>
                <p14:cNvPr id="207" name="墨迹 206"/>
                <p14:cNvContentPartPr/>
                <p14:nvPr/>
              </p14:nvContentPartPr>
              <p14:xfrm>
                <a:off x="2876" y="2889"/>
                <a:ext cx="609" cy="388"/>
              </p14:xfrm>
            </p:contentPart>
          </mc:Choice>
          <mc:Fallback xmlns="">
            <p:pic>
              <p:nvPicPr>
                <p:cNvPr id="207" name="墨迹 206"/>
              </p:nvPicPr>
              <p:blipFill>
                <a:blip r:embed="rId274"/>
              </p:blipFill>
              <p:spPr>
                <a:xfrm>
                  <a:off x="2876" y="2889"/>
                  <a:ext cx="609" cy="388"/>
                </a:xfrm>
                <a:prstGeom prst="rect"/>
              </p:spPr>
            </p:pic>
          </mc:Fallback>
        </mc:AlternateContent>
        <mc:AlternateContent xmlns:mc="http://schemas.openxmlformats.org/markup-compatibility/2006" xmlns:p14="http://schemas.microsoft.com/office/powerpoint/2010/main">
          <mc:Choice Requires="p14">
            <p:contentPart r:id="rId275" p14:bwMode="auto">
              <p14:nvContentPartPr>
                <p14:cNvPr id="208" name="墨迹 207"/>
                <p14:cNvContentPartPr/>
                <p14:nvPr/>
              </p14:nvContentPartPr>
              <p14:xfrm>
                <a:off x="2826" y="3016"/>
                <a:ext cx="143" cy="102"/>
              </p14:xfrm>
            </p:contentPart>
          </mc:Choice>
          <mc:Fallback xmlns="">
            <p:pic>
              <p:nvPicPr>
                <p:cNvPr id="208" name="墨迹 207"/>
              </p:nvPicPr>
              <p:blipFill>
                <a:blip r:embed="rId276"/>
              </p:blipFill>
              <p:spPr>
                <a:xfrm>
                  <a:off x="2826" y="3016"/>
                  <a:ext cx="143" cy="102"/>
                </a:xfrm>
                <a:prstGeom prst="rect"/>
              </p:spPr>
            </p:pic>
          </mc:Fallback>
        </mc:AlternateContent>
        <p:cxnSp>
          <p:nvCxnSpPr>
            <p:cNvPr id="212" name="直接连接符 211"/>
            <p:cNvCxnSpPr/>
            <p:nvPr/>
          </p:nvCxnSpPr>
          <p:spPr>
            <a:xfrm flipV="1">
              <a:off x="5631" y="633"/>
              <a:ext cx="1368" cy="108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13" name="文本框 212"/>
            <p:cNvSpPr txBox="1"/>
            <p:nvPr/>
          </p:nvSpPr>
          <p:spPr>
            <a:xfrm>
              <a:off x="7024" y="57"/>
              <a:ext cx="1968" cy="628"/>
            </a:xfrm>
            <a:prstGeom prst="rect">
              <a:avLst/>
            </a:prstGeom>
            <a:noFill/>
          </p:spPr>
          <p:txBody>
            <a:bodyPr wrap="square" rtlCol="0">
              <a:spAutoFit/>
            </a:bodyPr>
            <a:p>
              <a:r>
                <a:rPr lang="en-US" altLang="zh-CN" sz="2000">
                  <a:solidFill>
                    <a:schemeClr val="tx1"/>
                  </a:solidFill>
                  <a:uFillTx/>
                  <a:latin typeface="+mj-lt"/>
                  <a:cs typeface="+mj-lt"/>
                </a:rPr>
                <a:t>Utricle</a:t>
              </a:r>
              <a:endParaRPr lang="en-US" altLang="zh-CN" sz="2000">
                <a:solidFill>
                  <a:schemeClr val="tx1"/>
                </a:solidFill>
                <a:uFillTx/>
                <a:latin typeface="+mj-lt"/>
                <a:cs typeface="+mj-lt"/>
              </a:endParaRPr>
            </a:p>
          </p:txBody>
        </p:sp>
        <p:cxnSp>
          <p:nvCxnSpPr>
            <p:cNvPr id="214" name="直接连接符 213"/>
            <p:cNvCxnSpPr/>
            <p:nvPr/>
          </p:nvCxnSpPr>
          <p:spPr>
            <a:xfrm flipH="1">
              <a:off x="807" y="2337"/>
              <a:ext cx="960" cy="888"/>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15" name="文本框 214"/>
            <p:cNvSpPr txBox="1"/>
            <p:nvPr/>
          </p:nvSpPr>
          <p:spPr>
            <a:xfrm>
              <a:off x="-64" y="3489"/>
              <a:ext cx="1847" cy="628"/>
            </a:xfrm>
            <a:prstGeom prst="rect">
              <a:avLst/>
            </a:prstGeom>
            <a:noFill/>
          </p:spPr>
          <p:txBody>
            <a:bodyPr wrap="square" rtlCol="0">
              <a:spAutoFit/>
            </a:bodyPr>
            <a:p>
              <a:r>
                <a:rPr lang="en-US" altLang="zh-CN" sz="2000">
                  <a:latin typeface="+mj-lt"/>
                  <a:cs typeface="+mj-lt"/>
                </a:rPr>
                <a:t>Otoliths</a:t>
              </a:r>
              <a:endParaRPr lang="en-US" altLang="zh-CN" sz="2000">
                <a:latin typeface="+mj-lt"/>
                <a:cs typeface="+mj-lt"/>
              </a:endParaRPr>
            </a:p>
          </p:txBody>
        </p:sp>
        <p:cxnSp>
          <p:nvCxnSpPr>
            <p:cNvPr id="216" name="直接连接符 215"/>
            <p:cNvCxnSpPr/>
            <p:nvPr/>
          </p:nvCxnSpPr>
          <p:spPr>
            <a:xfrm>
              <a:off x="4059" y="3362"/>
              <a:ext cx="53" cy="77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17" name="文本框 216"/>
            <p:cNvSpPr txBox="1"/>
            <p:nvPr/>
          </p:nvSpPr>
          <p:spPr>
            <a:xfrm>
              <a:off x="3262" y="4181"/>
              <a:ext cx="2574" cy="1113"/>
            </a:xfrm>
            <a:prstGeom prst="rect">
              <a:avLst/>
            </a:prstGeom>
            <a:noFill/>
          </p:spPr>
          <p:txBody>
            <a:bodyPr wrap="square" rtlCol="0">
              <a:spAutoFit/>
            </a:bodyPr>
            <a:p>
              <a:r>
                <a:rPr lang="en-US" altLang="zh-CN" sz="2000"/>
                <a:t>Otolithic Membrane</a:t>
              </a:r>
              <a:endParaRPr lang="en-US" altLang="zh-CN" sz="200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636270" y="909955"/>
            <a:ext cx="7081520" cy="4660265"/>
            <a:chOff x="-1281" y="1454"/>
            <a:chExt cx="11152" cy="7339"/>
          </a:xfrm>
        </p:grpSpPr>
        <mc:AlternateContent xmlns:mc="http://schemas.openxmlformats.org/markup-compatibility/2006" xmlns:p14="http://schemas.microsoft.com/office/powerpoint/2010/main">
          <mc:Choice Requires="p14">
            <p:contentPart r:id="rId1" p14:bwMode="auto">
              <p14:nvContentPartPr>
                <p14:cNvPr id="3" name="墨迹 2"/>
                <p14:cNvContentPartPr/>
                <p14:nvPr/>
              </p14:nvContentPartPr>
              <p14:xfrm>
                <a:off x="1432" y="2624"/>
                <a:ext cx="785" cy="3038"/>
              </p14:xfrm>
            </p:contentPart>
          </mc:Choice>
          <mc:Fallback xmlns="">
            <p:pic>
              <p:nvPicPr>
                <p:cNvPr id="3" name="墨迹 2"/>
              </p:nvPicPr>
              <p:blipFill>
                <a:blip r:embed="rId2"/>
              </p:blipFill>
              <p:spPr>
                <a:xfrm>
                  <a:off x="1432" y="2624"/>
                  <a:ext cx="785" cy="3038"/>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2184" y="1551"/>
                <a:ext cx="2097" cy="1106"/>
              </p14:xfrm>
            </p:contentPart>
          </mc:Choice>
          <mc:Fallback xmlns="">
            <p:pic>
              <p:nvPicPr>
                <p:cNvPr id="4" name="墨迹 3"/>
              </p:nvPicPr>
              <p:blipFill>
                <a:blip r:embed="rId4"/>
              </p:blipFill>
              <p:spPr>
                <a:xfrm>
                  <a:off x="2184" y="1551"/>
                  <a:ext cx="2097" cy="1106"/>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4280" y="1552"/>
                <a:ext cx="1633" cy="509"/>
              </p14:xfrm>
            </p:contentPart>
          </mc:Choice>
          <mc:Fallback xmlns="">
            <p:pic>
              <p:nvPicPr>
                <p:cNvPr id="5" name="墨迹 4"/>
              </p:nvPicPr>
              <p:blipFill>
                <a:blip r:embed="rId6"/>
              </p:blipFill>
              <p:spPr>
                <a:xfrm>
                  <a:off x="4280" y="1552"/>
                  <a:ext cx="1633" cy="509"/>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5912" y="2064"/>
                <a:ext cx="1025" cy="2543"/>
              </p14:xfrm>
            </p:contentPart>
          </mc:Choice>
          <mc:Fallback xmlns="">
            <p:pic>
              <p:nvPicPr>
                <p:cNvPr id="6" name="墨迹 5"/>
              </p:nvPicPr>
              <p:blipFill>
                <a:blip r:embed="rId8"/>
              </p:blipFill>
              <p:spPr>
                <a:xfrm>
                  <a:off x="5912" y="2064"/>
                  <a:ext cx="1025" cy="2543"/>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6" name="墨迹 15"/>
                <p14:cNvContentPartPr/>
                <p14:nvPr/>
              </p14:nvContentPartPr>
              <p14:xfrm>
                <a:off x="6920" y="4560"/>
                <a:ext cx="959" cy="674"/>
              </p14:xfrm>
            </p:contentPart>
          </mc:Choice>
          <mc:Fallback xmlns="">
            <p:pic>
              <p:nvPicPr>
                <p:cNvPr id="16" name="墨迹 15"/>
              </p:nvPicPr>
              <p:blipFill>
                <a:blip r:embed="rId10"/>
              </p:blipFill>
              <p:spPr>
                <a:xfrm>
                  <a:off x="6920" y="4560"/>
                  <a:ext cx="959" cy="674"/>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21" name="墨迹 20"/>
                <p14:cNvContentPartPr/>
                <p14:nvPr/>
              </p14:nvContentPartPr>
              <p14:xfrm>
                <a:off x="2040" y="5648"/>
                <a:ext cx="3162" cy="1281"/>
              </p14:xfrm>
            </p:contentPart>
          </mc:Choice>
          <mc:Fallback xmlns="">
            <p:pic>
              <p:nvPicPr>
                <p:cNvPr id="21" name="墨迹 20"/>
              </p:nvPicPr>
              <p:blipFill>
                <a:blip r:embed="rId12"/>
              </p:blipFill>
              <p:spPr>
                <a:xfrm>
                  <a:off x="2040" y="5648"/>
                  <a:ext cx="3162" cy="1281"/>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22" name="墨迹 21"/>
                <p14:cNvContentPartPr/>
                <p14:nvPr/>
              </p14:nvContentPartPr>
              <p14:xfrm>
                <a:off x="5192" y="5872"/>
                <a:ext cx="1326" cy="897"/>
              </p14:xfrm>
            </p:contentPart>
          </mc:Choice>
          <mc:Fallback xmlns="">
            <p:pic>
              <p:nvPicPr>
                <p:cNvPr id="22" name="墨迹 21"/>
              </p:nvPicPr>
              <p:blipFill>
                <a:blip r:embed="rId14"/>
              </p:blipFill>
              <p:spPr>
                <a:xfrm>
                  <a:off x="5192" y="5872"/>
                  <a:ext cx="1326" cy="897"/>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41" name="墨迹 40"/>
                <p14:cNvContentPartPr/>
                <p14:nvPr/>
              </p14:nvContentPartPr>
              <p14:xfrm>
                <a:off x="6520" y="5872"/>
                <a:ext cx="1019" cy="354"/>
              </p14:xfrm>
            </p:contentPart>
          </mc:Choice>
          <mc:Fallback xmlns="">
            <p:pic>
              <p:nvPicPr>
                <p:cNvPr id="41" name="墨迹 40"/>
              </p:nvPicPr>
              <p:blipFill>
                <a:blip r:embed="rId16"/>
              </p:blipFill>
              <p:spPr>
                <a:xfrm>
                  <a:off x="6520" y="5872"/>
                  <a:ext cx="1019" cy="354"/>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43" name="墨迹 42"/>
                <p14:cNvContentPartPr/>
                <p14:nvPr/>
              </p14:nvContentPartPr>
              <p14:xfrm>
                <a:off x="2632" y="1839"/>
                <a:ext cx="3969" cy="2913"/>
              </p14:xfrm>
            </p:contentPart>
          </mc:Choice>
          <mc:Fallback xmlns="">
            <p:pic>
              <p:nvPicPr>
                <p:cNvPr id="43" name="墨迹 42"/>
              </p:nvPicPr>
              <p:blipFill>
                <a:blip r:embed="rId18"/>
              </p:blipFill>
              <p:spPr>
                <a:xfrm>
                  <a:off x="2632" y="1839"/>
                  <a:ext cx="3969" cy="2913"/>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44" name="墨迹 43"/>
                <p14:cNvContentPartPr/>
                <p14:nvPr/>
              </p14:nvContentPartPr>
              <p14:xfrm>
                <a:off x="2376" y="5504"/>
                <a:ext cx="402" cy="687"/>
              </p14:xfrm>
            </p:contentPart>
          </mc:Choice>
          <mc:Fallback xmlns="">
            <p:pic>
              <p:nvPicPr>
                <p:cNvPr id="44" name="墨迹 43"/>
              </p:nvPicPr>
              <p:blipFill>
                <a:blip r:embed="rId20"/>
              </p:blipFill>
              <p:spPr>
                <a:xfrm>
                  <a:off x="2376" y="5504"/>
                  <a:ext cx="402" cy="687"/>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53" name="墨迹 52"/>
                <p14:cNvContentPartPr/>
                <p14:nvPr/>
              </p14:nvContentPartPr>
              <p14:xfrm>
                <a:off x="2776" y="5424"/>
                <a:ext cx="3581" cy="1233"/>
              </p14:xfrm>
            </p:contentPart>
          </mc:Choice>
          <mc:Fallback xmlns="">
            <p:pic>
              <p:nvPicPr>
                <p:cNvPr id="53" name="墨迹 52"/>
              </p:nvPicPr>
              <p:blipFill>
                <a:blip r:embed="rId22"/>
              </p:blipFill>
              <p:spPr>
                <a:xfrm>
                  <a:off x="2776" y="5424"/>
                  <a:ext cx="3581" cy="1233"/>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57" name="墨迹 56"/>
                <p14:cNvContentPartPr/>
                <p14:nvPr/>
              </p14:nvContentPartPr>
              <p14:xfrm>
                <a:off x="6360" y="5424"/>
                <a:ext cx="1233" cy="670"/>
              </p14:xfrm>
            </p:contentPart>
          </mc:Choice>
          <mc:Fallback xmlns="">
            <p:pic>
              <p:nvPicPr>
                <p:cNvPr id="57" name="墨迹 56"/>
              </p:nvPicPr>
              <p:blipFill>
                <a:blip r:embed="rId24"/>
              </p:blipFill>
              <p:spPr>
                <a:xfrm>
                  <a:off x="6360" y="5424"/>
                  <a:ext cx="1233" cy="67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58" name="墨迹 57"/>
                <p14:cNvContentPartPr/>
                <p14:nvPr/>
              </p14:nvContentPartPr>
              <p14:xfrm>
                <a:off x="2888" y="2000"/>
                <a:ext cx="3538" cy="4354"/>
              </p14:xfrm>
            </p:contentPart>
          </mc:Choice>
          <mc:Fallback xmlns="">
            <p:pic>
              <p:nvPicPr>
                <p:cNvPr id="58" name="墨迹 57"/>
              </p:nvPicPr>
              <p:blipFill>
                <a:blip r:embed="rId26"/>
              </p:blipFill>
              <p:spPr>
                <a:xfrm>
                  <a:off x="2888" y="2000"/>
                  <a:ext cx="3538" cy="4354"/>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59" name="墨迹 58"/>
                <p14:cNvContentPartPr/>
                <p14:nvPr/>
              </p14:nvContentPartPr>
              <p14:xfrm>
                <a:off x="2376" y="3328"/>
                <a:ext cx="333" cy="1569"/>
              </p14:xfrm>
            </p:contentPart>
          </mc:Choice>
          <mc:Fallback xmlns="">
            <p:pic>
              <p:nvPicPr>
                <p:cNvPr id="59" name="墨迹 58"/>
              </p:nvPicPr>
              <p:blipFill>
                <a:blip r:embed="rId28"/>
              </p:blipFill>
              <p:spPr>
                <a:xfrm>
                  <a:off x="2376" y="3328"/>
                  <a:ext cx="333" cy="1569"/>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60" name="墨迹 59"/>
                <p14:cNvContentPartPr/>
                <p14:nvPr/>
              </p14:nvContentPartPr>
              <p14:xfrm>
                <a:off x="2664" y="3312"/>
                <a:ext cx="65" cy="65"/>
              </p14:xfrm>
            </p:contentPart>
          </mc:Choice>
          <mc:Fallback xmlns="">
            <p:pic>
              <p:nvPicPr>
                <p:cNvPr id="60" name="墨迹 59"/>
              </p:nvPicPr>
              <p:blipFill>
                <a:blip r:embed="rId30"/>
              </p:blipFill>
              <p:spPr>
                <a:xfrm>
                  <a:off x="2664" y="3312"/>
                  <a:ext cx="65" cy="65"/>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61" name="墨迹 60"/>
                <p14:cNvContentPartPr/>
                <p14:nvPr/>
              </p14:nvContentPartPr>
              <p14:xfrm>
                <a:off x="2615" y="3280"/>
                <a:ext cx="690" cy="1746"/>
              </p14:xfrm>
            </p:contentPart>
          </mc:Choice>
          <mc:Fallback xmlns="">
            <p:pic>
              <p:nvPicPr>
                <p:cNvPr id="61" name="墨迹 60"/>
              </p:nvPicPr>
              <p:blipFill>
                <a:blip r:embed="rId32"/>
              </p:blipFill>
              <p:spPr>
                <a:xfrm>
                  <a:off x="2615" y="3280"/>
                  <a:ext cx="690" cy="1746"/>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62" name="墨迹 61"/>
                <p14:cNvContentPartPr/>
                <p14:nvPr/>
              </p14:nvContentPartPr>
              <p14:xfrm>
                <a:off x="2472" y="2736"/>
                <a:ext cx="1" cy="1"/>
              </p14:xfrm>
            </p:contentPart>
          </mc:Choice>
          <mc:Fallback xmlns="">
            <p:pic>
              <p:nvPicPr>
                <p:cNvPr id="62" name="墨迹 61"/>
              </p:nvPicPr>
              <p:blipFill>
                <a:blip r:embed="rId34"/>
              </p:blipFill>
              <p:spPr>
                <a:xfrm>
                  <a:off x="2472" y="2736"/>
                  <a:ext cx="1" cy="1"/>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63" name="墨迹 62"/>
                <p14:cNvContentPartPr/>
                <p14:nvPr/>
              </p14:nvContentPartPr>
              <p14:xfrm>
                <a:off x="1720" y="2784"/>
                <a:ext cx="673" cy="2593"/>
              </p14:xfrm>
            </p:contentPart>
          </mc:Choice>
          <mc:Fallback xmlns="">
            <p:pic>
              <p:nvPicPr>
                <p:cNvPr id="63" name="墨迹 62"/>
              </p:nvPicPr>
              <p:blipFill>
                <a:blip r:embed="rId36"/>
              </p:blipFill>
              <p:spPr>
                <a:xfrm>
                  <a:off x="1720" y="2784"/>
                  <a:ext cx="673" cy="2593"/>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64" name="墨迹 63"/>
                <p14:cNvContentPartPr/>
                <p14:nvPr/>
              </p14:nvContentPartPr>
              <p14:xfrm>
                <a:off x="2344" y="2848"/>
                <a:ext cx="65" cy="654"/>
              </p14:xfrm>
            </p:contentPart>
          </mc:Choice>
          <mc:Fallback xmlns="">
            <p:pic>
              <p:nvPicPr>
                <p:cNvPr id="64" name="墨迹 63"/>
              </p:nvPicPr>
              <p:blipFill>
                <a:blip r:embed="rId38"/>
              </p:blipFill>
              <p:spPr>
                <a:xfrm>
                  <a:off x="2344" y="2848"/>
                  <a:ext cx="65" cy="654"/>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65" name="墨迹 64"/>
                <p14:cNvContentPartPr/>
                <p14:nvPr/>
              </p14:nvContentPartPr>
              <p14:xfrm>
                <a:off x="2200" y="4511"/>
                <a:ext cx="433" cy="898"/>
              </p14:xfrm>
            </p:contentPart>
          </mc:Choice>
          <mc:Fallback xmlns="">
            <p:pic>
              <p:nvPicPr>
                <p:cNvPr id="65" name="墨迹 64"/>
              </p:nvPicPr>
              <p:blipFill>
                <a:blip r:embed="rId40"/>
              </p:blipFill>
              <p:spPr>
                <a:xfrm>
                  <a:off x="2200" y="4511"/>
                  <a:ext cx="433" cy="898"/>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66" name="墨迹 65"/>
                <p14:cNvContentPartPr/>
                <p14:nvPr/>
              </p14:nvContentPartPr>
              <p14:xfrm>
                <a:off x="2360" y="2879"/>
                <a:ext cx="385" cy="722"/>
              </p14:xfrm>
            </p:contentPart>
          </mc:Choice>
          <mc:Fallback xmlns="">
            <p:pic>
              <p:nvPicPr>
                <p:cNvPr id="66" name="墨迹 65"/>
              </p:nvPicPr>
              <p:blipFill>
                <a:blip r:embed="rId42"/>
              </p:blipFill>
              <p:spPr>
                <a:xfrm>
                  <a:off x="2360" y="2879"/>
                  <a:ext cx="385" cy="722"/>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72" name="墨迹 71"/>
                <p14:cNvContentPartPr/>
                <p14:nvPr/>
              </p14:nvContentPartPr>
              <p14:xfrm>
                <a:off x="2696" y="2256"/>
                <a:ext cx="561" cy="669"/>
              </p14:xfrm>
            </p:contentPart>
          </mc:Choice>
          <mc:Fallback xmlns="">
            <p:pic>
              <p:nvPicPr>
                <p:cNvPr id="72" name="墨迹 71"/>
              </p:nvPicPr>
              <p:blipFill>
                <a:blip r:embed="rId44"/>
              </p:blipFill>
              <p:spPr>
                <a:xfrm>
                  <a:off x="2696" y="2256"/>
                  <a:ext cx="561" cy="669"/>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74" name="墨迹 73"/>
                <p14:cNvContentPartPr/>
                <p14:nvPr/>
              </p14:nvContentPartPr>
              <p14:xfrm>
                <a:off x="2728" y="2303"/>
                <a:ext cx="498" cy="530"/>
              </p14:xfrm>
            </p:contentPart>
          </mc:Choice>
          <mc:Fallback xmlns="">
            <p:pic>
              <p:nvPicPr>
                <p:cNvPr id="74" name="墨迹 73"/>
              </p:nvPicPr>
              <p:blipFill>
                <a:blip r:embed="rId46"/>
              </p:blipFill>
              <p:spPr>
                <a:xfrm>
                  <a:off x="2728" y="2303"/>
                  <a:ext cx="498" cy="530"/>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120" name="墨迹 119"/>
                <p14:cNvContentPartPr/>
                <p14:nvPr/>
              </p14:nvContentPartPr>
              <p14:xfrm>
                <a:off x="2807" y="2672"/>
                <a:ext cx="210" cy="651"/>
              </p14:xfrm>
            </p:contentPart>
          </mc:Choice>
          <mc:Fallback xmlns="">
            <p:pic>
              <p:nvPicPr>
                <p:cNvPr id="120" name="墨迹 119"/>
              </p:nvPicPr>
              <p:blipFill>
                <a:blip r:embed="rId48"/>
              </p:blipFill>
              <p:spPr>
                <a:xfrm>
                  <a:off x="2807" y="2672"/>
                  <a:ext cx="210" cy="651"/>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121" name="墨迹 120"/>
                <p14:cNvContentPartPr/>
                <p14:nvPr/>
              </p14:nvContentPartPr>
              <p14:xfrm>
                <a:off x="2808" y="2848"/>
                <a:ext cx="160" cy="450"/>
              </p14:xfrm>
            </p:contentPart>
          </mc:Choice>
          <mc:Fallback xmlns="">
            <p:pic>
              <p:nvPicPr>
                <p:cNvPr id="121" name="墨迹 120"/>
              </p:nvPicPr>
              <p:blipFill>
                <a:blip r:embed="rId50"/>
              </p:blipFill>
              <p:spPr>
                <a:xfrm>
                  <a:off x="2808" y="2848"/>
                  <a:ext cx="160" cy="450"/>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124" name="墨迹 123"/>
                <p14:cNvContentPartPr/>
                <p14:nvPr/>
              </p14:nvContentPartPr>
              <p14:xfrm>
                <a:off x="2792" y="3088"/>
                <a:ext cx="1" cy="225"/>
              </p14:xfrm>
            </p:contentPart>
          </mc:Choice>
          <mc:Fallback xmlns="">
            <p:pic>
              <p:nvPicPr>
                <p:cNvPr id="124" name="墨迹 123"/>
              </p:nvPicPr>
              <p:blipFill>
                <a:blip r:embed="rId52"/>
              </p:blipFill>
              <p:spPr>
                <a:xfrm>
                  <a:off x="2792" y="3088"/>
                  <a:ext cx="1" cy="225"/>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125" name="墨迹 124"/>
                <p14:cNvContentPartPr/>
                <p14:nvPr/>
              </p14:nvContentPartPr>
              <p14:xfrm>
                <a:off x="2599" y="5088"/>
                <a:ext cx="146" cy="882"/>
              </p14:xfrm>
            </p:contentPart>
          </mc:Choice>
          <mc:Fallback xmlns="">
            <p:pic>
              <p:nvPicPr>
                <p:cNvPr id="125" name="墨迹 124"/>
              </p:nvPicPr>
              <p:blipFill>
                <a:blip r:embed="rId54"/>
              </p:blipFill>
              <p:spPr>
                <a:xfrm>
                  <a:off x="2599" y="5088"/>
                  <a:ext cx="146" cy="882"/>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126" name="墨迹 125"/>
                <p14:cNvContentPartPr/>
                <p14:nvPr/>
              </p14:nvContentPartPr>
              <p14:xfrm>
                <a:off x="2711" y="4912"/>
                <a:ext cx="226" cy="1233"/>
              </p14:xfrm>
            </p:contentPart>
          </mc:Choice>
          <mc:Fallback xmlns="">
            <p:pic>
              <p:nvPicPr>
                <p:cNvPr id="126" name="墨迹 125"/>
              </p:nvPicPr>
              <p:blipFill>
                <a:blip r:embed="rId56"/>
              </p:blipFill>
              <p:spPr>
                <a:xfrm>
                  <a:off x="2711" y="4912"/>
                  <a:ext cx="226" cy="1233"/>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127" name="墨迹 126"/>
                <p14:cNvContentPartPr/>
                <p14:nvPr/>
              </p14:nvContentPartPr>
              <p14:xfrm>
                <a:off x="2584" y="5424"/>
                <a:ext cx="417" cy="721"/>
              </p14:xfrm>
            </p:contentPart>
          </mc:Choice>
          <mc:Fallback xmlns="">
            <p:pic>
              <p:nvPicPr>
                <p:cNvPr id="127" name="墨迹 126"/>
              </p:nvPicPr>
              <p:blipFill>
                <a:blip r:embed="rId58"/>
              </p:blipFill>
              <p:spPr>
                <a:xfrm>
                  <a:off x="2584" y="5424"/>
                  <a:ext cx="417" cy="721"/>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128" name="墨迹 127"/>
                <p14:cNvContentPartPr/>
                <p14:nvPr/>
              </p14:nvContentPartPr>
              <p14:xfrm>
                <a:off x="2616" y="5026"/>
                <a:ext cx="226" cy="319"/>
              </p14:xfrm>
            </p:contentPart>
          </mc:Choice>
          <mc:Fallback xmlns="">
            <p:pic>
              <p:nvPicPr>
                <p:cNvPr id="128" name="墨迹 127"/>
              </p:nvPicPr>
              <p:blipFill>
                <a:blip r:embed="rId60"/>
              </p:blipFill>
              <p:spPr>
                <a:xfrm>
                  <a:off x="2616" y="5026"/>
                  <a:ext cx="226" cy="319"/>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131" name="墨迹 130"/>
                <p14:cNvContentPartPr/>
                <p14:nvPr/>
              </p14:nvContentPartPr>
              <p14:xfrm>
                <a:off x="6472" y="4992"/>
                <a:ext cx="1457" cy="508"/>
              </p14:xfrm>
            </p:contentPart>
          </mc:Choice>
          <mc:Fallback xmlns="">
            <p:pic>
              <p:nvPicPr>
                <p:cNvPr id="131" name="墨迹 130"/>
              </p:nvPicPr>
              <p:blipFill>
                <a:blip r:embed="rId62"/>
              </p:blipFill>
              <p:spPr>
                <a:xfrm>
                  <a:off x="6472" y="4992"/>
                  <a:ext cx="1457" cy="508"/>
                </a:xfrm>
                <a:prstGeom prst="rect"/>
              </p:spPr>
            </p:pic>
          </mc:Fallback>
        </mc:AlternateContent>
        <p:sp>
          <p:nvSpPr>
            <p:cNvPr id="132" name="矩形 131"/>
            <p:cNvSpPr/>
            <p:nvPr/>
          </p:nvSpPr>
          <p:spPr>
            <a:xfrm>
              <a:off x="6104" y="3712"/>
              <a:ext cx="432" cy="656"/>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33" name="直接箭头连接符 132"/>
            <p:cNvCxnSpPr/>
            <p:nvPr/>
          </p:nvCxnSpPr>
          <p:spPr>
            <a:xfrm flipV="1">
              <a:off x="-1265" y="3719"/>
              <a:ext cx="1801" cy="361"/>
            </a:xfrm>
            <a:prstGeom prst="straightConnector1">
              <a:avLst/>
            </a:prstGeom>
            <a:ln w="19050">
              <a:solidFill>
                <a:schemeClr val="accent1"/>
              </a:solidFill>
              <a:headEnd type="none"/>
              <a:tailEnd type="arrow" w="med" len="med"/>
            </a:ln>
          </p:spPr>
          <p:style>
            <a:lnRef idx="2">
              <a:schemeClr val="accent1"/>
            </a:lnRef>
            <a:fillRef idx="0">
              <a:srgbClr val="FFFFFF"/>
            </a:fillRef>
            <a:effectRef idx="0">
              <a:srgbClr val="FFFFFF"/>
            </a:effectRef>
            <a:fontRef idx="minor">
              <a:schemeClr val="tx1"/>
            </a:fontRef>
          </p:style>
        </p:cxnSp>
        <p:cxnSp>
          <p:nvCxnSpPr>
            <p:cNvPr id="134" name="直接箭头连接符 133"/>
            <p:cNvCxnSpPr/>
            <p:nvPr/>
          </p:nvCxnSpPr>
          <p:spPr>
            <a:xfrm>
              <a:off x="-1249" y="4048"/>
              <a:ext cx="7635" cy="15"/>
            </a:xfrm>
            <a:prstGeom prst="straightConnector1">
              <a:avLst/>
            </a:prstGeom>
            <a:ln w="19050">
              <a:headEnd type="none"/>
              <a:tailEnd type="none"/>
            </a:ln>
          </p:spPr>
          <p:style>
            <a:lnRef idx="2">
              <a:schemeClr val="accent1"/>
            </a:lnRef>
            <a:fillRef idx="0">
              <a:srgbClr val="FFFFFF"/>
            </a:fillRef>
            <a:effectRef idx="0">
              <a:srgbClr val="FFFFFF"/>
            </a:effectRef>
            <a:fontRef idx="minor">
              <a:schemeClr val="tx1"/>
            </a:fontRef>
          </p:style>
        </p:cxnSp>
        <p:cxnSp>
          <p:nvCxnSpPr>
            <p:cNvPr id="137" name="直接箭头连接符 136"/>
            <p:cNvCxnSpPr/>
            <p:nvPr/>
          </p:nvCxnSpPr>
          <p:spPr>
            <a:xfrm>
              <a:off x="-1281" y="4032"/>
              <a:ext cx="2000" cy="336"/>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cxnSp>
          <p:nvCxnSpPr>
            <p:cNvPr id="138" name="直接连接符 137"/>
            <p:cNvCxnSpPr/>
            <p:nvPr/>
          </p:nvCxnSpPr>
          <p:spPr>
            <a:xfrm>
              <a:off x="683" y="4375"/>
              <a:ext cx="1164" cy="180"/>
            </a:xfrm>
            <a:prstGeom prst="line">
              <a:avLst/>
            </a:prstGeom>
          </p:spPr>
          <p:style>
            <a:lnRef idx="2">
              <a:schemeClr val="accent1"/>
            </a:lnRef>
            <a:fillRef idx="0">
              <a:srgbClr val="FFFFFF"/>
            </a:fillRef>
            <a:effectRef idx="0">
              <a:srgbClr val="FFFFFF"/>
            </a:effectRef>
            <a:fontRef idx="minor">
              <a:schemeClr val="tx1"/>
            </a:fontRef>
          </p:style>
        </p:cxnSp>
        <p:cxnSp>
          <p:nvCxnSpPr>
            <p:cNvPr id="142" name="直接箭头连接符 141"/>
            <p:cNvCxnSpPr/>
            <p:nvPr/>
          </p:nvCxnSpPr>
          <p:spPr>
            <a:xfrm flipV="1">
              <a:off x="1727" y="4304"/>
              <a:ext cx="2880" cy="240"/>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cxnSp>
          <p:nvCxnSpPr>
            <p:cNvPr id="143" name="直接箭头连接符 142"/>
            <p:cNvCxnSpPr/>
            <p:nvPr/>
          </p:nvCxnSpPr>
          <p:spPr>
            <a:xfrm>
              <a:off x="1599" y="3488"/>
              <a:ext cx="2928" cy="384"/>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cxnSp>
          <p:nvCxnSpPr>
            <p:cNvPr id="144" name="直接连接符 143"/>
            <p:cNvCxnSpPr/>
            <p:nvPr/>
          </p:nvCxnSpPr>
          <p:spPr>
            <a:xfrm>
              <a:off x="4420" y="3850"/>
              <a:ext cx="1963" cy="214"/>
            </a:xfrm>
            <a:prstGeom prst="line">
              <a:avLst/>
            </a:prstGeom>
            <a:ln w="19050">
              <a:headEnd type="none"/>
              <a:tailEnd type="none"/>
            </a:ln>
          </p:spPr>
          <p:style>
            <a:lnRef idx="2">
              <a:schemeClr val="accent1"/>
            </a:lnRef>
            <a:fillRef idx="0">
              <a:srgbClr val="FFFFFF"/>
            </a:fillRef>
            <a:effectRef idx="0">
              <a:srgbClr val="FFFFFF"/>
            </a:effectRef>
            <a:fontRef idx="minor">
              <a:schemeClr val="tx1"/>
            </a:fontRef>
          </p:style>
        </p:cxnSp>
        <p:cxnSp>
          <p:nvCxnSpPr>
            <p:cNvPr id="145" name="直接连接符 144"/>
            <p:cNvCxnSpPr/>
            <p:nvPr/>
          </p:nvCxnSpPr>
          <p:spPr>
            <a:xfrm flipV="1">
              <a:off x="4495" y="4063"/>
              <a:ext cx="1923" cy="209"/>
            </a:xfrm>
            <a:prstGeom prst="line">
              <a:avLst/>
            </a:prstGeom>
            <a:ln w="19050"/>
          </p:spPr>
          <p:style>
            <a:lnRef idx="2">
              <a:schemeClr val="accent1"/>
            </a:lnRef>
            <a:fillRef idx="0">
              <a:srgbClr val="FFFFFF"/>
            </a:fillRef>
            <a:effectRef idx="0">
              <a:srgbClr val="FFFFFF"/>
            </a:effectRef>
            <a:fontRef idx="minor">
              <a:schemeClr val="tx1"/>
            </a:fontRef>
          </p:style>
        </p:cxnSp>
        <p:cxnSp>
          <p:nvCxnSpPr>
            <p:cNvPr id="146" name="直接箭头连接符 145"/>
            <p:cNvCxnSpPr/>
            <p:nvPr/>
          </p:nvCxnSpPr>
          <p:spPr>
            <a:xfrm>
              <a:off x="-1217" y="4032"/>
              <a:ext cx="1728" cy="32"/>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cxnSp>
          <p:nvCxnSpPr>
            <p:cNvPr id="170" name="直接箭头连接符 169"/>
            <p:cNvCxnSpPr/>
            <p:nvPr/>
          </p:nvCxnSpPr>
          <p:spPr>
            <a:xfrm flipV="1">
              <a:off x="1567" y="4032"/>
              <a:ext cx="2896" cy="16"/>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cxnSp>
          <p:nvCxnSpPr>
            <p:cNvPr id="186" name="直接连接符 185"/>
            <p:cNvCxnSpPr/>
            <p:nvPr/>
          </p:nvCxnSpPr>
          <p:spPr>
            <a:xfrm flipV="1">
              <a:off x="453" y="3473"/>
              <a:ext cx="1180" cy="262"/>
            </a:xfrm>
            <a:prstGeom prst="line">
              <a:avLst/>
            </a:prstGeom>
            <a:ln w="19050"/>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p14="http://schemas.microsoft.com/office/powerpoint/2010/main">
          <mc:Choice Requires="p14">
            <p:contentPart r:id="rId63" p14:bwMode="auto">
              <p14:nvContentPartPr>
                <p14:cNvPr id="187" name="墨迹 186"/>
                <p14:cNvContentPartPr/>
                <p14:nvPr/>
              </p14:nvContentPartPr>
              <p14:xfrm>
                <a:off x="9870" y="2720"/>
                <a:ext cx="1" cy="1"/>
              </p14:xfrm>
            </p:contentPart>
          </mc:Choice>
          <mc:Fallback xmlns="">
            <p:pic>
              <p:nvPicPr>
                <p:cNvPr id="187" name="墨迹 186"/>
              </p:nvPicPr>
              <p:blipFill>
                <a:blip r:embed="rId64"/>
              </p:blipFill>
              <p:spPr>
                <a:xfrm>
                  <a:off x="9870" y="2720"/>
                  <a:ext cx="1" cy="1"/>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188" name="墨迹 187"/>
                <p14:cNvContentPartPr/>
                <p14:nvPr/>
              </p14:nvContentPartPr>
              <p14:xfrm>
                <a:off x="-336" y="3589"/>
                <a:ext cx="1686" cy="427"/>
              </p14:xfrm>
            </p:contentPart>
          </mc:Choice>
          <mc:Fallback xmlns="">
            <p:pic>
              <p:nvPicPr>
                <p:cNvPr id="188" name="墨迹 187"/>
              </p:nvPicPr>
              <p:blipFill>
                <a:blip r:embed="rId66"/>
              </p:blipFill>
              <p:spPr>
                <a:xfrm>
                  <a:off x="-336" y="3589"/>
                  <a:ext cx="1686" cy="427"/>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189" name="墨迹 188"/>
                <p14:cNvContentPartPr/>
                <p14:nvPr/>
              </p14:nvContentPartPr>
              <p14:xfrm>
                <a:off x="1529" y="3522"/>
                <a:ext cx="166" cy="440"/>
              </p14:xfrm>
            </p:contentPart>
          </mc:Choice>
          <mc:Fallback xmlns="">
            <p:pic>
              <p:nvPicPr>
                <p:cNvPr id="189" name="墨迹 188"/>
              </p:nvPicPr>
              <p:blipFill>
                <a:blip r:embed="rId68"/>
              </p:blipFill>
              <p:spPr>
                <a:xfrm>
                  <a:off x="1529" y="3522"/>
                  <a:ext cx="166" cy="440"/>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190" name="墨迹 189"/>
                <p14:cNvContentPartPr/>
                <p14:nvPr/>
              </p14:nvContentPartPr>
              <p14:xfrm>
                <a:off x="1840" y="3573"/>
                <a:ext cx="526" cy="460"/>
              </p14:xfrm>
            </p:contentPart>
          </mc:Choice>
          <mc:Fallback xmlns="">
            <p:pic>
              <p:nvPicPr>
                <p:cNvPr id="190" name="墨迹 189"/>
              </p:nvPicPr>
              <p:blipFill>
                <a:blip r:embed="rId70"/>
              </p:blipFill>
              <p:spPr>
                <a:xfrm>
                  <a:off x="1840" y="3573"/>
                  <a:ext cx="526" cy="460"/>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191" name="墨迹 190"/>
                <p14:cNvContentPartPr/>
                <p14:nvPr/>
              </p14:nvContentPartPr>
              <p14:xfrm>
                <a:off x="859" y="4162"/>
                <a:ext cx="64" cy="18"/>
              </p14:xfrm>
            </p:contentPart>
          </mc:Choice>
          <mc:Fallback xmlns="">
            <p:pic>
              <p:nvPicPr>
                <p:cNvPr id="191" name="墨迹 190"/>
              </p:nvPicPr>
              <p:blipFill>
                <a:blip r:embed="rId72"/>
              </p:blipFill>
              <p:spPr>
                <a:xfrm>
                  <a:off x="859" y="4162"/>
                  <a:ext cx="64" cy="18"/>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192" name="墨迹 191"/>
                <p14:cNvContentPartPr/>
                <p14:nvPr/>
              </p14:nvContentPartPr>
              <p14:xfrm>
                <a:off x="-361" y="4113"/>
                <a:ext cx="1710" cy="264"/>
              </p14:xfrm>
            </p:contentPart>
          </mc:Choice>
          <mc:Fallback xmlns="">
            <p:pic>
              <p:nvPicPr>
                <p:cNvPr id="192" name="墨迹 191"/>
              </p:nvPicPr>
              <p:blipFill>
                <a:blip r:embed="rId74"/>
              </p:blipFill>
              <p:spPr>
                <a:xfrm>
                  <a:off x="-361" y="4113"/>
                  <a:ext cx="1710" cy="264"/>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193" name="墨迹 192"/>
                <p14:cNvContentPartPr/>
                <p14:nvPr/>
              </p14:nvContentPartPr>
              <p14:xfrm>
                <a:off x="1510" y="4034"/>
                <a:ext cx="118" cy="393"/>
              </p14:xfrm>
            </p:contentPart>
          </mc:Choice>
          <mc:Fallback xmlns="">
            <p:pic>
              <p:nvPicPr>
                <p:cNvPr id="193" name="墨迹 192"/>
              </p:nvPicPr>
              <p:blipFill>
                <a:blip r:embed="rId76"/>
              </p:blipFill>
              <p:spPr>
                <a:xfrm>
                  <a:off x="1510" y="4034"/>
                  <a:ext cx="118" cy="393"/>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194" name="墨迹 193"/>
                <p14:cNvContentPartPr/>
                <p14:nvPr/>
              </p14:nvContentPartPr>
              <p14:xfrm>
                <a:off x="1806" y="4096"/>
                <a:ext cx="347" cy="420"/>
              </p14:xfrm>
            </p:contentPart>
          </mc:Choice>
          <mc:Fallback xmlns="">
            <p:pic>
              <p:nvPicPr>
                <p:cNvPr id="194" name="墨迹 193"/>
              </p:nvPicPr>
              <p:blipFill>
                <a:blip r:embed="rId78"/>
              </p:blipFill>
              <p:spPr>
                <a:xfrm>
                  <a:off x="1806" y="4096"/>
                  <a:ext cx="347" cy="420"/>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195" name="墨迹 194"/>
                <p14:cNvContentPartPr/>
                <p14:nvPr/>
              </p14:nvContentPartPr>
              <p14:xfrm>
                <a:off x="2748" y="4261"/>
                <a:ext cx="44" cy="15"/>
              </p14:xfrm>
            </p:contentPart>
          </mc:Choice>
          <mc:Fallback xmlns="">
            <p:pic>
              <p:nvPicPr>
                <p:cNvPr id="195" name="墨迹 194"/>
              </p:nvPicPr>
              <p:blipFill>
                <a:blip r:embed="rId80"/>
              </p:blipFill>
              <p:spPr>
                <a:xfrm>
                  <a:off x="2748" y="4261"/>
                  <a:ext cx="44" cy="15"/>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196" name="墨迹 195"/>
                <p14:cNvContentPartPr/>
                <p14:nvPr/>
              </p14:nvContentPartPr>
              <p14:xfrm>
                <a:off x="2565" y="4195"/>
                <a:ext cx="189" cy="83"/>
              </p14:xfrm>
            </p:contentPart>
          </mc:Choice>
          <mc:Fallback xmlns="">
            <p:pic>
              <p:nvPicPr>
                <p:cNvPr id="196" name="墨迹 195"/>
              </p:nvPicPr>
              <p:blipFill>
                <a:blip r:embed="rId82"/>
              </p:blipFill>
              <p:spPr>
                <a:xfrm>
                  <a:off x="2565" y="4195"/>
                  <a:ext cx="189" cy="83"/>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197" name="墨迹 196"/>
                <p14:cNvContentPartPr/>
                <p14:nvPr/>
              </p14:nvContentPartPr>
              <p14:xfrm>
                <a:off x="2483" y="4079"/>
                <a:ext cx="602" cy="315"/>
              </p14:xfrm>
            </p:contentPart>
          </mc:Choice>
          <mc:Fallback xmlns="">
            <p:pic>
              <p:nvPicPr>
                <p:cNvPr id="197" name="墨迹 196"/>
              </p:nvPicPr>
              <p:blipFill>
                <a:blip r:embed="rId84"/>
              </p:blipFill>
              <p:spPr>
                <a:xfrm>
                  <a:off x="2483" y="4079"/>
                  <a:ext cx="602" cy="315"/>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198" name="墨迹 197"/>
                <p14:cNvContentPartPr/>
                <p14:nvPr/>
              </p14:nvContentPartPr>
              <p14:xfrm>
                <a:off x="3248" y="4063"/>
                <a:ext cx="1863" cy="197"/>
              </p14:xfrm>
            </p:contentPart>
          </mc:Choice>
          <mc:Fallback xmlns="">
            <p:pic>
              <p:nvPicPr>
                <p:cNvPr id="198" name="墨迹 197"/>
              </p:nvPicPr>
              <p:blipFill>
                <a:blip r:embed="rId86"/>
              </p:blipFill>
              <p:spPr>
                <a:xfrm>
                  <a:off x="3248" y="4063"/>
                  <a:ext cx="1863" cy="197"/>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199" name="墨迹 198"/>
                <p14:cNvContentPartPr/>
                <p14:nvPr/>
              </p14:nvContentPartPr>
              <p14:xfrm>
                <a:off x="2676" y="3769"/>
                <a:ext cx="369" cy="119"/>
              </p14:xfrm>
            </p:contentPart>
          </mc:Choice>
          <mc:Fallback xmlns="">
            <p:pic>
              <p:nvPicPr>
                <p:cNvPr id="199" name="墨迹 198"/>
              </p:nvPicPr>
              <p:blipFill>
                <a:blip r:embed="rId88"/>
              </p:blipFill>
              <p:spPr>
                <a:xfrm>
                  <a:off x="2676" y="3769"/>
                  <a:ext cx="369" cy="119"/>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200" name="墨迹 199"/>
                <p14:cNvContentPartPr/>
                <p14:nvPr/>
              </p14:nvContentPartPr>
              <p14:xfrm>
                <a:off x="2450" y="3671"/>
                <a:ext cx="746" cy="264"/>
              </p14:xfrm>
            </p:contentPart>
          </mc:Choice>
          <mc:Fallback xmlns="">
            <p:pic>
              <p:nvPicPr>
                <p:cNvPr id="200" name="墨迹 199"/>
              </p:nvPicPr>
              <p:blipFill>
                <a:blip r:embed="rId90"/>
              </p:blipFill>
              <p:spPr>
                <a:xfrm>
                  <a:off x="2450" y="3671"/>
                  <a:ext cx="746" cy="264"/>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201" name="墨迹 200"/>
                <p14:cNvContentPartPr/>
                <p14:nvPr/>
              </p14:nvContentPartPr>
              <p14:xfrm>
                <a:off x="3004" y="3884"/>
                <a:ext cx="1" cy="1"/>
              </p14:xfrm>
            </p:contentPart>
          </mc:Choice>
          <mc:Fallback xmlns="">
            <p:pic>
              <p:nvPicPr>
                <p:cNvPr id="201" name="墨迹 200"/>
              </p:nvPicPr>
              <p:blipFill>
                <a:blip r:embed="rId92"/>
              </p:blipFill>
              <p:spPr>
                <a:xfrm>
                  <a:off x="3004" y="3884"/>
                  <a:ext cx="1" cy="1"/>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202" name="墨迹 201"/>
                <p14:cNvContentPartPr/>
                <p14:nvPr/>
              </p14:nvContentPartPr>
              <p14:xfrm>
                <a:off x="3512" y="3900"/>
                <a:ext cx="1" cy="1"/>
              </p14:xfrm>
            </p:contentPart>
          </mc:Choice>
          <mc:Fallback xmlns="">
            <p:pic>
              <p:nvPicPr>
                <p:cNvPr id="202" name="墨迹 201"/>
              </p:nvPicPr>
              <p:blipFill>
                <a:blip r:embed="rId92"/>
              </p:blipFill>
              <p:spPr>
                <a:xfrm>
                  <a:off x="3512" y="3900"/>
                  <a:ext cx="1" cy="1"/>
                </a:xfrm>
                <a:prstGeom prst="rect"/>
              </p:spPr>
            </p:pic>
          </mc:Fallback>
        </mc:AlternateContent>
        <mc:AlternateContent xmlns:mc="http://schemas.openxmlformats.org/markup-compatibility/2006" xmlns:p14="http://schemas.microsoft.com/office/powerpoint/2010/main">
          <mc:Choice Requires="p14">
            <p:contentPart r:id="rId94" p14:bwMode="auto">
              <p14:nvContentPartPr>
                <p14:cNvPr id="203" name="墨迹 202"/>
                <p14:cNvContentPartPr/>
                <p14:nvPr/>
              </p14:nvContentPartPr>
              <p14:xfrm>
                <a:off x="3368" y="3785"/>
                <a:ext cx="581" cy="150"/>
              </p14:xfrm>
            </p:contentPart>
          </mc:Choice>
          <mc:Fallback xmlns="">
            <p:pic>
              <p:nvPicPr>
                <p:cNvPr id="203" name="墨迹 202"/>
              </p:nvPicPr>
              <p:blipFill>
                <a:blip r:embed="rId95"/>
              </p:blipFill>
              <p:spPr>
                <a:xfrm>
                  <a:off x="3368" y="3785"/>
                  <a:ext cx="581" cy="150"/>
                </a:xfrm>
                <a:prstGeom prst="rect"/>
              </p:spPr>
            </p:pic>
          </mc:Fallback>
        </mc:AlternateContent>
        <mc:AlternateContent xmlns:mc="http://schemas.openxmlformats.org/markup-compatibility/2006" xmlns:p14="http://schemas.microsoft.com/office/powerpoint/2010/main">
          <mc:Choice Requires="p14">
            <p:contentPart r:id="rId96" p14:bwMode="auto">
              <p14:nvContentPartPr>
                <p14:cNvPr id="204" name="墨迹 203"/>
                <p14:cNvContentPartPr/>
                <p14:nvPr/>
              </p14:nvContentPartPr>
              <p14:xfrm>
                <a:off x="3386" y="3786"/>
                <a:ext cx="996" cy="198"/>
              </p14:xfrm>
            </p:contentPart>
          </mc:Choice>
          <mc:Fallback xmlns="">
            <p:pic>
              <p:nvPicPr>
                <p:cNvPr id="204" name="墨迹 203"/>
              </p:nvPicPr>
              <p:blipFill>
                <a:blip r:embed="rId97"/>
              </p:blipFill>
              <p:spPr>
                <a:xfrm>
                  <a:off x="3386" y="3786"/>
                  <a:ext cx="996" cy="198"/>
                </a:xfrm>
                <a:prstGeom prst="rect"/>
              </p:spPr>
            </p:pic>
          </mc:Fallback>
        </mc:AlternateContent>
        <mc:AlternateContent xmlns:mc="http://schemas.openxmlformats.org/markup-compatibility/2006" xmlns:p14="http://schemas.microsoft.com/office/powerpoint/2010/main">
          <mc:Choice Requires="p14">
            <p:contentPart r:id="rId98" p14:bwMode="auto">
              <p14:nvContentPartPr>
                <p14:cNvPr id="205" name="墨迹 204"/>
                <p14:cNvContentPartPr/>
                <p14:nvPr/>
              </p14:nvContentPartPr>
              <p14:xfrm>
                <a:off x="2430" y="4179"/>
                <a:ext cx="558" cy="181"/>
              </p14:xfrm>
            </p:contentPart>
          </mc:Choice>
          <mc:Fallback xmlns="">
            <p:pic>
              <p:nvPicPr>
                <p:cNvPr id="205" name="墨迹 204"/>
              </p:nvPicPr>
              <p:blipFill>
                <a:blip r:embed="rId99"/>
              </p:blipFill>
              <p:spPr>
                <a:xfrm>
                  <a:off x="2430" y="4179"/>
                  <a:ext cx="558" cy="181"/>
                </a:xfrm>
                <a:prstGeom prst="rect"/>
              </p:spPr>
            </p:pic>
          </mc:Fallback>
        </mc:AlternateContent>
        <mc:AlternateContent xmlns:mc="http://schemas.openxmlformats.org/markup-compatibility/2006" xmlns:p14="http://schemas.microsoft.com/office/powerpoint/2010/main">
          <mc:Choice Requires="p14">
            <p:contentPart r:id="rId100" p14:bwMode="auto">
              <p14:nvContentPartPr>
                <p14:cNvPr id="206" name="墨迹 205"/>
                <p14:cNvContentPartPr/>
                <p14:nvPr/>
              </p14:nvContentPartPr>
              <p14:xfrm>
                <a:off x="2661" y="4146"/>
                <a:ext cx="535" cy="116"/>
              </p14:xfrm>
            </p:contentPart>
          </mc:Choice>
          <mc:Fallback xmlns="">
            <p:pic>
              <p:nvPicPr>
                <p:cNvPr id="206" name="墨迹 205"/>
              </p:nvPicPr>
              <p:blipFill>
                <a:blip r:embed="rId101"/>
              </p:blipFill>
              <p:spPr>
                <a:xfrm>
                  <a:off x="2661" y="4146"/>
                  <a:ext cx="535" cy="116"/>
                </a:xfrm>
                <a:prstGeom prst="rect"/>
              </p:spPr>
            </p:pic>
          </mc:Fallback>
        </mc:AlternateContent>
        <mc:AlternateContent xmlns:mc="http://schemas.openxmlformats.org/markup-compatibility/2006" xmlns:p14="http://schemas.microsoft.com/office/powerpoint/2010/main">
          <mc:Choice Requires="p14">
            <p:contentPart r:id="rId102" p14:bwMode="auto">
              <p14:nvContentPartPr>
                <p14:cNvPr id="207" name="墨迹 206"/>
                <p14:cNvContentPartPr/>
                <p14:nvPr/>
              </p14:nvContentPartPr>
              <p14:xfrm>
                <a:off x="2020" y="4148"/>
                <a:ext cx="196" cy="15"/>
              </p14:xfrm>
            </p:contentPart>
          </mc:Choice>
          <mc:Fallback xmlns="">
            <p:pic>
              <p:nvPicPr>
                <p:cNvPr id="207" name="墨迹 206"/>
              </p:nvPicPr>
              <p:blipFill>
                <a:blip r:embed="rId103"/>
              </p:blipFill>
              <p:spPr>
                <a:xfrm>
                  <a:off x="2020" y="4148"/>
                  <a:ext cx="196" cy="15"/>
                </a:xfrm>
                <a:prstGeom prst="rect"/>
              </p:spPr>
            </p:pic>
          </mc:Fallback>
        </mc:AlternateContent>
        <mc:AlternateContent xmlns:mc="http://schemas.openxmlformats.org/markup-compatibility/2006" xmlns:p14="http://schemas.microsoft.com/office/powerpoint/2010/main">
          <mc:Choice Requires="p14">
            <p:contentPart r:id="rId104" p14:bwMode="auto">
              <p14:nvContentPartPr>
                <p14:cNvPr id="208" name="墨迹 207"/>
                <p14:cNvContentPartPr/>
                <p14:nvPr/>
              </p14:nvContentPartPr>
              <p14:xfrm>
                <a:off x="1799" y="4070"/>
                <a:ext cx="486" cy="287"/>
              </p14:xfrm>
            </p:contentPart>
          </mc:Choice>
          <mc:Fallback xmlns="">
            <p:pic>
              <p:nvPicPr>
                <p:cNvPr id="208" name="墨迹 207"/>
              </p:nvPicPr>
              <p:blipFill>
                <a:blip r:embed="rId105"/>
              </p:blipFill>
              <p:spPr>
                <a:xfrm>
                  <a:off x="1799" y="4070"/>
                  <a:ext cx="486" cy="287"/>
                </a:xfrm>
                <a:prstGeom prst="rect"/>
              </p:spPr>
            </p:pic>
          </mc:Fallback>
        </mc:AlternateContent>
        <mc:AlternateContent xmlns:mc="http://schemas.openxmlformats.org/markup-compatibility/2006" xmlns:p14="http://schemas.microsoft.com/office/powerpoint/2010/main">
          <mc:Choice Requires="p14">
            <p:contentPart r:id="rId106" p14:bwMode="auto">
              <p14:nvContentPartPr>
                <p14:cNvPr id="209" name="墨迹 208"/>
                <p14:cNvContentPartPr/>
                <p14:nvPr/>
              </p14:nvContentPartPr>
              <p14:xfrm>
                <a:off x="1908" y="4227"/>
                <a:ext cx="392" cy="199"/>
              </p14:xfrm>
            </p:contentPart>
          </mc:Choice>
          <mc:Fallback xmlns="">
            <p:pic>
              <p:nvPicPr>
                <p:cNvPr id="209" name="墨迹 208"/>
              </p:nvPicPr>
              <p:blipFill>
                <a:blip r:embed="rId107"/>
              </p:blipFill>
              <p:spPr>
                <a:xfrm>
                  <a:off x="1908" y="4227"/>
                  <a:ext cx="392" cy="199"/>
                </a:xfrm>
                <a:prstGeom prst="rect"/>
              </p:spPr>
            </p:pic>
          </mc:Fallback>
        </mc:AlternateContent>
        <mc:AlternateContent xmlns:mc="http://schemas.openxmlformats.org/markup-compatibility/2006" xmlns:p14="http://schemas.microsoft.com/office/powerpoint/2010/main">
          <mc:Choice Requires="p14">
            <p:contentPart r:id="rId108" p14:bwMode="auto">
              <p14:nvContentPartPr>
                <p14:cNvPr id="210" name="墨迹 209"/>
                <p14:cNvContentPartPr/>
                <p14:nvPr/>
              </p14:nvContentPartPr>
              <p14:xfrm>
                <a:off x="999" y="4098"/>
                <a:ext cx="265" cy="82"/>
              </p14:xfrm>
            </p:contentPart>
          </mc:Choice>
          <mc:Fallback xmlns="">
            <p:pic>
              <p:nvPicPr>
                <p:cNvPr id="210" name="墨迹 209"/>
              </p:nvPicPr>
              <p:blipFill>
                <a:blip r:embed="rId109"/>
              </p:blipFill>
              <p:spPr>
                <a:xfrm>
                  <a:off x="999" y="4098"/>
                  <a:ext cx="265" cy="82"/>
                </a:xfrm>
                <a:prstGeom prst="rect"/>
              </p:spPr>
            </p:pic>
          </mc:Fallback>
        </mc:AlternateContent>
        <mc:AlternateContent xmlns:mc="http://schemas.openxmlformats.org/markup-compatibility/2006" xmlns:p14="http://schemas.microsoft.com/office/powerpoint/2010/main">
          <mc:Choice Requires="p14">
            <p:contentPart r:id="rId110" p14:bwMode="auto">
              <p14:nvContentPartPr>
                <p14:cNvPr id="211" name="墨迹 210"/>
                <p14:cNvContentPartPr/>
                <p14:nvPr/>
              </p14:nvContentPartPr>
              <p14:xfrm>
                <a:off x="639" y="4085"/>
                <a:ext cx="761" cy="308"/>
              </p14:xfrm>
            </p:contentPart>
          </mc:Choice>
          <mc:Fallback xmlns="">
            <p:pic>
              <p:nvPicPr>
                <p:cNvPr id="211" name="墨迹 210"/>
              </p:nvPicPr>
              <p:blipFill>
                <a:blip r:embed="rId111"/>
              </p:blipFill>
              <p:spPr>
                <a:xfrm>
                  <a:off x="639" y="4085"/>
                  <a:ext cx="761" cy="308"/>
                </a:xfrm>
                <a:prstGeom prst="rect"/>
              </p:spPr>
            </p:pic>
          </mc:Fallback>
        </mc:AlternateContent>
        <mc:AlternateContent xmlns:mc="http://schemas.openxmlformats.org/markup-compatibility/2006" xmlns:p14="http://schemas.microsoft.com/office/powerpoint/2010/main">
          <mc:Choice Requires="p14">
            <p:contentPart r:id="rId112" p14:bwMode="auto">
              <p14:nvContentPartPr>
                <p14:cNvPr id="212" name="墨迹 211"/>
                <p14:cNvContentPartPr/>
                <p14:nvPr/>
              </p14:nvContentPartPr>
              <p14:xfrm>
                <a:off x="1234" y="3692"/>
                <a:ext cx="132" cy="237"/>
              </p14:xfrm>
            </p:contentPart>
          </mc:Choice>
          <mc:Fallback xmlns="">
            <p:pic>
              <p:nvPicPr>
                <p:cNvPr id="212" name="墨迹 211"/>
              </p:nvPicPr>
              <p:blipFill>
                <a:blip r:embed="rId113"/>
              </p:blipFill>
              <p:spPr>
                <a:xfrm>
                  <a:off x="1234" y="3692"/>
                  <a:ext cx="132" cy="237"/>
                </a:xfrm>
                <a:prstGeom prst="rect"/>
              </p:spPr>
            </p:pic>
          </mc:Fallback>
        </mc:AlternateContent>
        <mc:AlternateContent xmlns:mc="http://schemas.openxmlformats.org/markup-compatibility/2006" xmlns:p14="http://schemas.microsoft.com/office/powerpoint/2010/main">
          <mc:Choice Requires="p14">
            <p:contentPart r:id="rId114" p14:bwMode="auto">
              <p14:nvContentPartPr>
                <p14:cNvPr id="213" name="墨迹 212"/>
                <p14:cNvContentPartPr/>
                <p14:nvPr/>
              </p14:nvContentPartPr>
              <p14:xfrm>
                <a:off x="2942" y="3900"/>
                <a:ext cx="197" cy="83"/>
              </p14:xfrm>
            </p:contentPart>
          </mc:Choice>
          <mc:Fallback xmlns="">
            <p:pic>
              <p:nvPicPr>
                <p:cNvPr id="213" name="墨迹 212"/>
              </p:nvPicPr>
              <p:blipFill>
                <a:blip r:embed="rId115"/>
              </p:blipFill>
              <p:spPr>
                <a:xfrm>
                  <a:off x="2942" y="3900"/>
                  <a:ext cx="197" cy="83"/>
                </a:xfrm>
                <a:prstGeom prst="rect"/>
              </p:spPr>
            </p:pic>
          </mc:Fallback>
        </mc:AlternateContent>
        <mc:AlternateContent xmlns:mc="http://schemas.openxmlformats.org/markup-compatibility/2006" xmlns:p14="http://schemas.microsoft.com/office/powerpoint/2010/main">
          <mc:Choice Requires="p14">
            <p:contentPart r:id="rId116" p14:bwMode="auto">
              <p14:nvContentPartPr>
                <p14:cNvPr id="214" name="墨迹 213"/>
                <p14:cNvContentPartPr/>
                <p14:nvPr/>
              </p14:nvContentPartPr>
              <p14:xfrm>
                <a:off x="2681" y="4243"/>
                <a:ext cx="456" cy="53"/>
              </p14:xfrm>
            </p:contentPart>
          </mc:Choice>
          <mc:Fallback xmlns="">
            <p:pic>
              <p:nvPicPr>
                <p:cNvPr id="214" name="墨迹 213"/>
              </p:nvPicPr>
              <p:blipFill>
                <a:blip r:embed="rId117"/>
              </p:blipFill>
              <p:spPr>
                <a:xfrm>
                  <a:off x="2681" y="4243"/>
                  <a:ext cx="456" cy="53"/>
                </a:xfrm>
                <a:prstGeom prst="rect"/>
              </p:spPr>
            </p:pic>
          </mc:Fallback>
        </mc:AlternateContent>
        <mc:AlternateContent xmlns:mc="http://schemas.openxmlformats.org/markup-compatibility/2006" xmlns:p14="http://schemas.microsoft.com/office/powerpoint/2010/main">
          <mc:Choice Requires="p14">
            <p:contentPart r:id="rId118" p14:bwMode="auto">
              <p14:nvContentPartPr>
                <p14:cNvPr id="215" name="墨迹 214"/>
                <p14:cNvContentPartPr/>
                <p14:nvPr/>
              </p14:nvContentPartPr>
              <p14:xfrm>
                <a:off x="3495" y="4145"/>
                <a:ext cx="834" cy="84"/>
              </p14:xfrm>
            </p:contentPart>
          </mc:Choice>
          <mc:Fallback xmlns="">
            <p:pic>
              <p:nvPicPr>
                <p:cNvPr id="215" name="墨迹 214"/>
              </p:nvPicPr>
              <p:blipFill>
                <a:blip r:embed="rId119"/>
              </p:blipFill>
              <p:spPr>
                <a:xfrm>
                  <a:off x="3495" y="4145"/>
                  <a:ext cx="834" cy="84"/>
                </a:xfrm>
                <a:prstGeom prst="rect"/>
              </p:spPr>
            </p:pic>
          </mc:Fallback>
        </mc:AlternateContent>
        <mc:AlternateContent xmlns:mc="http://schemas.openxmlformats.org/markup-compatibility/2006" xmlns:p14="http://schemas.microsoft.com/office/powerpoint/2010/main">
          <mc:Choice Requires="p14">
            <p:contentPart r:id="rId120" p14:bwMode="auto">
              <p14:nvContentPartPr>
                <p14:cNvPr id="216" name="墨迹 215"/>
                <p14:cNvContentPartPr/>
                <p14:nvPr/>
              </p14:nvContentPartPr>
              <p14:xfrm>
                <a:off x="4314" y="3932"/>
                <a:ext cx="675" cy="68"/>
              </p14:xfrm>
            </p:contentPart>
          </mc:Choice>
          <mc:Fallback xmlns="">
            <p:pic>
              <p:nvPicPr>
                <p:cNvPr id="216" name="墨迹 215"/>
              </p:nvPicPr>
              <p:blipFill>
                <a:blip r:embed="rId121"/>
              </p:blipFill>
              <p:spPr>
                <a:xfrm>
                  <a:off x="4314" y="3932"/>
                  <a:ext cx="675" cy="68"/>
                </a:xfrm>
                <a:prstGeom prst="rect"/>
              </p:spPr>
            </p:pic>
          </mc:Fallback>
        </mc:AlternateContent>
        <mc:AlternateContent xmlns:mc="http://schemas.openxmlformats.org/markup-compatibility/2006" xmlns:p14="http://schemas.microsoft.com/office/powerpoint/2010/main">
          <mc:Choice Requires="p14">
            <p:contentPart r:id="rId122" p14:bwMode="auto">
              <p14:nvContentPartPr>
                <p14:cNvPr id="217" name="墨迹 216"/>
                <p14:cNvContentPartPr/>
                <p14:nvPr/>
              </p14:nvContentPartPr>
              <p14:xfrm>
                <a:off x="3329" y="3771"/>
                <a:ext cx="102" cy="179"/>
              </p14:xfrm>
            </p:contentPart>
          </mc:Choice>
          <mc:Fallback xmlns="">
            <p:pic>
              <p:nvPicPr>
                <p:cNvPr id="217" name="墨迹 216"/>
              </p:nvPicPr>
              <p:blipFill>
                <a:blip r:embed="rId123"/>
              </p:blipFill>
              <p:spPr>
                <a:xfrm>
                  <a:off x="3329" y="3771"/>
                  <a:ext cx="102" cy="179"/>
                </a:xfrm>
                <a:prstGeom prst="rect"/>
              </p:spPr>
            </p:pic>
          </mc:Fallback>
        </mc:AlternateContent>
        <mc:AlternateContent xmlns:mc="http://schemas.openxmlformats.org/markup-compatibility/2006" xmlns:p14="http://schemas.microsoft.com/office/powerpoint/2010/main">
          <mc:Choice Requires="p14">
            <p:contentPart r:id="rId124" p14:bwMode="auto">
              <p14:nvContentPartPr>
                <p14:cNvPr id="218" name="墨迹 217"/>
                <p14:cNvContentPartPr/>
                <p14:nvPr/>
              </p14:nvContentPartPr>
              <p14:xfrm>
                <a:off x="2505" y="4194"/>
                <a:ext cx="560" cy="102"/>
              </p14:xfrm>
            </p:contentPart>
          </mc:Choice>
          <mc:Fallback xmlns="">
            <p:pic>
              <p:nvPicPr>
                <p:cNvPr id="218" name="墨迹 217"/>
              </p:nvPicPr>
              <p:blipFill>
                <a:blip r:embed="rId125"/>
              </p:blipFill>
              <p:spPr>
                <a:xfrm>
                  <a:off x="2505" y="4194"/>
                  <a:ext cx="560" cy="102"/>
                </a:xfrm>
                <a:prstGeom prst="rect"/>
              </p:spPr>
            </p:pic>
          </mc:Fallback>
        </mc:AlternateContent>
        <mc:AlternateContent xmlns:mc="http://schemas.openxmlformats.org/markup-compatibility/2006" xmlns:p14="http://schemas.microsoft.com/office/powerpoint/2010/main">
          <mc:Choice Requires="p14">
            <p:contentPart r:id="rId126" p14:bwMode="auto">
              <p14:nvContentPartPr>
                <p14:cNvPr id="219" name="墨迹 218"/>
                <p14:cNvContentPartPr/>
                <p14:nvPr/>
              </p14:nvContentPartPr>
              <p14:xfrm>
                <a:off x="2617" y="4183"/>
                <a:ext cx="602" cy="208"/>
              </p14:xfrm>
            </p:contentPart>
          </mc:Choice>
          <mc:Fallback xmlns="">
            <p:pic>
              <p:nvPicPr>
                <p:cNvPr id="219" name="墨迹 218"/>
              </p:nvPicPr>
              <p:blipFill>
                <a:blip r:embed="rId127"/>
              </p:blipFill>
              <p:spPr>
                <a:xfrm>
                  <a:off x="2617" y="4183"/>
                  <a:ext cx="602" cy="208"/>
                </a:xfrm>
                <a:prstGeom prst="rect"/>
              </p:spPr>
            </p:pic>
          </mc:Fallback>
        </mc:AlternateContent>
        <mc:AlternateContent xmlns:mc="http://schemas.openxmlformats.org/markup-compatibility/2006" xmlns:p14="http://schemas.microsoft.com/office/powerpoint/2010/main">
          <mc:Choice Requires="p14">
            <p:contentPart r:id="rId128" p14:bwMode="auto">
              <p14:nvContentPartPr>
                <p14:cNvPr id="220" name="墨迹 219"/>
                <p14:cNvContentPartPr/>
                <p14:nvPr/>
              </p14:nvContentPartPr>
              <p14:xfrm>
                <a:off x="3363" y="1892"/>
                <a:ext cx="2896" cy="1843"/>
              </p14:xfrm>
            </p:contentPart>
          </mc:Choice>
          <mc:Fallback xmlns="">
            <p:pic>
              <p:nvPicPr>
                <p:cNvPr id="220" name="墨迹 219"/>
              </p:nvPicPr>
              <p:blipFill>
                <a:blip r:embed="rId129"/>
              </p:blipFill>
              <p:spPr>
                <a:xfrm>
                  <a:off x="3363" y="1892"/>
                  <a:ext cx="2896" cy="1843"/>
                </a:xfrm>
                <a:prstGeom prst="rect"/>
              </p:spPr>
            </p:pic>
          </mc:Fallback>
        </mc:AlternateContent>
        <mc:AlternateContent xmlns:mc="http://schemas.openxmlformats.org/markup-compatibility/2006" xmlns:p14="http://schemas.microsoft.com/office/powerpoint/2010/main">
          <mc:Choice Requires="p14">
            <p:contentPart r:id="rId130" p14:bwMode="auto">
              <p14:nvContentPartPr>
                <p14:cNvPr id="221" name="墨迹 220"/>
                <p14:cNvContentPartPr/>
                <p14:nvPr/>
              </p14:nvContentPartPr>
              <p14:xfrm>
                <a:off x="6337" y="3802"/>
                <a:ext cx="113" cy="160"/>
              </p14:xfrm>
            </p:contentPart>
          </mc:Choice>
          <mc:Fallback xmlns="">
            <p:pic>
              <p:nvPicPr>
                <p:cNvPr id="221" name="墨迹 220"/>
              </p:nvPicPr>
              <p:blipFill>
                <a:blip r:embed="rId131"/>
              </p:blipFill>
              <p:spPr>
                <a:xfrm>
                  <a:off x="6337" y="3802"/>
                  <a:ext cx="113" cy="160"/>
                </a:xfrm>
                <a:prstGeom prst="rect"/>
              </p:spPr>
            </p:pic>
          </mc:Fallback>
        </mc:AlternateContent>
        <mc:AlternateContent xmlns:mc="http://schemas.openxmlformats.org/markup-compatibility/2006" xmlns:p14="http://schemas.microsoft.com/office/powerpoint/2010/main">
          <mc:Choice Requires="p14">
            <p:contentPart r:id="rId132" p14:bwMode="auto">
              <p14:nvContentPartPr>
                <p14:cNvPr id="222" name="墨迹 221"/>
                <p14:cNvContentPartPr/>
                <p14:nvPr/>
              </p14:nvContentPartPr>
              <p14:xfrm>
                <a:off x="6273" y="3484"/>
                <a:ext cx="17" cy="80"/>
              </p14:xfrm>
            </p:contentPart>
          </mc:Choice>
          <mc:Fallback xmlns="">
            <p:pic>
              <p:nvPicPr>
                <p:cNvPr id="222" name="墨迹 221"/>
              </p:nvPicPr>
              <p:blipFill>
                <a:blip r:embed="rId133"/>
              </p:blipFill>
              <p:spPr>
                <a:xfrm>
                  <a:off x="6273" y="3484"/>
                  <a:ext cx="17" cy="80"/>
                </a:xfrm>
                <a:prstGeom prst="rect"/>
              </p:spPr>
            </p:pic>
          </mc:Fallback>
        </mc:AlternateContent>
        <mc:AlternateContent xmlns:mc="http://schemas.openxmlformats.org/markup-compatibility/2006" xmlns:p14="http://schemas.microsoft.com/office/powerpoint/2010/main">
          <mc:Choice Requires="p14">
            <p:contentPart r:id="rId134" p14:bwMode="auto">
              <p14:nvContentPartPr>
                <p14:cNvPr id="223" name="墨迹 222"/>
                <p14:cNvContentPartPr/>
                <p14:nvPr/>
              </p14:nvContentPartPr>
              <p14:xfrm>
                <a:off x="6401" y="4090"/>
                <a:ext cx="65" cy="222"/>
              </p14:xfrm>
            </p:contentPart>
          </mc:Choice>
          <mc:Fallback xmlns="">
            <p:pic>
              <p:nvPicPr>
                <p:cNvPr id="223" name="墨迹 222"/>
              </p:nvPicPr>
              <p:blipFill>
                <a:blip r:embed="rId135"/>
              </p:blipFill>
              <p:spPr>
                <a:xfrm>
                  <a:off x="6401" y="4090"/>
                  <a:ext cx="65" cy="222"/>
                </a:xfrm>
                <a:prstGeom prst="rect"/>
              </p:spPr>
            </p:pic>
          </mc:Fallback>
        </mc:AlternateContent>
        <mc:AlternateContent xmlns:mc="http://schemas.openxmlformats.org/markup-compatibility/2006" xmlns:p14="http://schemas.microsoft.com/office/powerpoint/2010/main">
          <mc:Choice Requires="p14">
            <p:contentPart r:id="rId136" p14:bwMode="auto">
              <p14:nvContentPartPr>
                <p14:cNvPr id="224" name="墨迹 223"/>
                <p14:cNvContentPartPr/>
                <p14:nvPr/>
              </p14:nvContentPartPr>
              <p14:xfrm>
                <a:off x="6242" y="4429"/>
                <a:ext cx="288" cy="838"/>
              </p14:xfrm>
            </p:contentPart>
          </mc:Choice>
          <mc:Fallback xmlns="">
            <p:pic>
              <p:nvPicPr>
                <p:cNvPr id="224" name="墨迹 223"/>
              </p:nvPicPr>
              <p:blipFill>
                <a:blip r:embed="rId137"/>
              </p:blipFill>
              <p:spPr>
                <a:xfrm>
                  <a:off x="6242" y="4429"/>
                  <a:ext cx="288" cy="838"/>
                </a:xfrm>
                <a:prstGeom prst="rect"/>
              </p:spPr>
            </p:pic>
          </mc:Fallback>
        </mc:AlternateContent>
        <mc:AlternateContent xmlns:mc="http://schemas.openxmlformats.org/markup-compatibility/2006" xmlns:p14="http://schemas.microsoft.com/office/powerpoint/2010/main">
          <mc:Choice Requires="p14">
            <p:contentPart r:id="rId138" p14:bwMode="auto">
              <p14:nvContentPartPr>
                <p14:cNvPr id="225" name="墨迹 224"/>
                <p14:cNvContentPartPr/>
                <p14:nvPr/>
              </p14:nvContentPartPr>
              <p14:xfrm>
                <a:off x="5142" y="4853"/>
                <a:ext cx="1340" cy="1518"/>
              </p14:xfrm>
            </p:contentPart>
          </mc:Choice>
          <mc:Fallback xmlns="">
            <p:pic>
              <p:nvPicPr>
                <p:cNvPr id="225" name="墨迹 224"/>
              </p:nvPicPr>
              <p:blipFill>
                <a:blip r:embed="rId139"/>
              </p:blipFill>
              <p:spPr>
                <a:xfrm>
                  <a:off x="5142" y="4853"/>
                  <a:ext cx="1340" cy="1518"/>
                </a:xfrm>
                <a:prstGeom prst="rect"/>
              </p:spPr>
            </p:pic>
          </mc:Fallback>
        </mc:AlternateContent>
        <mc:AlternateContent xmlns:mc="http://schemas.openxmlformats.org/markup-compatibility/2006" xmlns:p14="http://schemas.microsoft.com/office/powerpoint/2010/main">
          <mc:Choice Requires="p14">
            <p:contentPart r:id="rId140" p14:bwMode="auto">
              <p14:nvContentPartPr>
                <p14:cNvPr id="226" name="墨迹 225"/>
                <p14:cNvContentPartPr/>
                <p14:nvPr/>
              </p14:nvContentPartPr>
              <p14:xfrm>
                <a:off x="3078" y="6013"/>
                <a:ext cx="2313" cy="538"/>
              </p14:xfrm>
            </p:contentPart>
          </mc:Choice>
          <mc:Fallback xmlns="">
            <p:pic>
              <p:nvPicPr>
                <p:cNvPr id="226" name="墨迹 225"/>
              </p:nvPicPr>
              <p:blipFill>
                <a:blip r:embed="rId141"/>
              </p:blipFill>
              <p:spPr>
                <a:xfrm>
                  <a:off x="3078" y="6013"/>
                  <a:ext cx="2313" cy="538"/>
                </a:xfrm>
                <a:prstGeom prst="rect"/>
              </p:spPr>
            </p:pic>
          </mc:Fallback>
        </mc:AlternateContent>
        <mc:AlternateContent xmlns:mc="http://schemas.openxmlformats.org/markup-compatibility/2006" xmlns:p14="http://schemas.microsoft.com/office/powerpoint/2010/main">
          <mc:Choice Requires="p14">
            <p:contentPart r:id="rId142" p14:bwMode="auto">
              <p14:nvContentPartPr>
                <p14:cNvPr id="227" name="墨迹 226"/>
                <p14:cNvContentPartPr/>
                <p14:nvPr/>
              </p14:nvContentPartPr>
              <p14:xfrm>
                <a:off x="3934" y="5641"/>
                <a:ext cx="1973" cy="1010"/>
              </p14:xfrm>
            </p:contentPart>
          </mc:Choice>
          <mc:Fallback xmlns="">
            <p:pic>
              <p:nvPicPr>
                <p:cNvPr id="227" name="墨迹 226"/>
              </p:nvPicPr>
              <p:blipFill>
                <a:blip r:embed="rId143"/>
              </p:blipFill>
              <p:spPr>
                <a:xfrm>
                  <a:off x="3934" y="5641"/>
                  <a:ext cx="1973" cy="1010"/>
                </a:xfrm>
                <a:prstGeom prst="rect"/>
              </p:spPr>
            </p:pic>
          </mc:Fallback>
        </mc:AlternateContent>
        <mc:AlternateContent xmlns:mc="http://schemas.openxmlformats.org/markup-compatibility/2006" xmlns:p14="http://schemas.microsoft.com/office/powerpoint/2010/main">
          <mc:Choice Requires="p14">
            <p:contentPart r:id="rId144" p14:bwMode="auto">
              <p14:nvContentPartPr>
                <p14:cNvPr id="228" name="墨迹 227"/>
                <p14:cNvContentPartPr/>
                <p14:nvPr/>
              </p14:nvContentPartPr>
              <p14:xfrm>
                <a:off x="3934" y="5268"/>
                <a:ext cx="2325" cy="1255"/>
              </p14:xfrm>
            </p:contentPart>
          </mc:Choice>
          <mc:Fallback xmlns="">
            <p:pic>
              <p:nvPicPr>
                <p:cNvPr id="228" name="墨迹 227"/>
              </p:nvPicPr>
              <p:blipFill>
                <a:blip r:embed="rId145"/>
              </p:blipFill>
              <p:spPr>
                <a:xfrm>
                  <a:off x="3934" y="5268"/>
                  <a:ext cx="2325" cy="1255"/>
                </a:xfrm>
                <a:prstGeom prst="rect"/>
              </p:spPr>
            </p:pic>
          </mc:Fallback>
        </mc:AlternateContent>
        <mc:AlternateContent xmlns:mc="http://schemas.openxmlformats.org/markup-compatibility/2006" xmlns:p14="http://schemas.microsoft.com/office/powerpoint/2010/main">
          <mc:Choice Requires="p14">
            <p:contentPart r:id="rId146" p14:bwMode="auto">
              <p14:nvContentPartPr>
                <p14:cNvPr id="229" name="墨迹 228"/>
                <p14:cNvContentPartPr/>
                <p14:nvPr/>
              </p14:nvContentPartPr>
              <p14:xfrm>
                <a:off x="6623" y="5392"/>
                <a:ext cx="1" cy="1"/>
              </p14:xfrm>
            </p:contentPart>
          </mc:Choice>
          <mc:Fallback xmlns="">
            <p:pic>
              <p:nvPicPr>
                <p:cNvPr id="229" name="墨迹 228"/>
              </p:nvPicPr>
              <p:blipFill>
                <a:blip r:embed="rId147"/>
              </p:blipFill>
              <p:spPr>
                <a:xfrm>
                  <a:off x="6623" y="5392"/>
                  <a:ext cx="1" cy="1"/>
                </a:xfrm>
                <a:prstGeom prst="rect"/>
              </p:spPr>
            </p:pic>
          </mc:Fallback>
        </mc:AlternateContent>
        <mc:AlternateContent xmlns:mc="http://schemas.openxmlformats.org/markup-compatibility/2006" xmlns:p14="http://schemas.microsoft.com/office/powerpoint/2010/main">
          <mc:Choice Requires="p14">
            <p:contentPart r:id="rId148" p14:bwMode="auto">
              <p14:nvContentPartPr>
                <p14:cNvPr id="230" name="墨迹 229"/>
                <p14:cNvContentPartPr/>
                <p14:nvPr/>
              </p14:nvContentPartPr>
              <p14:xfrm>
                <a:off x="3457" y="5215"/>
                <a:ext cx="2766" cy="1371"/>
              </p14:xfrm>
            </p:contentPart>
          </mc:Choice>
          <mc:Fallback xmlns="">
            <p:pic>
              <p:nvPicPr>
                <p:cNvPr id="230" name="墨迹 229"/>
              </p:nvPicPr>
              <p:blipFill>
                <a:blip r:embed="rId149"/>
              </p:blipFill>
              <p:spPr>
                <a:xfrm>
                  <a:off x="3457" y="5215"/>
                  <a:ext cx="2766" cy="1371"/>
                </a:xfrm>
                <a:prstGeom prst="rect"/>
              </p:spPr>
            </p:pic>
          </mc:Fallback>
        </mc:AlternateContent>
        <mc:AlternateContent xmlns:mc="http://schemas.openxmlformats.org/markup-compatibility/2006" xmlns:p14="http://schemas.microsoft.com/office/powerpoint/2010/main">
          <mc:Choice Requires="p14">
            <p:contentPart r:id="rId150" p14:bwMode="auto">
              <p14:nvContentPartPr>
                <p14:cNvPr id="231" name="墨迹 230"/>
                <p14:cNvContentPartPr/>
                <p14:nvPr/>
              </p14:nvContentPartPr>
              <p14:xfrm>
                <a:off x="3492" y="1973"/>
                <a:ext cx="2719" cy="1377"/>
              </p14:xfrm>
            </p:contentPart>
          </mc:Choice>
          <mc:Fallback xmlns="">
            <p:pic>
              <p:nvPicPr>
                <p:cNvPr id="231" name="墨迹 230"/>
              </p:nvPicPr>
              <p:blipFill>
                <a:blip r:embed="rId151"/>
              </p:blipFill>
              <p:spPr>
                <a:xfrm>
                  <a:off x="3492" y="1973"/>
                  <a:ext cx="2719" cy="1377"/>
                </a:xfrm>
                <a:prstGeom prst="rect"/>
              </p:spPr>
            </p:pic>
          </mc:Fallback>
        </mc:AlternateContent>
        <mc:AlternateContent xmlns:mc="http://schemas.openxmlformats.org/markup-compatibility/2006" xmlns:p14="http://schemas.microsoft.com/office/powerpoint/2010/main">
          <mc:Choice Requires="p14">
            <p:contentPart r:id="rId152" p14:bwMode="auto">
              <p14:nvContentPartPr>
                <p14:cNvPr id="232" name="墨迹 231"/>
                <p14:cNvContentPartPr/>
                <p14:nvPr/>
              </p14:nvContentPartPr>
              <p14:xfrm>
                <a:off x="6821" y="5360"/>
                <a:ext cx="639" cy="241"/>
              </p14:xfrm>
            </p:contentPart>
          </mc:Choice>
          <mc:Fallback xmlns="">
            <p:pic>
              <p:nvPicPr>
                <p:cNvPr id="232" name="墨迹 231"/>
              </p:nvPicPr>
              <p:blipFill>
                <a:blip r:embed="rId153"/>
              </p:blipFill>
              <p:spPr>
                <a:xfrm>
                  <a:off x="6821" y="5360"/>
                  <a:ext cx="639" cy="241"/>
                </a:xfrm>
                <a:prstGeom prst="rect"/>
              </p:spPr>
            </p:pic>
          </mc:Fallback>
        </mc:AlternateContent>
        <mc:AlternateContent xmlns:mc="http://schemas.openxmlformats.org/markup-compatibility/2006" xmlns:p14="http://schemas.microsoft.com/office/powerpoint/2010/main">
          <mc:Choice Requires="p14">
            <p:contentPart r:id="rId154" p14:bwMode="auto">
              <p14:nvContentPartPr>
                <p14:cNvPr id="233" name="墨迹 232"/>
                <p14:cNvContentPartPr/>
                <p14:nvPr/>
              </p14:nvContentPartPr>
              <p14:xfrm>
                <a:off x="5668" y="4555"/>
                <a:ext cx="2283" cy="1503"/>
              </p14:xfrm>
            </p:contentPart>
          </mc:Choice>
          <mc:Fallback xmlns="">
            <p:pic>
              <p:nvPicPr>
                <p:cNvPr id="233" name="墨迹 232"/>
              </p:nvPicPr>
              <p:blipFill>
                <a:blip r:embed="rId155"/>
              </p:blipFill>
              <p:spPr>
                <a:xfrm>
                  <a:off x="5668" y="4555"/>
                  <a:ext cx="2283" cy="1503"/>
                </a:xfrm>
                <a:prstGeom prst="rect"/>
              </p:spPr>
            </p:pic>
          </mc:Fallback>
        </mc:AlternateContent>
        <mc:AlternateContent xmlns:mc="http://schemas.openxmlformats.org/markup-compatibility/2006" xmlns:p14="http://schemas.microsoft.com/office/powerpoint/2010/main">
          <mc:Choice Requires="p14">
            <p:contentPart r:id="rId156" p14:bwMode="auto">
              <p14:nvContentPartPr>
                <p14:cNvPr id="234" name="墨迹 233"/>
                <p14:cNvContentPartPr/>
                <p14:nvPr/>
              </p14:nvContentPartPr>
              <p14:xfrm>
                <a:off x="3124" y="1844"/>
                <a:ext cx="3305" cy="1816"/>
              </p14:xfrm>
            </p:contentPart>
          </mc:Choice>
          <mc:Fallback xmlns="">
            <p:pic>
              <p:nvPicPr>
                <p:cNvPr id="234" name="墨迹 233"/>
              </p:nvPicPr>
              <p:blipFill>
                <a:blip r:embed="rId157"/>
              </p:blipFill>
              <p:spPr>
                <a:xfrm>
                  <a:off x="3124" y="1844"/>
                  <a:ext cx="3305" cy="1816"/>
                </a:xfrm>
                <a:prstGeom prst="rect"/>
              </p:spPr>
            </p:pic>
          </mc:Fallback>
        </mc:AlternateContent>
        <mc:AlternateContent xmlns:mc="http://schemas.openxmlformats.org/markup-compatibility/2006" xmlns:p14="http://schemas.microsoft.com/office/powerpoint/2010/main">
          <mc:Choice Requires="p14">
            <p:contentPart r:id="rId158" p14:bwMode="auto">
              <p14:nvContentPartPr>
                <p14:cNvPr id="235" name="墨迹 234"/>
                <p14:cNvContentPartPr/>
                <p14:nvPr/>
              </p14:nvContentPartPr>
              <p14:xfrm>
                <a:off x="6385" y="3722"/>
                <a:ext cx="129" cy="224"/>
              </p14:xfrm>
            </p:contentPart>
          </mc:Choice>
          <mc:Fallback xmlns="">
            <p:pic>
              <p:nvPicPr>
                <p:cNvPr id="235" name="墨迹 234"/>
              </p:nvPicPr>
              <p:blipFill>
                <a:blip r:embed="rId159"/>
              </p:blipFill>
              <p:spPr>
                <a:xfrm>
                  <a:off x="6385" y="3722"/>
                  <a:ext cx="129" cy="224"/>
                </a:xfrm>
                <a:prstGeom prst="rect"/>
              </p:spPr>
            </p:pic>
          </mc:Fallback>
        </mc:AlternateContent>
        <mc:AlternateContent xmlns:mc="http://schemas.openxmlformats.org/markup-compatibility/2006" xmlns:p14="http://schemas.microsoft.com/office/powerpoint/2010/main">
          <mc:Choice Requires="p14">
            <p:contentPart r:id="rId160" p14:bwMode="auto">
              <p14:nvContentPartPr>
                <p14:cNvPr id="236" name="墨迹 235"/>
                <p14:cNvContentPartPr/>
                <p14:nvPr/>
              </p14:nvContentPartPr>
              <p14:xfrm>
                <a:off x="6607" y="4104"/>
                <a:ext cx="1" cy="1"/>
              </p14:xfrm>
            </p:contentPart>
          </mc:Choice>
          <mc:Fallback xmlns="">
            <p:pic>
              <p:nvPicPr>
                <p:cNvPr id="236" name="墨迹 235"/>
              </p:nvPicPr>
              <p:blipFill>
                <a:blip r:embed="rId161"/>
              </p:blipFill>
              <p:spPr>
                <a:xfrm>
                  <a:off x="6607" y="4104"/>
                  <a:ext cx="1" cy="1"/>
                </a:xfrm>
                <a:prstGeom prst="rect"/>
              </p:spPr>
            </p:pic>
          </mc:Fallback>
        </mc:AlternateContent>
        <mc:AlternateContent xmlns:mc="http://schemas.openxmlformats.org/markup-compatibility/2006" xmlns:p14="http://schemas.microsoft.com/office/powerpoint/2010/main">
          <mc:Choice Requires="p14">
            <p:contentPart r:id="rId162" p14:bwMode="auto">
              <p14:nvContentPartPr>
                <p14:cNvPr id="237" name="墨迹 236"/>
                <p14:cNvContentPartPr/>
                <p14:nvPr/>
              </p14:nvContentPartPr>
              <p14:xfrm>
                <a:off x="6416" y="4141"/>
                <a:ext cx="208" cy="926"/>
              </p14:xfrm>
            </p:contentPart>
          </mc:Choice>
          <mc:Fallback xmlns="">
            <p:pic>
              <p:nvPicPr>
                <p:cNvPr id="237" name="墨迹 236"/>
              </p:nvPicPr>
              <p:blipFill>
                <a:blip r:embed="rId163"/>
              </p:blipFill>
              <p:spPr>
                <a:xfrm>
                  <a:off x="6416" y="4141"/>
                  <a:ext cx="208" cy="926"/>
                </a:xfrm>
                <a:prstGeom prst="rect"/>
              </p:spPr>
            </p:pic>
          </mc:Fallback>
        </mc:AlternateContent>
        <mc:AlternateContent xmlns:mc="http://schemas.openxmlformats.org/markup-compatibility/2006" xmlns:p14="http://schemas.microsoft.com/office/powerpoint/2010/main">
          <mc:Choice Requires="p14">
            <p:contentPart r:id="rId164" p14:bwMode="auto">
              <p14:nvContentPartPr>
                <p14:cNvPr id="238" name="墨迹 237"/>
                <p14:cNvContentPartPr/>
                <p14:nvPr/>
              </p14:nvContentPartPr>
              <p14:xfrm>
                <a:off x="6218" y="5473"/>
                <a:ext cx="72" cy="62"/>
              </p14:xfrm>
            </p:contentPart>
          </mc:Choice>
          <mc:Fallback xmlns="">
            <p:pic>
              <p:nvPicPr>
                <p:cNvPr id="238" name="墨迹 237"/>
              </p:nvPicPr>
              <p:blipFill>
                <a:blip r:embed="rId165"/>
              </p:blipFill>
              <p:spPr>
                <a:xfrm>
                  <a:off x="6218" y="5473"/>
                  <a:ext cx="72" cy="62"/>
                </a:xfrm>
                <a:prstGeom prst="rect"/>
              </p:spPr>
            </p:pic>
          </mc:Fallback>
        </mc:AlternateContent>
        <mc:AlternateContent xmlns:mc="http://schemas.openxmlformats.org/markup-compatibility/2006" xmlns:p14="http://schemas.microsoft.com/office/powerpoint/2010/main">
          <mc:Choice Requires="p14">
            <p:contentPart r:id="rId166" p14:bwMode="auto">
              <p14:nvContentPartPr>
                <p14:cNvPr id="239" name="墨迹 238"/>
                <p14:cNvContentPartPr/>
                <p14:nvPr/>
              </p14:nvContentPartPr>
              <p14:xfrm>
                <a:off x="2916" y="5456"/>
                <a:ext cx="3518" cy="1274"/>
              </p14:xfrm>
            </p:contentPart>
          </mc:Choice>
          <mc:Fallback xmlns="">
            <p:pic>
              <p:nvPicPr>
                <p:cNvPr id="239" name="墨迹 238"/>
              </p:nvPicPr>
              <p:blipFill>
                <a:blip r:embed="rId167"/>
              </p:blipFill>
              <p:spPr>
                <a:xfrm>
                  <a:off x="2916" y="5456"/>
                  <a:ext cx="3518" cy="1274"/>
                </a:xfrm>
                <a:prstGeom prst="rect"/>
              </p:spPr>
            </p:pic>
          </mc:Fallback>
        </mc:AlternateContent>
        <p:sp>
          <p:nvSpPr>
            <p:cNvPr id="240" name="椭圆 239"/>
            <p:cNvSpPr/>
            <p:nvPr/>
          </p:nvSpPr>
          <p:spPr>
            <a:xfrm>
              <a:off x="3085" y="2255"/>
              <a:ext cx="2484" cy="1514"/>
            </a:xfrm>
            <a:prstGeom prst="ellipse">
              <a:avLst/>
            </a:prstGeom>
            <a:solidFill>
              <a:srgbClr val="DFE8E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1" name="椭圆 240"/>
            <p:cNvSpPr/>
            <p:nvPr/>
          </p:nvSpPr>
          <p:spPr>
            <a:xfrm>
              <a:off x="3226" y="4426"/>
              <a:ext cx="2484" cy="1514"/>
            </a:xfrm>
            <a:prstGeom prst="ellipse">
              <a:avLst/>
            </a:prstGeom>
            <a:solidFill>
              <a:srgbClr val="DFE8E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2" name="任意多边形 241"/>
            <p:cNvSpPr/>
            <p:nvPr/>
          </p:nvSpPr>
          <p:spPr>
            <a:xfrm>
              <a:off x="1580" y="1622"/>
              <a:ext cx="5344" cy="3340"/>
            </a:xfrm>
            <a:custGeom>
              <a:avLst/>
              <a:gdLst>
                <a:gd name="connisteX0" fmla="*/ 495300 w 3393440"/>
                <a:gd name="connsiteY0" fmla="*/ 545465 h 2120900"/>
                <a:gd name="connisteX1" fmla="*/ 545465 w 3393440"/>
                <a:gd name="connsiteY1" fmla="*/ 474345 h 2120900"/>
                <a:gd name="connisteX2" fmla="*/ 615950 w 3393440"/>
                <a:gd name="connsiteY2" fmla="*/ 414020 h 2120900"/>
                <a:gd name="connisteX3" fmla="*/ 687070 w 3393440"/>
                <a:gd name="connsiteY3" fmla="*/ 373380 h 2120900"/>
                <a:gd name="connisteX4" fmla="*/ 727075 w 3393440"/>
                <a:gd name="connsiteY4" fmla="*/ 302895 h 2120900"/>
                <a:gd name="connisteX5" fmla="*/ 798195 w 3393440"/>
                <a:gd name="connsiteY5" fmla="*/ 242570 h 2120900"/>
                <a:gd name="connisteX6" fmla="*/ 868680 w 3393440"/>
                <a:gd name="connsiteY6" fmla="*/ 191770 h 2120900"/>
                <a:gd name="connisteX7" fmla="*/ 939165 w 3393440"/>
                <a:gd name="connsiteY7" fmla="*/ 161290 h 2120900"/>
                <a:gd name="connisteX8" fmla="*/ 1010285 w 3393440"/>
                <a:gd name="connsiteY8" fmla="*/ 151130 h 2120900"/>
                <a:gd name="connisteX9" fmla="*/ 1080770 w 3393440"/>
                <a:gd name="connsiteY9" fmla="*/ 131445 h 2120900"/>
                <a:gd name="connisteX10" fmla="*/ 1151255 w 3393440"/>
                <a:gd name="connsiteY10" fmla="*/ 111125 h 2120900"/>
                <a:gd name="connisteX11" fmla="*/ 1222375 w 3393440"/>
                <a:gd name="connsiteY11" fmla="*/ 70485 h 2120900"/>
                <a:gd name="connisteX12" fmla="*/ 1292860 w 3393440"/>
                <a:gd name="connsiteY12" fmla="*/ 40005 h 2120900"/>
                <a:gd name="connisteX13" fmla="*/ 1363345 w 3393440"/>
                <a:gd name="connsiteY13" fmla="*/ 30480 h 2120900"/>
                <a:gd name="connisteX14" fmla="*/ 1434465 w 3393440"/>
                <a:gd name="connsiteY14" fmla="*/ 30480 h 2120900"/>
                <a:gd name="connisteX15" fmla="*/ 1504950 w 3393440"/>
                <a:gd name="connsiteY15" fmla="*/ 30480 h 2120900"/>
                <a:gd name="connisteX16" fmla="*/ 1575435 w 3393440"/>
                <a:gd name="connsiteY16" fmla="*/ 30480 h 2120900"/>
                <a:gd name="connisteX17" fmla="*/ 1646555 w 3393440"/>
                <a:gd name="connsiteY17" fmla="*/ 30480 h 2120900"/>
                <a:gd name="connisteX18" fmla="*/ 1717040 w 3393440"/>
                <a:gd name="connsiteY18" fmla="*/ 10160 h 2120900"/>
                <a:gd name="connisteX19" fmla="*/ 1787525 w 3393440"/>
                <a:gd name="connsiteY19" fmla="*/ 10160 h 2120900"/>
                <a:gd name="connisteX20" fmla="*/ 1858645 w 3393440"/>
                <a:gd name="connsiteY20" fmla="*/ 0 h 2120900"/>
                <a:gd name="connisteX21" fmla="*/ 1929130 w 3393440"/>
                <a:gd name="connsiteY21" fmla="*/ 0 h 2120900"/>
                <a:gd name="connisteX22" fmla="*/ 1999615 w 3393440"/>
                <a:gd name="connsiteY22" fmla="*/ 0 h 2120900"/>
                <a:gd name="connisteX23" fmla="*/ 2070735 w 3393440"/>
                <a:gd name="connsiteY23" fmla="*/ 20320 h 2120900"/>
                <a:gd name="connisteX24" fmla="*/ 2141220 w 3393440"/>
                <a:gd name="connsiteY24" fmla="*/ 50165 h 2120900"/>
                <a:gd name="connisteX25" fmla="*/ 2212340 w 3393440"/>
                <a:gd name="connsiteY25" fmla="*/ 70485 h 2120900"/>
                <a:gd name="connisteX26" fmla="*/ 2282825 w 3393440"/>
                <a:gd name="connsiteY26" fmla="*/ 90805 h 2120900"/>
                <a:gd name="connisteX27" fmla="*/ 2353310 w 3393440"/>
                <a:gd name="connsiteY27" fmla="*/ 100965 h 2120900"/>
                <a:gd name="connisteX28" fmla="*/ 2424430 w 3393440"/>
                <a:gd name="connsiteY28" fmla="*/ 100965 h 2120900"/>
                <a:gd name="connisteX29" fmla="*/ 2494915 w 3393440"/>
                <a:gd name="connsiteY29" fmla="*/ 151130 h 2120900"/>
                <a:gd name="connisteX30" fmla="*/ 2565400 w 3393440"/>
                <a:gd name="connsiteY30" fmla="*/ 201930 h 2120900"/>
                <a:gd name="connisteX31" fmla="*/ 2636520 w 3393440"/>
                <a:gd name="connsiteY31" fmla="*/ 262255 h 2120900"/>
                <a:gd name="connisteX32" fmla="*/ 2707005 w 3393440"/>
                <a:gd name="connsiteY32" fmla="*/ 302895 h 2120900"/>
                <a:gd name="connisteX33" fmla="*/ 2777490 w 3393440"/>
                <a:gd name="connsiteY33" fmla="*/ 343535 h 2120900"/>
                <a:gd name="connisteX34" fmla="*/ 2848610 w 3393440"/>
                <a:gd name="connsiteY34" fmla="*/ 393700 h 2120900"/>
                <a:gd name="connisteX35" fmla="*/ 2908935 w 3393440"/>
                <a:gd name="connsiteY35" fmla="*/ 464185 h 2120900"/>
                <a:gd name="connisteX36" fmla="*/ 2959735 w 3393440"/>
                <a:gd name="connsiteY36" fmla="*/ 535305 h 2120900"/>
                <a:gd name="connisteX37" fmla="*/ 2999740 w 3393440"/>
                <a:gd name="connsiteY37" fmla="*/ 605790 h 2120900"/>
                <a:gd name="connisteX38" fmla="*/ 3060700 w 3393440"/>
                <a:gd name="connsiteY38" fmla="*/ 676275 h 2120900"/>
                <a:gd name="connisteX39" fmla="*/ 3090545 w 3393440"/>
                <a:gd name="connsiteY39" fmla="*/ 747395 h 2120900"/>
                <a:gd name="connisteX40" fmla="*/ 3121025 w 3393440"/>
                <a:gd name="connsiteY40" fmla="*/ 817880 h 2120900"/>
                <a:gd name="connisteX41" fmla="*/ 3171825 w 3393440"/>
                <a:gd name="connsiteY41" fmla="*/ 888365 h 2120900"/>
                <a:gd name="connisteX42" fmla="*/ 3201670 w 3393440"/>
                <a:gd name="connsiteY42" fmla="*/ 959485 h 2120900"/>
                <a:gd name="connisteX43" fmla="*/ 3232150 w 3393440"/>
                <a:gd name="connsiteY43" fmla="*/ 1029970 h 2120900"/>
                <a:gd name="connisteX44" fmla="*/ 3262630 w 3393440"/>
                <a:gd name="connsiteY44" fmla="*/ 1101090 h 2120900"/>
                <a:gd name="connisteX45" fmla="*/ 3282950 w 3393440"/>
                <a:gd name="connsiteY45" fmla="*/ 1171575 h 2120900"/>
                <a:gd name="connisteX46" fmla="*/ 3312795 w 3393440"/>
                <a:gd name="connsiteY46" fmla="*/ 1242060 h 2120900"/>
                <a:gd name="connisteX47" fmla="*/ 3333115 w 3393440"/>
                <a:gd name="connsiteY47" fmla="*/ 1313180 h 2120900"/>
                <a:gd name="connisteX48" fmla="*/ 3343275 w 3393440"/>
                <a:gd name="connsiteY48" fmla="*/ 1383665 h 2120900"/>
                <a:gd name="connisteX49" fmla="*/ 3363595 w 3393440"/>
                <a:gd name="connsiteY49" fmla="*/ 1464310 h 2120900"/>
                <a:gd name="connisteX50" fmla="*/ 3383915 w 3393440"/>
                <a:gd name="connsiteY50" fmla="*/ 1534795 h 2120900"/>
                <a:gd name="connisteX51" fmla="*/ 3393440 w 3393440"/>
                <a:gd name="connsiteY51" fmla="*/ 1605915 h 2120900"/>
                <a:gd name="connisteX52" fmla="*/ 3393440 w 3393440"/>
                <a:gd name="connsiteY52" fmla="*/ 1676400 h 2120900"/>
                <a:gd name="connisteX53" fmla="*/ 3393440 w 3393440"/>
                <a:gd name="connsiteY53" fmla="*/ 1746885 h 2120900"/>
                <a:gd name="connisteX54" fmla="*/ 3393440 w 3393440"/>
                <a:gd name="connsiteY54" fmla="*/ 1818005 h 2120900"/>
                <a:gd name="connisteX55" fmla="*/ 3393440 w 3393440"/>
                <a:gd name="connsiteY55" fmla="*/ 1888490 h 2120900"/>
                <a:gd name="connisteX56" fmla="*/ 3383915 w 3393440"/>
                <a:gd name="connsiteY56" fmla="*/ 1959610 h 2120900"/>
                <a:gd name="connisteX57" fmla="*/ 3322955 w 3393440"/>
                <a:gd name="connsiteY57" fmla="*/ 2030095 h 2120900"/>
                <a:gd name="connisteX58" fmla="*/ 3282950 w 3393440"/>
                <a:gd name="connsiteY58" fmla="*/ 2100580 h 2120900"/>
                <a:gd name="connisteX59" fmla="*/ 3211830 w 3393440"/>
                <a:gd name="connsiteY59" fmla="*/ 2120900 h 2120900"/>
                <a:gd name="connisteX60" fmla="*/ 3201670 w 3393440"/>
                <a:gd name="connsiteY60" fmla="*/ 2050415 h 2120900"/>
                <a:gd name="connisteX61" fmla="*/ 3201670 w 3393440"/>
                <a:gd name="connsiteY61" fmla="*/ 1979295 h 2120900"/>
                <a:gd name="connisteX62" fmla="*/ 3232150 w 3393440"/>
                <a:gd name="connsiteY62" fmla="*/ 1908810 h 2120900"/>
                <a:gd name="connisteX63" fmla="*/ 3232150 w 3393440"/>
                <a:gd name="connsiteY63" fmla="*/ 1838325 h 2120900"/>
                <a:gd name="connisteX64" fmla="*/ 3221990 w 3393440"/>
                <a:gd name="connsiteY64" fmla="*/ 1767205 h 2120900"/>
                <a:gd name="connisteX65" fmla="*/ 3201670 w 3393440"/>
                <a:gd name="connsiteY65" fmla="*/ 1696720 h 2120900"/>
                <a:gd name="connisteX66" fmla="*/ 3191510 w 3393440"/>
                <a:gd name="connsiteY66" fmla="*/ 1626235 h 2120900"/>
                <a:gd name="connisteX67" fmla="*/ 3181350 w 3393440"/>
                <a:gd name="connsiteY67" fmla="*/ 1555115 h 2120900"/>
                <a:gd name="connisteX68" fmla="*/ 3171825 w 3393440"/>
                <a:gd name="connsiteY68" fmla="*/ 1484630 h 2120900"/>
                <a:gd name="connisteX69" fmla="*/ 3161665 w 3393440"/>
                <a:gd name="connsiteY69" fmla="*/ 1414145 h 2120900"/>
                <a:gd name="connisteX70" fmla="*/ 3141345 w 3393440"/>
                <a:gd name="connsiteY70" fmla="*/ 1343025 h 2120900"/>
                <a:gd name="connisteX71" fmla="*/ 3110865 w 3393440"/>
                <a:gd name="connsiteY71" fmla="*/ 1272540 h 2120900"/>
                <a:gd name="connisteX72" fmla="*/ 3080385 w 3393440"/>
                <a:gd name="connsiteY72" fmla="*/ 1202055 h 2120900"/>
                <a:gd name="connisteX73" fmla="*/ 3050540 w 3393440"/>
                <a:gd name="connsiteY73" fmla="*/ 1130935 h 2120900"/>
                <a:gd name="connisteX74" fmla="*/ 3030220 w 3393440"/>
                <a:gd name="connsiteY74" fmla="*/ 1060450 h 2120900"/>
                <a:gd name="connisteX75" fmla="*/ 2999740 w 3393440"/>
                <a:gd name="connsiteY75" fmla="*/ 989965 h 2120900"/>
                <a:gd name="connisteX76" fmla="*/ 2979420 w 3393440"/>
                <a:gd name="connsiteY76" fmla="*/ 918845 h 2120900"/>
                <a:gd name="connisteX77" fmla="*/ 2949575 w 3393440"/>
                <a:gd name="connsiteY77" fmla="*/ 848360 h 2120900"/>
                <a:gd name="connisteX78" fmla="*/ 2919095 w 3393440"/>
                <a:gd name="connsiteY78" fmla="*/ 777875 h 2120900"/>
                <a:gd name="connisteX79" fmla="*/ 2868295 w 3393440"/>
                <a:gd name="connsiteY79" fmla="*/ 706755 h 2120900"/>
                <a:gd name="connisteX80" fmla="*/ 2797810 w 3393440"/>
                <a:gd name="connsiteY80" fmla="*/ 636270 h 2120900"/>
                <a:gd name="connisteX81" fmla="*/ 2737485 w 3393440"/>
                <a:gd name="connsiteY81" fmla="*/ 565785 h 2120900"/>
                <a:gd name="connisteX82" fmla="*/ 2676525 w 3393440"/>
                <a:gd name="connsiteY82" fmla="*/ 494665 h 2120900"/>
                <a:gd name="connisteX83" fmla="*/ 2606040 w 3393440"/>
                <a:gd name="connsiteY83" fmla="*/ 434340 h 2120900"/>
                <a:gd name="connisteX84" fmla="*/ 2534920 w 3393440"/>
                <a:gd name="connsiteY84" fmla="*/ 383540 h 2120900"/>
                <a:gd name="connisteX85" fmla="*/ 2464435 w 3393440"/>
                <a:gd name="connsiteY85" fmla="*/ 343535 h 2120900"/>
                <a:gd name="connisteX86" fmla="*/ 2393950 w 3393440"/>
                <a:gd name="connsiteY86" fmla="*/ 302895 h 2120900"/>
                <a:gd name="connisteX87" fmla="*/ 2322830 w 3393440"/>
                <a:gd name="connsiteY87" fmla="*/ 272415 h 2120900"/>
                <a:gd name="connisteX88" fmla="*/ 2252345 w 3393440"/>
                <a:gd name="connsiteY88" fmla="*/ 232410 h 2120900"/>
                <a:gd name="connisteX89" fmla="*/ 2181860 w 3393440"/>
                <a:gd name="connsiteY89" fmla="*/ 201930 h 2120900"/>
                <a:gd name="connisteX90" fmla="*/ 2110740 w 3393440"/>
                <a:gd name="connsiteY90" fmla="*/ 171450 h 2120900"/>
                <a:gd name="connisteX91" fmla="*/ 2040255 w 3393440"/>
                <a:gd name="connsiteY91" fmla="*/ 161290 h 2120900"/>
                <a:gd name="connisteX92" fmla="*/ 1969770 w 3393440"/>
                <a:gd name="connsiteY92" fmla="*/ 131445 h 2120900"/>
                <a:gd name="connisteX93" fmla="*/ 1898650 w 3393440"/>
                <a:gd name="connsiteY93" fmla="*/ 111125 h 2120900"/>
                <a:gd name="connisteX94" fmla="*/ 1828165 w 3393440"/>
                <a:gd name="connsiteY94" fmla="*/ 100965 h 2120900"/>
                <a:gd name="connisteX95" fmla="*/ 1757680 w 3393440"/>
                <a:gd name="connsiteY95" fmla="*/ 90805 h 2120900"/>
                <a:gd name="connisteX96" fmla="*/ 1686560 w 3393440"/>
                <a:gd name="connsiteY96" fmla="*/ 80645 h 2120900"/>
                <a:gd name="connisteX97" fmla="*/ 1616075 w 3393440"/>
                <a:gd name="connsiteY97" fmla="*/ 80645 h 2120900"/>
                <a:gd name="connisteX98" fmla="*/ 1545590 w 3393440"/>
                <a:gd name="connsiteY98" fmla="*/ 80645 h 2120900"/>
                <a:gd name="connisteX99" fmla="*/ 1474470 w 3393440"/>
                <a:gd name="connsiteY99" fmla="*/ 100965 h 2120900"/>
                <a:gd name="connisteX100" fmla="*/ 1403985 w 3393440"/>
                <a:gd name="connsiteY100" fmla="*/ 121285 h 2120900"/>
                <a:gd name="connisteX101" fmla="*/ 1333500 w 3393440"/>
                <a:gd name="connsiteY101" fmla="*/ 151130 h 2120900"/>
                <a:gd name="connisteX102" fmla="*/ 1262380 w 3393440"/>
                <a:gd name="connsiteY102" fmla="*/ 171450 h 2120900"/>
                <a:gd name="connisteX103" fmla="*/ 1191895 w 3393440"/>
                <a:gd name="connsiteY103" fmla="*/ 181610 h 2120900"/>
                <a:gd name="connisteX104" fmla="*/ 1121410 w 3393440"/>
                <a:gd name="connsiteY104" fmla="*/ 201930 h 2120900"/>
                <a:gd name="connisteX105" fmla="*/ 1050290 w 3393440"/>
                <a:gd name="connsiteY105" fmla="*/ 232410 h 2120900"/>
                <a:gd name="connisteX106" fmla="*/ 979805 w 3393440"/>
                <a:gd name="connsiteY106" fmla="*/ 252095 h 2120900"/>
                <a:gd name="connisteX107" fmla="*/ 909320 w 3393440"/>
                <a:gd name="connsiteY107" fmla="*/ 313055 h 2120900"/>
                <a:gd name="connisteX108" fmla="*/ 838200 w 3393440"/>
                <a:gd name="connsiteY108" fmla="*/ 363220 h 2120900"/>
                <a:gd name="connisteX109" fmla="*/ 767715 w 3393440"/>
                <a:gd name="connsiteY109" fmla="*/ 424180 h 2120900"/>
                <a:gd name="connisteX110" fmla="*/ 707390 w 3393440"/>
                <a:gd name="connsiteY110" fmla="*/ 494665 h 2120900"/>
                <a:gd name="connisteX111" fmla="*/ 666750 w 3393440"/>
                <a:gd name="connsiteY111" fmla="*/ 565785 h 2120900"/>
                <a:gd name="connisteX112" fmla="*/ 615950 w 3393440"/>
                <a:gd name="connsiteY112" fmla="*/ 636270 h 2120900"/>
                <a:gd name="connisteX113" fmla="*/ 555625 w 3393440"/>
                <a:gd name="connsiteY113" fmla="*/ 706755 h 2120900"/>
                <a:gd name="connisteX114" fmla="*/ 485140 w 3393440"/>
                <a:gd name="connsiteY114" fmla="*/ 747395 h 2120900"/>
                <a:gd name="connisteX115" fmla="*/ 414020 w 3393440"/>
                <a:gd name="connsiteY115" fmla="*/ 767715 h 2120900"/>
                <a:gd name="connisteX116" fmla="*/ 363855 w 3393440"/>
                <a:gd name="connsiteY116" fmla="*/ 838200 h 2120900"/>
                <a:gd name="connisteX117" fmla="*/ 292735 w 3393440"/>
                <a:gd name="connsiteY117" fmla="*/ 898525 h 2120900"/>
                <a:gd name="connisteX118" fmla="*/ 242570 w 3393440"/>
                <a:gd name="connsiteY118" fmla="*/ 969645 h 2120900"/>
                <a:gd name="connisteX119" fmla="*/ 191770 w 3393440"/>
                <a:gd name="connsiteY119" fmla="*/ 1040130 h 2120900"/>
                <a:gd name="connisteX120" fmla="*/ 131445 w 3393440"/>
                <a:gd name="connsiteY120" fmla="*/ 1110615 h 2120900"/>
                <a:gd name="connisteX121" fmla="*/ 60960 w 3393440"/>
                <a:gd name="connsiteY121" fmla="*/ 1151255 h 2120900"/>
                <a:gd name="connisteX122" fmla="*/ 30480 w 3393440"/>
                <a:gd name="connsiteY122" fmla="*/ 1080770 h 2120900"/>
                <a:gd name="connisteX123" fmla="*/ 70485 w 3393440"/>
                <a:gd name="connsiteY123" fmla="*/ 1009650 h 2120900"/>
                <a:gd name="connisteX124" fmla="*/ 141605 w 3393440"/>
                <a:gd name="connsiteY124" fmla="*/ 949325 h 2120900"/>
                <a:gd name="connisteX125" fmla="*/ 181610 w 3393440"/>
                <a:gd name="connsiteY125" fmla="*/ 878840 h 2120900"/>
                <a:gd name="connisteX126" fmla="*/ 252730 w 3393440"/>
                <a:gd name="connsiteY126" fmla="*/ 817880 h 2120900"/>
                <a:gd name="connisteX127" fmla="*/ 323215 w 3393440"/>
                <a:gd name="connsiteY127" fmla="*/ 747395 h 2120900"/>
                <a:gd name="connisteX128" fmla="*/ 384175 w 3393440"/>
                <a:gd name="connsiteY128" fmla="*/ 676275 h 2120900"/>
                <a:gd name="connisteX129" fmla="*/ 454660 w 3393440"/>
                <a:gd name="connsiteY129" fmla="*/ 605790 h 2120900"/>
                <a:gd name="connisteX130" fmla="*/ 504825 w 3393440"/>
                <a:gd name="connsiteY130" fmla="*/ 535305 h 2120900"/>
                <a:gd name="connisteX131" fmla="*/ 555625 w 3393440"/>
                <a:gd name="connsiteY131" fmla="*/ 464185 h 2120900"/>
                <a:gd name="connisteX132" fmla="*/ 615950 w 3393440"/>
                <a:gd name="connsiteY132" fmla="*/ 393700 h 2120900"/>
                <a:gd name="connisteX133" fmla="*/ 242570 w 3393440"/>
                <a:gd name="connsiteY133" fmla="*/ 767715 h 2120900"/>
                <a:gd name="connisteX134" fmla="*/ 20320 w 3393440"/>
                <a:gd name="connsiteY134" fmla="*/ 1060450 h 2120900"/>
                <a:gd name="connisteX135" fmla="*/ 0 w 3393440"/>
                <a:gd name="connsiteY135" fmla="*/ 1060450 h 21209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 ang="0">
                  <a:pos x="connisteX87" y="connsiteY87"/>
                </a:cxn>
                <a:cxn ang="0">
                  <a:pos x="connisteX88" y="connsiteY88"/>
                </a:cxn>
                <a:cxn ang="0">
                  <a:pos x="connisteX89" y="connsiteY89"/>
                </a:cxn>
                <a:cxn ang="0">
                  <a:pos x="connisteX90" y="connsiteY90"/>
                </a:cxn>
                <a:cxn ang="0">
                  <a:pos x="connisteX91" y="connsiteY91"/>
                </a:cxn>
                <a:cxn ang="0">
                  <a:pos x="connisteX92" y="connsiteY92"/>
                </a:cxn>
                <a:cxn ang="0">
                  <a:pos x="connisteX93" y="connsiteY93"/>
                </a:cxn>
                <a:cxn ang="0">
                  <a:pos x="connisteX94" y="connsiteY94"/>
                </a:cxn>
                <a:cxn ang="0">
                  <a:pos x="connisteX95" y="connsiteY95"/>
                </a:cxn>
                <a:cxn ang="0">
                  <a:pos x="connisteX96" y="connsiteY96"/>
                </a:cxn>
                <a:cxn ang="0">
                  <a:pos x="connisteX97" y="connsiteY97"/>
                </a:cxn>
                <a:cxn ang="0">
                  <a:pos x="connisteX98" y="connsiteY98"/>
                </a:cxn>
                <a:cxn ang="0">
                  <a:pos x="connisteX99" y="connsiteY99"/>
                </a:cxn>
                <a:cxn ang="0">
                  <a:pos x="connisteX100" y="connsiteY100"/>
                </a:cxn>
                <a:cxn ang="0">
                  <a:pos x="connisteX101" y="connsiteY101"/>
                </a:cxn>
                <a:cxn ang="0">
                  <a:pos x="connisteX102" y="connsiteY102"/>
                </a:cxn>
                <a:cxn ang="0">
                  <a:pos x="connisteX103" y="connsiteY103"/>
                </a:cxn>
                <a:cxn ang="0">
                  <a:pos x="connisteX104" y="connsiteY104"/>
                </a:cxn>
                <a:cxn ang="0">
                  <a:pos x="connisteX105" y="connsiteY105"/>
                </a:cxn>
                <a:cxn ang="0">
                  <a:pos x="connisteX106" y="connsiteY106"/>
                </a:cxn>
                <a:cxn ang="0">
                  <a:pos x="connisteX107" y="connsiteY107"/>
                </a:cxn>
                <a:cxn ang="0">
                  <a:pos x="connisteX108" y="connsiteY108"/>
                </a:cxn>
                <a:cxn ang="0">
                  <a:pos x="connisteX109" y="connsiteY109"/>
                </a:cxn>
                <a:cxn ang="0">
                  <a:pos x="connisteX110" y="connsiteY110"/>
                </a:cxn>
                <a:cxn ang="0">
                  <a:pos x="connisteX111" y="connsiteY111"/>
                </a:cxn>
                <a:cxn ang="0">
                  <a:pos x="connisteX112" y="connsiteY112"/>
                </a:cxn>
                <a:cxn ang="0">
                  <a:pos x="connisteX113" y="connsiteY113"/>
                </a:cxn>
                <a:cxn ang="0">
                  <a:pos x="connisteX114" y="connsiteY114"/>
                </a:cxn>
                <a:cxn ang="0">
                  <a:pos x="connisteX115" y="connsiteY115"/>
                </a:cxn>
                <a:cxn ang="0">
                  <a:pos x="connisteX116" y="connsiteY116"/>
                </a:cxn>
                <a:cxn ang="0">
                  <a:pos x="connisteX117" y="connsiteY117"/>
                </a:cxn>
                <a:cxn ang="0">
                  <a:pos x="connisteX118" y="connsiteY118"/>
                </a:cxn>
                <a:cxn ang="0">
                  <a:pos x="connisteX119" y="connsiteY119"/>
                </a:cxn>
                <a:cxn ang="0">
                  <a:pos x="connisteX120" y="connsiteY120"/>
                </a:cxn>
                <a:cxn ang="0">
                  <a:pos x="connisteX121" y="connsiteY121"/>
                </a:cxn>
                <a:cxn ang="0">
                  <a:pos x="connisteX122" y="connsiteY122"/>
                </a:cxn>
                <a:cxn ang="0">
                  <a:pos x="connisteX123" y="connsiteY123"/>
                </a:cxn>
                <a:cxn ang="0">
                  <a:pos x="connisteX124" y="connsiteY124"/>
                </a:cxn>
                <a:cxn ang="0">
                  <a:pos x="connisteX125" y="connsiteY125"/>
                </a:cxn>
                <a:cxn ang="0">
                  <a:pos x="connisteX126" y="connsiteY126"/>
                </a:cxn>
                <a:cxn ang="0">
                  <a:pos x="connisteX127" y="connsiteY127"/>
                </a:cxn>
                <a:cxn ang="0">
                  <a:pos x="connisteX128" y="connsiteY128"/>
                </a:cxn>
                <a:cxn ang="0">
                  <a:pos x="connisteX129" y="connsiteY129"/>
                </a:cxn>
                <a:cxn ang="0">
                  <a:pos x="connisteX130" y="connsiteY130"/>
                </a:cxn>
                <a:cxn ang="0">
                  <a:pos x="connisteX131" y="connsiteY131"/>
                </a:cxn>
                <a:cxn ang="0">
                  <a:pos x="connisteX132" y="connsiteY132"/>
                </a:cxn>
                <a:cxn ang="0">
                  <a:pos x="connisteX133" y="connsiteY133"/>
                </a:cxn>
                <a:cxn ang="0">
                  <a:pos x="connisteX134" y="connsiteY134"/>
                </a:cxn>
                <a:cxn ang="0">
                  <a:pos x="connisteX135" y="connsiteY135"/>
                </a:cxn>
              </a:cxnLst>
              <a:rect l="l" t="t" r="r" b="b"/>
              <a:pathLst>
                <a:path w="3393440" h="2120900">
                  <a:moveTo>
                    <a:pt x="495300" y="545465"/>
                  </a:moveTo>
                  <a:lnTo>
                    <a:pt x="545465" y="474345"/>
                  </a:lnTo>
                  <a:lnTo>
                    <a:pt x="615950" y="414020"/>
                  </a:lnTo>
                  <a:lnTo>
                    <a:pt x="687070" y="373380"/>
                  </a:lnTo>
                  <a:lnTo>
                    <a:pt x="727075" y="302895"/>
                  </a:lnTo>
                  <a:lnTo>
                    <a:pt x="798195" y="242570"/>
                  </a:lnTo>
                  <a:lnTo>
                    <a:pt x="868680" y="191770"/>
                  </a:lnTo>
                  <a:lnTo>
                    <a:pt x="939165" y="161290"/>
                  </a:lnTo>
                  <a:lnTo>
                    <a:pt x="1010285" y="151130"/>
                  </a:lnTo>
                  <a:lnTo>
                    <a:pt x="1080770" y="131445"/>
                  </a:lnTo>
                  <a:lnTo>
                    <a:pt x="1151255" y="111125"/>
                  </a:lnTo>
                  <a:lnTo>
                    <a:pt x="1222375" y="70485"/>
                  </a:lnTo>
                  <a:lnTo>
                    <a:pt x="1292860" y="40005"/>
                  </a:lnTo>
                  <a:lnTo>
                    <a:pt x="1363345" y="30480"/>
                  </a:lnTo>
                  <a:lnTo>
                    <a:pt x="1434465" y="30480"/>
                  </a:lnTo>
                  <a:lnTo>
                    <a:pt x="1504950" y="30480"/>
                  </a:lnTo>
                  <a:lnTo>
                    <a:pt x="1575435" y="30480"/>
                  </a:lnTo>
                  <a:lnTo>
                    <a:pt x="1646555" y="30480"/>
                  </a:lnTo>
                  <a:lnTo>
                    <a:pt x="1717040" y="10160"/>
                  </a:lnTo>
                  <a:lnTo>
                    <a:pt x="1787525" y="10160"/>
                  </a:lnTo>
                  <a:lnTo>
                    <a:pt x="1858645" y="0"/>
                  </a:lnTo>
                  <a:lnTo>
                    <a:pt x="1929130" y="0"/>
                  </a:lnTo>
                  <a:lnTo>
                    <a:pt x="1999615" y="0"/>
                  </a:lnTo>
                  <a:lnTo>
                    <a:pt x="2070735" y="20320"/>
                  </a:lnTo>
                  <a:lnTo>
                    <a:pt x="2141220" y="50165"/>
                  </a:lnTo>
                  <a:lnTo>
                    <a:pt x="2212340" y="70485"/>
                  </a:lnTo>
                  <a:lnTo>
                    <a:pt x="2282825" y="90805"/>
                  </a:lnTo>
                  <a:lnTo>
                    <a:pt x="2353310" y="100965"/>
                  </a:lnTo>
                  <a:lnTo>
                    <a:pt x="2424430" y="100965"/>
                  </a:lnTo>
                  <a:lnTo>
                    <a:pt x="2494915" y="151130"/>
                  </a:lnTo>
                  <a:lnTo>
                    <a:pt x="2565400" y="201930"/>
                  </a:lnTo>
                  <a:lnTo>
                    <a:pt x="2636520" y="262255"/>
                  </a:lnTo>
                  <a:lnTo>
                    <a:pt x="2707005" y="302895"/>
                  </a:lnTo>
                  <a:lnTo>
                    <a:pt x="2777490" y="343535"/>
                  </a:lnTo>
                  <a:lnTo>
                    <a:pt x="2848610" y="393700"/>
                  </a:lnTo>
                  <a:lnTo>
                    <a:pt x="2908935" y="464185"/>
                  </a:lnTo>
                  <a:lnTo>
                    <a:pt x="2959735" y="535305"/>
                  </a:lnTo>
                  <a:lnTo>
                    <a:pt x="2999740" y="605790"/>
                  </a:lnTo>
                  <a:lnTo>
                    <a:pt x="3060700" y="676275"/>
                  </a:lnTo>
                  <a:lnTo>
                    <a:pt x="3090545" y="747395"/>
                  </a:lnTo>
                  <a:lnTo>
                    <a:pt x="3121025" y="817880"/>
                  </a:lnTo>
                  <a:lnTo>
                    <a:pt x="3171825" y="888365"/>
                  </a:lnTo>
                  <a:lnTo>
                    <a:pt x="3201670" y="959485"/>
                  </a:lnTo>
                  <a:lnTo>
                    <a:pt x="3232150" y="1029970"/>
                  </a:lnTo>
                  <a:lnTo>
                    <a:pt x="3262630" y="1101090"/>
                  </a:lnTo>
                  <a:lnTo>
                    <a:pt x="3282950" y="1171575"/>
                  </a:lnTo>
                  <a:lnTo>
                    <a:pt x="3312795" y="1242060"/>
                  </a:lnTo>
                  <a:lnTo>
                    <a:pt x="3333115" y="1313180"/>
                  </a:lnTo>
                  <a:lnTo>
                    <a:pt x="3343275" y="1383665"/>
                  </a:lnTo>
                  <a:lnTo>
                    <a:pt x="3363595" y="1464310"/>
                  </a:lnTo>
                  <a:lnTo>
                    <a:pt x="3383915" y="1534795"/>
                  </a:lnTo>
                  <a:lnTo>
                    <a:pt x="3393440" y="1605915"/>
                  </a:lnTo>
                  <a:lnTo>
                    <a:pt x="3393440" y="1676400"/>
                  </a:lnTo>
                  <a:lnTo>
                    <a:pt x="3393440" y="1746885"/>
                  </a:lnTo>
                  <a:lnTo>
                    <a:pt x="3393440" y="1818005"/>
                  </a:lnTo>
                  <a:lnTo>
                    <a:pt x="3393440" y="1888490"/>
                  </a:lnTo>
                  <a:lnTo>
                    <a:pt x="3383915" y="1959610"/>
                  </a:lnTo>
                  <a:lnTo>
                    <a:pt x="3322955" y="2030095"/>
                  </a:lnTo>
                  <a:lnTo>
                    <a:pt x="3282950" y="2100580"/>
                  </a:lnTo>
                  <a:lnTo>
                    <a:pt x="3211830" y="2120900"/>
                  </a:lnTo>
                  <a:lnTo>
                    <a:pt x="3201670" y="2050415"/>
                  </a:lnTo>
                  <a:lnTo>
                    <a:pt x="3201670" y="1979295"/>
                  </a:lnTo>
                  <a:lnTo>
                    <a:pt x="3232150" y="1908810"/>
                  </a:lnTo>
                  <a:lnTo>
                    <a:pt x="3232150" y="1838325"/>
                  </a:lnTo>
                  <a:lnTo>
                    <a:pt x="3221990" y="1767205"/>
                  </a:lnTo>
                  <a:lnTo>
                    <a:pt x="3201670" y="1696720"/>
                  </a:lnTo>
                  <a:lnTo>
                    <a:pt x="3191510" y="1626235"/>
                  </a:lnTo>
                  <a:lnTo>
                    <a:pt x="3181350" y="1555115"/>
                  </a:lnTo>
                  <a:lnTo>
                    <a:pt x="3171825" y="1484630"/>
                  </a:lnTo>
                  <a:lnTo>
                    <a:pt x="3161665" y="1414145"/>
                  </a:lnTo>
                  <a:lnTo>
                    <a:pt x="3141345" y="1343025"/>
                  </a:lnTo>
                  <a:lnTo>
                    <a:pt x="3110865" y="1272540"/>
                  </a:lnTo>
                  <a:lnTo>
                    <a:pt x="3080385" y="1202055"/>
                  </a:lnTo>
                  <a:lnTo>
                    <a:pt x="3050540" y="1130935"/>
                  </a:lnTo>
                  <a:lnTo>
                    <a:pt x="3030220" y="1060450"/>
                  </a:lnTo>
                  <a:lnTo>
                    <a:pt x="2999740" y="989965"/>
                  </a:lnTo>
                  <a:lnTo>
                    <a:pt x="2979420" y="918845"/>
                  </a:lnTo>
                  <a:lnTo>
                    <a:pt x="2949575" y="848360"/>
                  </a:lnTo>
                  <a:lnTo>
                    <a:pt x="2919095" y="777875"/>
                  </a:lnTo>
                  <a:lnTo>
                    <a:pt x="2868295" y="706755"/>
                  </a:lnTo>
                  <a:lnTo>
                    <a:pt x="2797810" y="636270"/>
                  </a:lnTo>
                  <a:lnTo>
                    <a:pt x="2737485" y="565785"/>
                  </a:lnTo>
                  <a:lnTo>
                    <a:pt x="2676525" y="494665"/>
                  </a:lnTo>
                  <a:lnTo>
                    <a:pt x="2606040" y="434340"/>
                  </a:lnTo>
                  <a:lnTo>
                    <a:pt x="2534920" y="383540"/>
                  </a:lnTo>
                  <a:lnTo>
                    <a:pt x="2464435" y="343535"/>
                  </a:lnTo>
                  <a:lnTo>
                    <a:pt x="2393950" y="302895"/>
                  </a:lnTo>
                  <a:lnTo>
                    <a:pt x="2322830" y="272415"/>
                  </a:lnTo>
                  <a:lnTo>
                    <a:pt x="2252345" y="232410"/>
                  </a:lnTo>
                  <a:lnTo>
                    <a:pt x="2181860" y="201930"/>
                  </a:lnTo>
                  <a:lnTo>
                    <a:pt x="2110740" y="171450"/>
                  </a:lnTo>
                  <a:lnTo>
                    <a:pt x="2040255" y="161290"/>
                  </a:lnTo>
                  <a:lnTo>
                    <a:pt x="1969770" y="131445"/>
                  </a:lnTo>
                  <a:lnTo>
                    <a:pt x="1898650" y="111125"/>
                  </a:lnTo>
                  <a:lnTo>
                    <a:pt x="1828165" y="100965"/>
                  </a:lnTo>
                  <a:lnTo>
                    <a:pt x="1757680" y="90805"/>
                  </a:lnTo>
                  <a:lnTo>
                    <a:pt x="1686560" y="80645"/>
                  </a:lnTo>
                  <a:lnTo>
                    <a:pt x="1616075" y="80645"/>
                  </a:lnTo>
                  <a:lnTo>
                    <a:pt x="1545590" y="80645"/>
                  </a:lnTo>
                  <a:lnTo>
                    <a:pt x="1474470" y="100965"/>
                  </a:lnTo>
                  <a:lnTo>
                    <a:pt x="1403985" y="121285"/>
                  </a:lnTo>
                  <a:lnTo>
                    <a:pt x="1333500" y="151130"/>
                  </a:lnTo>
                  <a:lnTo>
                    <a:pt x="1262380" y="171450"/>
                  </a:lnTo>
                  <a:lnTo>
                    <a:pt x="1191895" y="181610"/>
                  </a:lnTo>
                  <a:lnTo>
                    <a:pt x="1121410" y="201930"/>
                  </a:lnTo>
                  <a:lnTo>
                    <a:pt x="1050290" y="232410"/>
                  </a:lnTo>
                  <a:lnTo>
                    <a:pt x="979805" y="252095"/>
                  </a:lnTo>
                  <a:lnTo>
                    <a:pt x="909320" y="313055"/>
                  </a:lnTo>
                  <a:lnTo>
                    <a:pt x="838200" y="363220"/>
                  </a:lnTo>
                  <a:lnTo>
                    <a:pt x="767715" y="424180"/>
                  </a:lnTo>
                  <a:lnTo>
                    <a:pt x="707390" y="494665"/>
                  </a:lnTo>
                  <a:lnTo>
                    <a:pt x="666750" y="565785"/>
                  </a:lnTo>
                  <a:lnTo>
                    <a:pt x="615950" y="636270"/>
                  </a:lnTo>
                  <a:lnTo>
                    <a:pt x="555625" y="706755"/>
                  </a:lnTo>
                  <a:lnTo>
                    <a:pt x="485140" y="747395"/>
                  </a:lnTo>
                  <a:lnTo>
                    <a:pt x="414020" y="767715"/>
                  </a:lnTo>
                  <a:lnTo>
                    <a:pt x="363855" y="838200"/>
                  </a:lnTo>
                  <a:lnTo>
                    <a:pt x="292735" y="898525"/>
                  </a:lnTo>
                  <a:lnTo>
                    <a:pt x="242570" y="969645"/>
                  </a:lnTo>
                  <a:lnTo>
                    <a:pt x="191770" y="1040130"/>
                  </a:lnTo>
                  <a:lnTo>
                    <a:pt x="131445" y="1110615"/>
                  </a:lnTo>
                  <a:lnTo>
                    <a:pt x="60960" y="1151255"/>
                  </a:lnTo>
                  <a:lnTo>
                    <a:pt x="30480" y="1080770"/>
                  </a:lnTo>
                  <a:lnTo>
                    <a:pt x="70485" y="1009650"/>
                  </a:lnTo>
                  <a:lnTo>
                    <a:pt x="141605" y="949325"/>
                  </a:lnTo>
                  <a:lnTo>
                    <a:pt x="181610" y="878840"/>
                  </a:lnTo>
                  <a:lnTo>
                    <a:pt x="252730" y="817880"/>
                  </a:lnTo>
                  <a:lnTo>
                    <a:pt x="323215" y="747395"/>
                  </a:lnTo>
                  <a:lnTo>
                    <a:pt x="384175" y="676275"/>
                  </a:lnTo>
                  <a:lnTo>
                    <a:pt x="454660" y="605790"/>
                  </a:lnTo>
                  <a:lnTo>
                    <a:pt x="504825" y="535305"/>
                  </a:lnTo>
                  <a:lnTo>
                    <a:pt x="555625" y="464185"/>
                  </a:lnTo>
                  <a:lnTo>
                    <a:pt x="615950" y="393700"/>
                  </a:lnTo>
                  <a:lnTo>
                    <a:pt x="242570" y="767715"/>
                  </a:lnTo>
                  <a:lnTo>
                    <a:pt x="20320" y="1060450"/>
                  </a:lnTo>
                  <a:lnTo>
                    <a:pt x="0" y="1060450"/>
                  </a:lnTo>
                </a:path>
              </a:pathLst>
            </a:custGeom>
            <a:solidFill>
              <a:srgbClr val="DFE8E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3" name="任意多边形 242"/>
            <p:cNvSpPr/>
            <p:nvPr/>
          </p:nvSpPr>
          <p:spPr>
            <a:xfrm>
              <a:off x="1517" y="4596"/>
              <a:ext cx="5980" cy="2290"/>
            </a:xfrm>
            <a:custGeom>
              <a:avLst/>
              <a:gdLst>
                <a:gd name="connisteX0" fmla="*/ 0 w 3797300"/>
                <a:gd name="connsiteY0" fmla="*/ 0 h 1454150"/>
                <a:gd name="connisteX1" fmla="*/ 70485 w 3797300"/>
                <a:gd name="connsiteY1" fmla="*/ 60325 h 1454150"/>
                <a:gd name="connisteX2" fmla="*/ 110490 w 3797300"/>
                <a:gd name="connsiteY2" fmla="*/ 131445 h 1454150"/>
                <a:gd name="connisteX3" fmla="*/ 120650 w 3797300"/>
                <a:gd name="connsiteY3" fmla="*/ 201930 h 1454150"/>
                <a:gd name="connisteX4" fmla="*/ 120650 w 3797300"/>
                <a:gd name="connsiteY4" fmla="*/ 272415 h 1454150"/>
                <a:gd name="connisteX5" fmla="*/ 161290 w 3797300"/>
                <a:gd name="connsiteY5" fmla="*/ 343535 h 1454150"/>
                <a:gd name="connisteX6" fmla="*/ 181610 w 3797300"/>
                <a:gd name="connsiteY6" fmla="*/ 414020 h 1454150"/>
                <a:gd name="connisteX7" fmla="*/ 212090 w 3797300"/>
                <a:gd name="connsiteY7" fmla="*/ 484505 h 1454150"/>
                <a:gd name="connisteX8" fmla="*/ 262255 w 3797300"/>
                <a:gd name="connsiteY8" fmla="*/ 555625 h 1454150"/>
                <a:gd name="connisteX9" fmla="*/ 313055 w 3797300"/>
                <a:gd name="connsiteY9" fmla="*/ 626110 h 1454150"/>
                <a:gd name="connisteX10" fmla="*/ 353060 w 3797300"/>
                <a:gd name="connsiteY10" fmla="*/ 696595 h 1454150"/>
                <a:gd name="connisteX11" fmla="*/ 403860 w 3797300"/>
                <a:gd name="connsiteY11" fmla="*/ 767715 h 1454150"/>
                <a:gd name="connisteX12" fmla="*/ 464185 w 3797300"/>
                <a:gd name="connsiteY12" fmla="*/ 838200 h 1454150"/>
                <a:gd name="connisteX13" fmla="*/ 514985 w 3797300"/>
                <a:gd name="connsiteY13" fmla="*/ 909320 h 1454150"/>
                <a:gd name="connisteX14" fmla="*/ 585470 w 3797300"/>
                <a:gd name="connsiteY14" fmla="*/ 969645 h 1454150"/>
                <a:gd name="connisteX15" fmla="*/ 655955 w 3797300"/>
                <a:gd name="connsiteY15" fmla="*/ 1040130 h 1454150"/>
                <a:gd name="connisteX16" fmla="*/ 716915 w 3797300"/>
                <a:gd name="connsiteY16" fmla="*/ 1111250 h 1454150"/>
                <a:gd name="connisteX17" fmla="*/ 787400 w 3797300"/>
                <a:gd name="connsiteY17" fmla="*/ 1141095 h 1454150"/>
                <a:gd name="connisteX18" fmla="*/ 858520 w 3797300"/>
                <a:gd name="connsiteY18" fmla="*/ 1191895 h 1454150"/>
                <a:gd name="connisteX19" fmla="*/ 929005 w 3797300"/>
                <a:gd name="connsiteY19" fmla="*/ 1222375 h 1454150"/>
                <a:gd name="connisteX20" fmla="*/ 999490 w 3797300"/>
                <a:gd name="connsiteY20" fmla="*/ 1252220 h 1454150"/>
                <a:gd name="connisteX21" fmla="*/ 1070610 w 3797300"/>
                <a:gd name="connsiteY21" fmla="*/ 1313180 h 1454150"/>
                <a:gd name="connisteX22" fmla="*/ 1141095 w 3797300"/>
                <a:gd name="connsiteY22" fmla="*/ 1353185 h 1454150"/>
                <a:gd name="connisteX23" fmla="*/ 1211580 w 3797300"/>
                <a:gd name="connsiteY23" fmla="*/ 1373505 h 1454150"/>
                <a:gd name="connisteX24" fmla="*/ 1282700 w 3797300"/>
                <a:gd name="connsiteY24" fmla="*/ 1383665 h 1454150"/>
                <a:gd name="connisteX25" fmla="*/ 1363345 w 3797300"/>
                <a:gd name="connsiteY25" fmla="*/ 1403985 h 1454150"/>
                <a:gd name="connisteX26" fmla="*/ 1433830 w 3797300"/>
                <a:gd name="connsiteY26" fmla="*/ 1414145 h 1454150"/>
                <a:gd name="connisteX27" fmla="*/ 1504315 w 3797300"/>
                <a:gd name="connsiteY27" fmla="*/ 1434465 h 1454150"/>
                <a:gd name="connisteX28" fmla="*/ 1575435 w 3797300"/>
                <a:gd name="connsiteY28" fmla="*/ 1434465 h 1454150"/>
                <a:gd name="connisteX29" fmla="*/ 1645920 w 3797300"/>
                <a:gd name="connsiteY29" fmla="*/ 1454150 h 1454150"/>
                <a:gd name="connisteX30" fmla="*/ 1726565 w 3797300"/>
                <a:gd name="connsiteY30" fmla="*/ 1454150 h 1454150"/>
                <a:gd name="connisteX31" fmla="*/ 1797685 w 3797300"/>
                <a:gd name="connsiteY31" fmla="*/ 1454150 h 1454150"/>
                <a:gd name="connisteX32" fmla="*/ 1868170 w 3797300"/>
                <a:gd name="connsiteY32" fmla="*/ 1454150 h 1454150"/>
                <a:gd name="connisteX33" fmla="*/ 1938655 w 3797300"/>
                <a:gd name="connsiteY33" fmla="*/ 1454150 h 1454150"/>
                <a:gd name="connisteX34" fmla="*/ 2009775 w 3797300"/>
                <a:gd name="connsiteY34" fmla="*/ 1454150 h 1454150"/>
                <a:gd name="connisteX35" fmla="*/ 2080260 w 3797300"/>
                <a:gd name="connsiteY35" fmla="*/ 1444625 h 1454150"/>
                <a:gd name="connisteX36" fmla="*/ 2150745 w 3797300"/>
                <a:gd name="connsiteY36" fmla="*/ 1424305 h 1454150"/>
                <a:gd name="connisteX37" fmla="*/ 2221865 w 3797300"/>
                <a:gd name="connsiteY37" fmla="*/ 1403985 h 1454150"/>
                <a:gd name="connisteX38" fmla="*/ 2292350 w 3797300"/>
                <a:gd name="connsiteY38" fmla="*/ 1363345 h 1454150"/>
                <a:gd name="connisteX39" fmla="*/ 2362835 w 3797300"/>
                <a:gd name="connsiteY39" fmla="*/ 1343025 h 1454150"/>
                <a:gd name="connisteX40" fmla="*/ 2433955 w 3797300"/>
                <a:gd name="connsiteY40" fmla="*/ 1343025 h 1454150"/>
                <a:gd name="connisteX41" fmla="*/ 2504440 w 3797300"/>
                <a:gd name="connsiteY41" fmla="*/ 1303020 h 1454150"/>
                <a:gd name="connisteX42" fmla="*/ 2574925 w 3797300"/>
                <a:gd name="connsiteY42" fmla="*/ 1262380 h 1454150"/>
                <a:gd name="connisteX43" fmla="*/ 2635885 w 3797300"/>
                <a:gd name="connsiteY43" fmla="*/ 1191895 h 1454150"/>
                <a:gd name="connisteX44" fmla="*/ 2706370 w 3797300"/>
                <a:gd name="connsiteY44" fmla="*/ 1151255 h 1454150"/>
                <a:gd name="connisteX45" fmla="*/ 2757170 w 3797300"/>
                <a:gd name="connsiteY45" fmla="*/ 1080770 h 1454150"/>
                <a:gd name="connisteX46" fmla="*/ 2807335 w 3797300"/>
                <a:gd name="connsiteY46" fmla="*/ 1010285 h 1454150"/>
                <a:gd name="connisteX47" fmla="*/ 2878455 w 3797300"/>
                <a:gd name="connsiteY47" fmla="*/ 949325 h 1454150"/>
                <a:gd name="connisteX48" fmla="*/ 2938780 w 3797300"/>
                <a:gd name="connsiteY48" fmla="*/ 878840 h 1454150"/>
                <a:gd name="connisteX49" fmla="*/ 3009265 w 3797300"/>
                <a:gd name="connsiteY49" fmla="*/ 817880 h 1454150"/>
                <a:gd name="connisteX50" fmla="*/ 3080385 w 3797300"/>
                <a:gd name="connsiteY50" fmla="*/ 798195 h 1454150"/>
                <a:gd name="connisteX51" fmla="*/ 3150870 w 3797300"/>
                <a:gd name="connsiteY51" fmla="*/ 798195 h 1454150"/>
                <a:gd name="connisteX52" fmla="*/ 3231515 w 3797300"/>
                <a:gd name="connsiteY52" fmla="*/ 807720 h 1454150"/>
                <a:gd name="connisteX53" fmla="*/ 3302635 w 3797300"/>
                <a:gd name="connsiteY53" fmla="*/ 838200 h 1454150"/>
                <a:gd name="connisteX54" fmla="*/ 3373120 w 3797300"/>
                <a:gd name="connsiteY54" fmla="*/ 868680 h 1454150"/>
                <a:gd name="connisteX55" fmla="*/ 3443605 w 3797300"/>
                <a:gd name="connsiteY55" fmla="*/ 909320 h 1454150"/>
                <a:gd name="connisteX56" fmla="*/ 3514725 w 3797300"/>
                <a:gd name="connsiteY56" fmla="*/ 949325 h 1454150"/>
                <a:gd name="connisteX57" fmla="*/ 3585210 w 3797300"/>
                <a:gd name="connsiteY57" fmla="*/ 979805 h 1454150"/>
                <a:gd name="connisteX58" fmla="*/ 3655695 w 3797300"/>
                <a:gd name="connsiteY58" fmla="*/ 1000125 h 1454150"/>
                <a:gd name="connisteX59" fmla="*/ 3726815 w 3797300"/>
                <a:gd name="connsiteY59" fmla="*/ 1019810 h 1454150"/>
                <a:gd name="connisteX60" fmla="*/ 3797300 w 3797300"/>
                <a:gd name="connsiteY60" fmla="*/ 1029970 h 1454150"/>
                <a:gd name="connisteX61" fmla="*/ 3756660 w 3797300"/>
                <a:gd name="connsiteY61" fmla="*/ 959485 h 1454150"/>
                <a:gd name="connisteX62" fmla="*/ 3686175 w 3797300"/>
                <a:gd name="connsiteY62" fmla="*/ 899160 h 1454150"/>
                <a:gd name="connisteX63" fmla="*/ 3615690 w 3797300"/>
                <a:gd name="connsiteY63" fmla="*/ 848360 h 1454150"/>
                <a:gd name="connisteX64" fmla="*/ 3544570 w 3797300"/>
                <a:gd name="connsiteY64" fmla="*/ 848360 h 1454150"/>
                <a:gd name="connisteX65" fmla="*/ 3474085 w 3797300"/>
                <a:gd name="connsiteY65" fmla="*/ 798195 h 1454150"/>
                <a:gd name="connisteX66" fmla="*/ 3403600 w 3797300"/>
                <a:gd name="connsiteY66" fmla="*/ 747395 h 1454150"/>
                <a:gd name="connisteX67" fmla="*/ 3332480 w 3797300"/>
                <a:gd name="connsiteY67" fmla="*/ 716915 h 1454150"/>
                <a:gd name="connisteX68" fmla="*/ 3261995 w 3797300"/>
                <a:gd name="connsiteY68" fmla="*/ 696595 h 1454150"/>
                <a:gd name="connisteX69" fmla="*/ 3191510 w 3797300"/>
                <a:gd name="connsiteY69" fmla="*/ 666750 h 1454150"/>
                <a:gd name="connisteX70" fmla="*/ 3120390 w 3797300"/>
                <a:gd name="connsiteY70" fmla="*/ 646430 h 1454150"/>
                <a:gd name="connisteX71" fmla="*/ 3049905 w 3797300"/>
                <a:gd name="connsiteY71" fmla="*/ 687070 h 1454150"/>
                <a:gd name="connisteX72" fmla="*/ 2979420 w 3797300"/>
                <a:gd name="connsiteY72" fmla="*/ 747395 h 1454150"/>
                <a:gd name="connisteX73" fmla="*/ 2908300 w 3797300"/>
                <a:gd name="connsiteY73" fmla="*/ 788035 h 1454150"/>
                <a:gd name="connisteX74" fmla="*/ 2837815 w 3797300"/>
                <a:gd name="connsiteY74" fmla="*/ 828040 h 1454150"/>
                <a:gd name="connisteX75" fmla="*/ 2767330 w 3797300"/>
                <a:gd name="connsiteY75" fmla="*/ 889000 h 1454150"/>
                <a:gd name="connisteX76" fmla="*/ 2696210 w 3797300"/>
                <a:gd name="connsiteY76" fmla="*/ 949325 h 1454150"/>
                <a:gd name="connisteX77" fmla="*/ 2625725 w 3797300"/>
                <a:gd name="connsiteY77" fmla="*/ 1010285 h 1454150"/>
                <a:gd name="connisteX78" fmla="*/ 2565400 w 3797300"/>
                <a:gd name="connsiteY78" fmla="*/ 1080770 h 1454150"/>
                <a:gd name="connisteX79" fmla="*/ 2494280 w 3797300"/>
                <a:gd name="connsiteY79" fmla="*/ 1121410 h 1454150"/>
                <a:gd name="connisteX80" fmla="*/ 2423795 w 3797300"/>
                <a:gd name="connsiteY80" fmla="*/ 1171575 h 1454150"/>
                <a:gd name="connisteX81" fmla="*/ 2353310 w 3797300"/>
                <a:gd name="connsiteY81" fmla="*/ 1222375 h 1454150"/>
                <a:gd name="connisteX82" fmla="*/ 2282190 w 3797300"/>
                <a:gd name="connsiteY82" fmla="*/ 1252220 h 1454150"/>
                <a:gd name="connisteX83" fmla="*/ 2211705 w 3797300"/>
                <a:gd name="connsiteY83" fmla="*/ 1282700 h 1454150"/>
                <a:gd name="connisteX84" fmla="*/ 2141220 w 3797300"/>
                <a:gd name="connsiteY84" fmla="*/ 1303020 h 1454150"/>
                <a:gd name="connisteX85" fmla="*/ 2070100 w 3797300"/>
                <a:gd name="connsiteY85" fmla="*/ 1333500 h 1454150"/>
                <a:gd name="connisteX86" fmla="*/ 1999615 w 3797300"/>
                <a:gd name="connsiteY86" fmla="*/ 1353185 h 1454150"/>
                <a:gd name="connisteX87" fmla="*/ 1929130 w 3797300"/>
                <a:gd name="connsiteY87" fmla="*/ 1373505 h 1454150"/>
                <a:gd name="connisteX88" fmla="*/ 1847850 w 3797300"/>
                <a:gd name="connsiteY88" fmla="*/ 1383665 h 1454150"/>
                <a:gd name="connisteX89" fmla="*/ 1777365 w 3797300"/>
                <a:gd name="connsiteY89" fmla="*/ 1383665 h 1454150"/>
                <a:gd name="connisteX90" fmla="*/ 1706880 w 3797300"/>
                <a:gd name="connsiteY90" fmla="*/ 1383665 h 1454150"/>
                <a:gd name="connisteX91" fmla="*/ 1635760 w 3797300"/>
                <a:gd name="connsiteY91" fmla="*/ 1383665 h 1454150"/>
                <a:gd name="connisteX92" fmla="*/ 1565275 w 3797300"/>
                <a:gd name="connsiteY92" fmla="*/ 1383665 h 1454150"/>
                <a:gd name="connisteX93" fmla="*/ 1494790 w 3797300"/>
                <a:gd name="connsiteY93" fmla="*/ 1383665 h 1454150"/>
                <a:gd name="connisteX94" fmla="*/ 1423670 w 3797300"/>
                <a:gd name="connsiteY94" fmla="*/ 1363345 h 1454150"/>
                <a:gd name="connisteX95" fmla="*/ 1353185 w 3797300"/>
                <a:gd name="connsiteY95" fmla="*/ 1343025 h 1454150"/>
                <a:gd name="connisteX96" fmla="*/ 1282700 w 3797300"/>
                <a:gd name="connsiteY96" fmla="*/ 1313180 h 1454150"/>
                <a:gd name="connisteX97" fmla="*/ 1211580 w 3797300"/>
                <a:gd name="connsiteY97" fmla="*/ 1303020 h 1454150"/>
                <a:gd name="connisteX98" fmla="*/ 1141095 w 3797300"/>
                <a:gd name="connsiteY98" fmla="*/ 1272540 h 1454150"/>
                <a:gd name="connisteX99" fmla="*/ 1070610 w 3797300"/>
                <a:gd name="connsiteY99" fmla="*/ 1262380 h 1454150"/>
                <a:gd name="connisteX100" fmla="*/ 999490 w 3797300"/>
                <a:gd name="connsiteY100" fmla="*/ 1222375 h 1454150"/>
                <a:gd name="connisteX101" fmla="*/ 929005 w 3797300"/>
                <a:gd name="connsiteY101" fmla="*/ 1191895 h 1454150"/>
                <a:gd name="connisteX102" fmla="*/ 858520 w 3797300"/>
                <a:gd name="connsiteY102" fmla="*/ 1141095 h 1454150"/>
                <a:gd name="connisteX103" fmla="*/ 787400 w 3797300"/>
                <a:gd name="connsiteY103" fmla="*/ 1101090 h 1454150"/>
                <a:gd name="connisteX104" fmla="*/ 716915 w 3797300"/>
                <a:gd name="connsiteY104" fmla="*/ 1040130 h 1454150"/>
                <a:gd name="connisteX105" fmla="*/ 696595 w 3797300"/>
                <a:gd name="connsiteY105" fmla="*/ 969645 h 1454150"/>
                <a:gd name="connisteX106" fmla="*/ 636270 w 3797300"/>
                <a:gd name="connsiteY106" fmla="*/ 899160 h 1454150"/>
                <a:gd name="connisteX107" fmla="*/ 575310 w 3797300"/>
                <a:gd name="connsiteY107" fmla="*/ 828040 h 1454150"/>
                <a:gd name="connisteX108" fmla="*/ 544830 w 3797300"/>
                <a:gd name="connsiteY108" fmla="*/ 757555 h 1454150"/>
                <a:gd name="connisteX109" fmla="*/ 504825 w 3797300"/>
                <a:gd name="connsiteY109" fmla="*/ 687070 h 1454150"/>
                <a:gd name="connisteX110" fmla="*/ 464185 w 3797300"/>
                <a:gd name="connsiteY110" fmla="*/ 615950 h 1454150"/>
                <a:gd name="connisteX111" fmla="*/ 443865 w 3797300"/>
                <a:gd name="connsiteY111" fmla="*/ 545465 h 1454150"/>
                <a:gd name="connisteX112" fmla="*/ 373380 w 3797300"/>
                <a:gd name="connsiteY112" fmla="*/ 494665 h 1454150"/>
                <a:gd name="connisteX113" fmla="*/ 332740 w 3797300"/>
                <a:gd name="connsiteY113" fmla="*/ 424180 h 1454150"/>
                <a:gd name="connisteX114" fmla="*/ 282575 w 3797300"/>
                <a:gd name="connsiteY114" fmla="*/ 353695 h 1454150"/>
                <a:gd name="connisteX115" fmla="*/ 262255 w 3797300"/>
                <a:gd name="connsiteY115" fmla="*/ 282575 h 1454150"/>
                <a:gd name="connisteX116" fmla="*/ 252095 w 3797300"/>
                <a:gd name="connsiteY116" fmla="*/ 212090 h 1454150"/>
                <a:gd name="connisteX117" fmla="*/ 221615 w 3797300"/>
                <a:gd name="connsiteY117" fmla="*/ 141605 h 1454150"/>
                <a:gd name="connisteX118" fmla="*/ 181610 w 3797300"/>
                <a:gd name="connsiteY118" fmla="*/ 70485 h 1454150"/>
                <a:gd name="connisteX119" fmla="*/ 110490 w 3797300"/>
                <a:gd name="connsiteY119" fmla="*/ 50800 h 1454150"/>
                <a:gd name="connisteX120" fmla="*/ 40005 w 3797300"/>
                <a:gd name="connsiteY120" fmla="*/ 10160 h 1454150"/>
                <a:gd name="connisteX121" fmla="*/ 0 w 3797300"/>
                <a:gd name="connsiteY121" fmla="*/ 0 h 14541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 ang="0">
                  <a:pos x="connisteX87" y="connsiteY87"/>
                </a:cxn>
                <a:cxn ang="0">
                  <a:pos x="connisteX88" y="connsiteY88"/>
                </a:cxn>
                <a:cxn ang="0">
                  <a:pos x="connisteX89" y="connsiteY89"/>
                </a:cxn>
                <a:cxn ang="0">
                  <a:pos x="connisteX90" y="connsiteY90"/>
                </a:cxn>
                <a:cxn ang="0">
                  <a:pos x="connisteX91" y="connsiteY91"/>
                </a:cxn>
                <a:cxn ang="0">
                  <a:pos x="connisteX92" y="connsiteY92"/>
                </a:cxn>
                <a:cxn ang="0">
                  <a:pos x="connisteX93" y="connsiteY93"/>
                </a:cxn>
                <a:cxn ang="0">
                  <a:pos x="connisteX94" y="connsiteY94"/>
                </a:cxn>
                <a:cxn ang="0">
                  <a:pos x="connisteX95" y="connsiteY95"/>
                </a:cxn>
                <a:cxn ang="0">
                  <a:pos x="connisteX96" y="connsiteY96"/>
                </a:cxn>
                <a:cxn ang="0">
                  <a:pos x="connisteX97" y="connsiteY97"/>
                </a:cxn>
                <a:cxn ang="0">
                  <a:pos x="connisteX98" y="connsiteY98"/>
                </a:cxn>
                <a:cxn ang="0">
                  <a:pos x="connisteX99" y="connsiteY99"/>
                </a:cxn>
                <a:cxn ang="0">
                  <a:pos x="connisteX100" y="connsiteY100"/>
                </a:cxn>
                <a:cxn ang="0">
                  <a:pos x="connisteX101" y="connsiteY101"/>
                </a:cxn>
                <a:cxn ang="0">
                  <a:pos x="connisteX102" y="connsiteY102"/>
                </a:cxn>
                <a:cxn ang="0">
                  <a:pos x="connisteX103" y="connsiteY103"/>
                </a:cxn>
                <a:cxn ang="0">
                  <a:pos x="connisteX104" y="connsiteY104"/>
                </a:cxn>
                <a:cxn ang="0">
                  <a:pos x="connisteX105" y="connsiteY105"/>
                </a:cxn>
                <a:cxn ang="0">
                  <a:pos x="connisteX106" y="connsiteY106"/>
                </a:cxn>
                <a:cxn ang="0">
                  <a:pos x="connisteX107" y="connsiteY107"/>
                </a:cxn>
                <a:cxn ang="0">
                  <a:pos x="connisteX108" y="connsiteY108"/>
                </a:cxn>
                <a:cxn ang="0">
                  <a:pos x="connisteX109" y="connsiteY109"/>
                </a:cxn>
                <a:cxn ang="0">
                  <a:pos x="connisteX110" y="connsiteY110"/>
                </a:cxn>
                <a:cxn ang="0">
                  <a:pos x="connisteX111" y="connsiteY111"/>
                </a:cxn>
                <a:cxn ang="0">
                  <a:pos x="connisteX112" y="connsiteY112"/>
                </a:cxn>
                <a:cxn ang="0">
                  <a:pos x="connisteX113" y="connsiteY113"/>
                </a:cxn>
                <a:cxn ang="0">
                  <a:pos x="connisteX114" y="connsiteY114"/>
                </a:cxn>
                <a:cxn ang="0">
                  <a:pos x="connisteX115" y="connsiteY115"/>
                </a:cxn>
                <a:cxn ang="0">
                  <a:pos x="connisteX116" y="connsiteY116"/>
                </a:cxn>
                <a:cxn ang="0">
                  <a:pos x="connisteX117" y="connsiteY117"/>
                </a:cxn>
                <a:cxn ang="0">
                  <a:pos x="connisteX118" y="connsiteY118"/>
                </a:cxn>
                <a:cxn ang="0">
                  <a:pos x="connisteX119" y="connsiteY119"/>
                </a:cxn>
                <a:cxn ang="0">
                  <a:pos x="connisteX120" y="connsiteY120"/>
                </a:cxn>
                <a:cxn ang="0">
                  <a:pos x="connisteX121" y="connsiteY121"/>
                </a:cxn>
              </a:cxnLst>
              <a:rect l="l" t="t" r="r" b="b"/>
              <a:pathLst>
                <a:path w="3797300" h="1454150">
                  <a:moveTo>
                    <a:pt x="0" y="0"/>
                  </a:moveTo>
                  <a:lnTo>
                    <a:pt x="70485" y="60325"/>
                  </a:lnTo>
                  <a:lnTo>
                    <a:pt x="110490" y="131445"/>
                  </a:lnTo>
                  <a:lnTo>
                    <a:pt x="120650" y="201930"/>
                  </a:lnTo>
                  <a:lnTo>
                    <a:pt x="120650" y="272415"/>
                  </a:lnTo>
                  <a:lnTo>
                    <a:pt x="161290" y="343535"/>
                  </a:lnTo>
                  <a:lnTo>
                    <a:pt x="181610" y="414020"/>
                  </a:lnTo>
                  <a:lnTo>
                    <a:pt x="212090" y="484505"/>
                  </a:lnTo>
                  <a:lnTo>
                    <a:pt x="262255" y="555625"/>
                  </a:lnTo>
                  <a:lnTo>
                    <a:pt x="313055" y="626110"/>
                  </a:lnTo>
                  <a:lnTo>
                    <a:pt x="353060" y="696595"/>
                  </a:lnTo>
                  <a:lnTo>
                    <a:pt x="403860" y="767715"/>
                  </a:lnTo>
                  <a:lnTo>
                    <a:pt x="464185" y="838200"/>
                  </a:lnTo>
                  <a:lnTo>
                    <a:pt x="514985" y="909320"/>
                  </a:lnTo>
                  <a:lnTo>
                    <a:pt x="585470" y="969645"/>
                  </a:lnTo>
                  <a:lnTo>
                    <a:pt x="655955" y="1040130"/>
                  </a:lnTo>
                  <a:lnTo>
                    <a:pt x="716915" y="1111250"/>
                  </a:lnTo>
                  <a:lnTo>
                    <a:pt x="787400" y="1141095"/>
                  </a:lnTo>
                  <a:lnTo>
                    <a:pt x="858520" y="1191895"/>
                  </a:lnTo>
                  <a:lnTo>
                    <a:pt x="929005" y="1222375"/>
                  </a:lnTo>
                  <a:lnTo>
                    <a:pt x="999490" y="1252220"/>
                  </a:lnTo>
                  <a:lnTo>
                    <a:pt x="1070610" y="1313180"/>
                  </a:lnTo>
                  <a:lnTo>
                    <a:pt x="1141095" y="1353185"/>
                  </a:lnTo>
                  <a:lnTo>
                    <a:pt x="1211580" y="1373505"/>
                  </a:lnTo>
                  <a:lnTo>
                    <a:pt x="1282700" y="1383665"/>
                  </a:lnTo>
                  <a:lnTo>
                    <a:pt x="1363345" y="1403985"/>
                  </a:lnTo>
                  <a:lnTo>
                    <a:pt x="1433830" y="1414145"/>
                  </a:lnTo>
                  <a:lnTo>
                    <a:pt x="1504315" y="1434465"/>
                  </a:lnTo>
                  <a:lnTo>
                    <a:pt x="1575435" y="1434465"/>
                  </a:lnTo>
                  <a:lnTo>
                    <a:pt x="1645920" y="1454150"/>
                  </a:lnTo>
                  <a:lnTo>
                    <a:pt x="1726565" y="1454150"/>
                  </a:lnTo>
                  <a:lnTo>
                    <a:pt x="1797685" y="1454150"/>
                  </a:lnTo>
                  <a:lnTo>
                    <a:pt x="1868170" y="1454150"/>
                  </a:lnTo>
                  <a:lnTo>
                    <a:pt x="1938655" y="1454150"/>
                  </a:lnTo>
                  <a:lnTo>
                    <a:pt x="2009775" y="1454150"/>
                  </a:lnTo>
                  <a:lnTo>
                    <a:pt x="2080260" y="1444625"/>
                  </a:lnTo>
                  <a:lnTo>
                    <a:pt x="2150745" y="1424305"/>
                  </a:lnTo>
                  <a:lnTo>
                    <a:pt x="2221865" y="1403985"/>
                  </a:lnTo>
                  <a:lnTo>
                    <a:pt x="2292350" y="1363345"/>
                  </a:lnTo>
                  <a:lnTo>
                    <a:pt x="2362835" y="1343025"/>
                  </a:lnTo>
                  <a:lnTo>
                    <a:pt x="2433955" y="1343025"/>
                  </a:lnTo>
                  <a:lnTo>
                    <a:pt x="2504440" y="1303020"/>
                  </a:lnTo>
                  <a:lnTo>
                    <a:pt x="2574925" y="1262380"/>
                  </a:lnTo>
                  <a:lnTo>
                    <a:pt x="2635885" y="1191895"/>
                  </a:lnTo>
                  <a:lnTo>
                    <a:pt x="2706370" y="1151255"/>
                  </a:lnTo>
                  <a:lnTo>
                    <a:pt x="2757170" y="1080770"/>
                  </a:lnTo>
                  <a:lnTo>
                    <a:pt x="2807335" y="1010285"/>
                  </a:lnTo>
                  <a:lnTo>
                    <a:pt x="2878455" y="949325"/>
                  </a:lnTo>
                  <a:lnTo>
                    <a:pt x="2938780" y="878840"/>
                  </a:lnTo>
                  <a:lnTo>
                    <a:pt x="3009265" y="817880"/>
                  </a:lnTo>
                  <a:lnTo>
                    <a:pt x="3080385" y="798195"/>
                  </a:lnTo>
                  <a:lnTo>
                    <a:pt x="3150870" y="798195"/>
                  </a:lnTo>
                  <a:lnTo>
                    <a:pt x="3231515" y="807720"/>
                  </a:lnTo>
                  <a:lnTo>
                    <a:pt x="3302635" y="838200"/>
                  </a:lnTo>
                  <a:lnTo>
                    <a:pt x="3373120" y="868680"/>
                  </a:lnTo>
                  <a:lnTo>
                    <a:pt x="3443605" y="909320"/>
                  </a:lnTo>
                  <a:lnTo>
                    <a:pt x="3514725" y="949325"/>
                  </a:lnTo>
                  <a:lnTo>
                    <a:pt x="3585210" y="979805"/>
                  </a:lnTo>
                  <a:lnTo>
                    <a:pt x="3655695" y="1000125"/>
                  </a:lnTo>
                  <a:lnTo>
                    <a:pt x="3726815" y="1019810"/>
                  </a:lnTo>
                  <a:lnTo>
                    <a:pt x="3797300" y="1029970"/>
                  </a:lnTo>
                  <a:lnTo>
                    <a:pt x="3756660" y="959485"/>
                  </a:lnTo>
                  <a:lnTo>
                    <a:pt x="3686175" y="899160"/>
                  </a:lnTo>
                  <a:lnTo>
                    <a:pt x="3615690" y="848360"/>
                  </a:lnTo>
                  <a:lnTo>
                    <a:pt x="3544570" y="848360"/>
                  </a:lnTo>
                  <a:lnTo>
                    <a:pt x="3474085" y="798195"/>
                  </a:lnTo>
                  <a:lnTo>
                    <a:pt x="3403600" y="747395"/>
                  </a:lnTo>
                  <a:lnTo>
                    <a:pt x="3332480" y="716915"/>
                  </a:lnTo>
                  <a:lnTo>
                    <a:pt x="3261995" y="696595"/>
                  </a:lnTo>
                  <a:lnTo>
                    <a:pt x="3191510" y="666750"/>
                  </a:lnTo>
                  <a:lnTo>
                    <a:pt x="3120390" y="646430"/>
                  </a:lnTo>
                  <a:lnTo>
                    <a:pt x="3049905" y="687070"/>
                  </a:lnTo>
                  <a:lnTo>
                    <a:pt x="2979420" y="747395"/>
                  </a:lnTo>
                  <a:lnTo>
                    <a:pt x="2908300" y="788035"/>
                  </a:lnTo>
                  <a:lnTo>
                    <a:pt x="2837815" y="828040"/>
                  </a:lnTo>
                  <a:lnTo>
                    <a:pt x="2767330" y="889000"/>
                  </a:lnTo>
                  <a:lnTo>
                    <a:pt x="2696210" y="949325"/>
                  </a:lnTo>
                  <a:lnTo>
                    <a:pt x="2625725" y="1010285"/>
                  </a:lnTo>
                  <a:lnTo>
                    <a:pt x="2565400" y="1080770"/>
                  </a:lnTo>
                  <a:lnTo>
                    <a:pt x="2494280" y="1121410"/>
                  </a:lnTo>
                  <a:lnTo>
                    <a:pt x="2423795" y="1171575"/>
                  </a:lnTo>
                  <a:lnTo>
                    <a:pt x="2353310" y="1222375"/>
                  </a:lnTo>
                  <a:lnTo>
                    <a:pt x="2282190" y="1252220"/>
                  </a:lnTo>
                  <a:lnTo>
                    <a:pt x="2211705" y="1282700"/>
                  </a:lnTo>
                  <a:lnTo>
                    <a:pt x="2141220" y="1303020"/>
                  </a:lnTo>
                  <a:lnTo>
                    <a:pt x="2070100" y="1333500"/>
                  </a:lnTo>
                  <a:lnTo>
                    <a:pt x="1999615" y="1353185"/>
                  </a:lnTo>
                  <a:lnTo>
                    <a:pt x="1929130" y="1373505"/>
                  </a:lnTo>
                  <a:lnTo>
                    <a:pt x="1847850" y="1383665"/>
                  </a:lnTo>
                  <a:lnTo>
                    <a:pt x="1777365" y="1383665"/>
                  </a:lnTo>
                  <a:lnTo>
                    <a:pt x="1706880" y="1383665"/>
                  </a:lnTo>
                  <a:lnTo>
                    <a:pt x="1635760" y="1383665"/>
                  </a:lnTo>
                  <a:lnTo>
                    <a:pt x="1565275" y="1383665"/>
                  </a:lnTo>
                  <a:lnTo>
                    <a:pt x="1494790" y="1383665"/>
                  </a:lnTo>
                  <a:lnTo>
                    <a:pt x="1423670" y="1363345"/>
                  </a:lnTo>
                  <a:lnTo>
                    <a:pt x="1353185" y="1343025"/>
                  </a:lnTo>
                  <a:lnTo>
                    <a:pt x="1282700" y="1313180"/>
                  </a:lnTo>
                  <a:lnTo>
                    <a:pt x="1211580" y="1303020"/>
                  </a:lnTo>
                  <a:lnTo>
                    <a:pt x="1141095" y="1272540"/>
                  </a:lnTo>
                  <a:lnTo>
                    <a:pt x="1070610" y="1262380"/>
                  </a:lnTo>
                  <a:lnTo>
                    <a:pt x="999490" y="1222375"/>
                  </a:lnTo>
                  <a:lnTo>
                    <a:pt x="929005" y="1191895"/>
                  </a:lnTo>
                  <a:lnTo>
                    <a:pt x="858520" y="1141095"/>
                  </a:lnTo>
                  <a:lnTo>
                    <a:pt x="787400" y="1101090"/>
                  </a:lnTo>
                  <a:lnTo>
                    <a:pt x="716915" y="1040130"/>
                  </a:lnTo>
                  <a:lnTo>
                    <a:pt x="696595" y="969645"/>
                  </a:lnTo>
                  <a:lnTo>
                    <a:pt x="636270" y="899160"/>
                  </a:lnTo>
                  <a:lnTo>
                    <a:pt x="575310" y="828040"/>
                  </a:lnTo>
                  <a:lnTo>
                    <a:pt x="544830" y="757555"/>
                  </a:lnTo>
                  <a:lnTo>
                    <a:pt x="504825" y="687070"/>
                  </a:lnTo>
                  <a:lnTo>
                    <a:pt x="464185" y="615950"/>
                  </a:lnTo>
                  <a:lnTo>
                    <a:pt x="443865" y="545465"/>
                  </a:lnTo>
                  <a:lnTo>
                    <a:pt x="373380" y="494665"/>
                  </a:lnTo>
                  <a:lnTo>
                    <a:pt x="332740" y="424180"/>
                  </a:lnTo>
                  <a:lnTo>
                    <a:pt x="282575" y="353695"/>
                  </a:lnTo>
                  <a:lnTo>
                    <a:pt x="262255" y="282575"/>
                  </a:lnTo>
                  <a:lnTo>
                    <a:pt x="252095" y="212090"/>
                  </a:lnTo>
                  <a:lnTo>
                    <a:pt x="221615" y="141605"/>
                  </a:lnTo>
                  <a:lnTo>
                    <a:pt x="181610" y="70485"/>
                  </a:lnTo>
                  <a:lnTo>
                    <a:pt x="110490" y="50800"/>
                  </a:lnTo>
                  <a:lnTo>
                    <a:pt x="40005" y="10160"/>
                  </a:lnTo>
                  <a:lnTo>
                    <a:pt x="0" y="0"/>
                  </a:lnTo>
                  <a:close/>
                </a:path>
              </a:pathLst>
            </a:custGeom>
            <a:solidFill>
              <a:srgbClr val="DFE8E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4" name="任意多边形 243"/>
            <p:cNvSpPr/>
            <p:nvPr/>
          </p:nvSpPr>
          <p:spPr>
            <a:xfrm>
              <a:off x="2980" y="2099"/>
              <a:ext cx="3101" cy="1845"/>
            </a:xfrm>
            <a:custGeom>
              <a:avLst/>
              <a:gdLst>
                <a:gd name="connisteX0" fmla="*/ 131445 w 1969135"/>
                <a:gd name="connsiteY0" fmla="*/ 191770 h 1171575"/>
                <a:gd name="connisteX1" fmla="*/ 171450 w 1969135"/>
                <a:gd name="connsiteY1" fmla="*/ 121285 h 1171575"/>
                <a:gd name="connisteX2" fmla="*/ 242570 w 1969135"/>
                <a:gd name="connsiteY2" fmla="*/ 111125 h 1171575"/>
                <a:gd name="connisteX3" fmla="*/ 313055 w 1969135"/>
                <a:gd name="connsiteY3" fmla="*/ 111125 h 1171575"/>
                <a:gd name="connisteX4" fmla="*/ 383540 w 1969135"/>
                <a:gd name="connsiteY4" fmla="*/ 50165 h 1171575"/>
                <a:gd name="connisteX5" fmla="*/ 454660 w 1969135"/>
                <a:gd name="connsiteY5" fmla="*/ 10160 h 1171575"/>
                <a:gd name="connisteX6" fmla="*/ 525145 w 1969135"/>
                <a:gd name="connsiteY6" fmla="*/ 10160 h 1171575"/>
                <a:gd name="connisteX7" fmla="*/ 595630 w 1969135"/>
                <a:gd name="connsiteY7" fmla="*/ 10160 h 1171575"/>
                <a:gd name="connisteX8" fmla="*/ 666750 w 1969135"/>
                <a:gd name="connsiteY8" fmla="*/ 10160 h 1171575"/>
                <a:gd name="connisteX9" fmla="*/ 737235 w 1969135"/>
                <a:gd name="connsiteY9" fmla="*/ 10160 h 1171575"/>
                <a:gd name="connisteX10" fmla="*/ 807720 w 1969135"/>
                <a:gd name="connsiteY10" fmla="*/ 0 h 1171575"/>
                <a:gd name="connisteX11" fmla="*/ 889000 w 1969135"/>
                <a:gd name="connsiteY11" fmla="*/ 0 h 1171575"/>
                <a:gd name="connisteX12" fmla="*/ 959485 w 1969135"/>
                <a:gd name="connsiteY12" fmla="*/ 10160 h 1171575"/>
                <a:gd name="connisteX13" fmla="*/ 1029970 w 1969135"/>
                <a:gd name="connsiteY13" fmla="*/ 40005 h 1171575"/>
                <a:gd name="connisteX14" fmla="*/ 1101090 w 1969135"/>
                <a:gd name="connsiteY14" fmla="*/ 60325 h 1171575"/>
                <a:gd name="connisteX15" fmla="*/ 1171575 w 1969135"/>
                <a:gd name="connsiteY15" fmla="*/ 90805 h 1171575"/>
                <a:gd name="connisteX16" fmla="*/ 1242060 w 1969135"/>
                <a:gd name="connsiteY16" fmla="*/ 131445 h 1171575"/>
                <a:gd name="connisteX17" fmla="*/ 1313180 w 1969135"/>
                <a:gd name="connsiteY17" fmla="*/ 181610 h 1171575"/>
                <a:gd name="connisteX18" fmla="*/ 1383665 w 1969135"/>
                <a:gd name="connsiteY18" fmla="*/ 201930 h 1171575"/>
                <a:gd name="connisteX19" fmla="*/ 1454150 w 1969135"/>
                <a:gd name="connsiteY19" fmla="*/ 252095 h 1171575"/>
                <a:gd name="connisteX20" fmla="*/ 1525270 w 1969135"/>
                <a:gd name="connsiteY20" fmla="*/ 292735 h 1171575"/>
                <a:gd name="connisteX21" fmla="*/ 1595755 w 1969135"/>
                <a:gd name="connsiteY21" fmla="*/ 363220 h 1171575"/>
                <a:gd name="connisteX22" fmla="*/ 1666240 w 1969135"/>
                <a:gd name="connsiteY22" fmla="*/ 424180 h 1171575"/>
                <a:gd name="connisteX23" fmla="*/ 1737360 w 1969135"/>
                <a:gd name="connsiteY23" fmla="*/ 484505 h 1171575"/>
                <a:gd name="connisteX24" fmla="*/ 1777365 w 1969135"/>
                <a:gd name="connsiteY24" fmla="*/ 555625 h 1171575"/>
                <a:gd name="connisteX25" fmla="*/ 1838325 w 1969135"/>
                <a:gd name="connsiteY25" fmla="*/ 626110 h 1171575"/>
                <a:gd name="connisteX26" fmla="*/ 1888490 w 1969135"/>
                <a:gd name="connsiteY26" fmla="*/ 696595 h 1171575"/>
                <a:gd name="connisteX27" fmla="*/ 1929130 w 1969135"/>
                <a:gd name="connsiteY27" fmla="*/ 767715 h 1171575"/>
                <a:gd name="connisteX28" fmla="*/ 1949450 w 1969135"/>
                <a:gd name="connsiteY28" fmla="*/ 838200 h 1171575"/>
                <a:gd name="connisteX29" fmla="*/ 1969135 w 1969135"/>
                <a:gd name="connsiteY29" fmla="*/ 908685 h 1171575"/>
                <a:gd name="connisteX30" fmla="*/ 1969135 w 1969135"/>
                <a:gd name="connsiteY30" fmla="*/ 979805 h 1171575"/>
                <a:gd name="connisteX31" fmla="*/ 1969135 w 1969135"/>
                <a:gd name="connsiteY31" fmla="*/ 1050290 h 1171575"/>
                <a:gd name="connisteX32" fmla="*/ 1918970 w 1969135"/>
                <a:gd name="connsiteY32" fmla="*/ 1120775 h 1171575"/>
                <a:gd name="connisteX33" fmla="*/ 1848485 w 1969135"/>
                <a:gd name="connsiteY33" fmla="*/ 1171575 h 1171575"/>
                <a:gd name="connisteX34" fmla="*/ 1777365 w 1969135"/>
                <a:gd name="connsiteY34" fmla="*/ 1161415 h 1171575"/>
                <a:gd name="connisteX35" fmla="*/ 1706880 w 1969135"/>
                <a:gd name="connsiteY35" fmla="*/ 1120775 h 1171575"/>
                <a:gd name="connisteX36" fmla="*/ 1636395 w 1969135"/>
                <a:gd name="connsiteY36" fmla="*/ 1120775 h 1171575"/>
                <a:gd name="connisteX37" fmla="*/ 1565275 w 1969135"/>
                <a:gd name="connsiteY37" fmla="*/ 1110615 h 1171575"/>
                <a:gd name="connisteX38" fmla="*/ 1494790 w 1969135"/>
                <a:gd name="connsiteY38" fmla="*/ 1090930 h 1171575"/>
                <a:gd name="connisteX39" fmla="*/ 1424305 w 1969135"/>
                <a:gd name="connsiteY39" fmla="*/ 1080770 h 1171575"/>
                <a:gd name="connisteX40" fmla="*/ 1353185 w 1969135"/>
                <a:gd name="connsiteY40" fmla="*/ 1080770 h 1171575"/>
                <a:gd name="connisteX41" fmla="*/ 1282700 w 1969135"/>
                <a:gd name="connsiteY41" fmla="*/ 1080770 h 1171575"/>
                <a:gd name="connisteX42" fmla="*/ 1212215 w 1969135"/>
                <a:gd name="connsiteY42" fmla="*/ 1080770 h 1171575"/>
                <a:gd name="connisteX43" fmla="*/ 1141095 w 1969135"/>
                <a:gd name="connsiteY43" fmla="*/ 1080770 h 1171575"/>
                <a:gd name="connisteX44" fmla="*/ 1070610 w 1969135"/>
                <a:gd name="connsiteY44" fmla="*/ 1070610 h 1171575"/>
                <a:gd name="connisteX45" fmla="*/ 1000125 w 1969135"/>
                <a:gd name="connsiteY45" fmla="*/ 1050290 h 1171575"/>
                <a:gd name="connisteX46" fmla="*/ 929005 w 1969135"/>
                <a:gd name="connsiteY46" fmla="*/ 1029970 h 1171575"/>
                <a:gd name="connisteX47" fmla="*/ 858520 w 1969135"/>
                <a:gd name="connsiteY47" fmla="*/ 1029970 h 1171575"/>
                <a:gd name="connisteX48" fmla="*/ 787400 w 1969135"/>
                <a:gd name="connsiteY48" fmla="*/ 1029970 h 1171575"/>
                <a:gd name="connisteX49" fmla="*/ 706755 w 1969135"/>
                <a:gd name="connsiteY49" fmla="*/ 1029970 h 1171575"/>
                <a:gd name="connisteX50" fmla="*/ 636270 w 1969135"/>
                <a:gd name="connsiteY50" fmla="*/ 1029970 h 1171575"/>
                <a:gd name="connisteX51" fmla="*/ 565785 w 1969135"/>
                <a:gd name="connsiteY51" fmla="*/ 1029970 h 1171575"/>
                <a:gd name="connisteX52" fmla="*/ 494665 w 1969135"/>
                <a:gd name="connsiteY52" fmla="*/ 1029970 h 1171575"/>
                <a:gd name="connisteX53" fmla="*/ 424180 w 1969135"/>
                <a:gd name="connsiteY53" fmla="*/ 1029970 h 1171575"/>
                <a:gd name="connisteX54" fmla="*/ 353695 w 1969135"/>
                <a:gd name="connsiteY54" fmla="*/ 1029970 h 1171575"/>
                <a:gd name="connisteX55" fmla="*/ 282575 w 1969135"/>
                <a:gd name="connsiteY55" fmla="*/ 1029970 h 1171575"/>
                <a:gd name="connisteX56" fmla="*/ 212090 w 1969135"/>
                <a:gd name="connsiteY56" fmla="*/ 1019810 h 1171575"/>
                <a:gd name="connisteX57" fmla="*/ 181610 w 1969135"/>
                <a:gd name="connsiteY57" fmla="*/ 949325 h 1171575"/>
                <a:gd name="connisteX58" fmla="*/ 111125 w 1969135"/>
                <a:gd name="connsiteY58" fmla="*/ 908685 h 1171575"/>
                <a:gd name="connisteX59" fmla="*/ 70485 w 1969135"/>
                <a:gd name="connsiteY59" fmla="*/ 838200 h 1171575"/>
                <a:gd name="connisteX60" fmla="*/ 40005 w 1969135"/>
                <a:gd name="connsiteY60" fmla="*/ 767715 h 1171575"/>
                <a:gd name="connisteX61" fmla="*/ 10160 w 1969135"/>
                <a:gd name="connsiteY61" fmla="*/ 696595 h 1171575"/>
                <a:gd name="connisteX62" fmla="*/ 0 w 1969135"/>
                <a:gd name="connsiteY62" fmla="*/ 626110 h 1171575"/>
                <a:gd name="connisteX63" fmla="*/ 40005 w 1969135"/>
                <a:gd name="connsiteY63" fmla="*/ 555625 h 1171575"/>
                <a:gd name="connisteX64" fmla="*/ 60325 w 1969135"/>
                <a:gd name="connsiteY64" fmla="*/ 484505 h 1171575"/>
                <a:gd name="connisteX65" fmla="*/ 90805 w 1969135"/>
                <a:gd name="connsiteY65" fmla="*/ 414020 h 1171575"/>
                <a:gd name="connisteX66" fmla="*/ 121285 w 1969135"/>
                <a:gd name="connsiteY66" fmla="*/ 343535 h 1171575"/>
                <a:gd name="connisteX67" fmla="*/ 151130 w 1969135"/>
                <a:gd name="connsiteY67" fmla="*/ 272415 h 1171575"/>
                <a:gd name="connisteX68" fmla="*/ 181610 w 1969135"/>
                <a:gd name="connsiteY68" fmla="*/ 201930 h 1171575"/>
                <a:gd name="connisteX69" fmla="*/ 201930 w 1969135"/>
                <a:gd name="connsiteY69" fmla="*/ 131445 h 1171575"/>
                <a:gd name="connisteX70" fmla="*/ 131445 w 1969135"/>
                <a:gd name="connsiteY70" fmla="*/ 121285 h 1171575"/>
                <a:gd name="connisteX71" fmla="*/ 262255 w 1969135"/>
                <a:gd name="connsiteY71" fmla="*/ 70485 h 1171575"/>
                <a:gd name="connisteX72" fmla="*/ 262255 w 1969135"/>
                <a:gd name="connsiteY72" fmla="*/ 70485 h 1171575"/>
                <a:gd name="connisteX73" fmla="*/ 262255 w 1969135"/>
                <a:gd name="connsiteY73" fmla="*/ 70485 h 1171575"/>
                <a:gd name="connisteX74" fmla="*/ 272415 w 1969135"/>
                <a:gd name="connsiteY74" fmla="*/ 151130 h 117157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Lst>
              <a:rect l="l" t="t" r="r" b="b"/>
              <a:pathLst>
                <a:path w="1969135" h="1171575">
                  <a:moveTo>
                    <a:pt x="131445" y="191770"/>
                  </a:moveTo>
                  <a:lnTo>
                    <a:pt x="171450" y="121285"/>
                  </a:lnTo>
                  <a:lnTo>
                    <a:pt x="242570" y="111125"/>
                  </a:lnTo>
                  <a:lnTo>
                    <a:pt x="313055" y="111125"/>
                  </a:lnTo>
                  <a:lnTo>
                    <a:pt x="383540" y="50165"/>
                  </a:lnTo>
                  <a:lnTo>
                    <a:pt x="454660" y="10160"/>
                  </a:lnTo>
                  <a:lnTo>
                    <a:pt x="525145" y="10160"/>
                  </a:lnTo>
                  <a:lnTo>
                    <a:pt x="595630" y="10160"/>
                  </a:lnTo>
                  <a:lnTo>
                    <a:pt x="666750" y="10160"/>
                  </a:lnTo>
                  <a:lnTo>
                    <a:pt x="737235" y="10160"/>
                  </a:lnTo>
                  <a:lnTo>
                    <a:pt x="807720" y="0"/>
                  </a:lnTo>
                  <a:lnTo>
                    <a:pt x="889000" y="0"/>
                  </a:lnTo>
                  <a:lnTo>
                    <a:pt x="959485" y="10160"/>
                  </a:lnTo>
                  <a:lnTo>
                    <a:pt x="1029970" y="40005"/>
                  </a:lnTo>
                  <a:lnTo>
                    <a:pt x="1101090" y="60325"/>
                  </a:lnTo>
                  <a:lnTo>
                    <a:pt x="1171575" y="90805"/>
                  </a:lnTo>
                  <a:lnTo>
                    <a:pt x="1242060" y="131445"/>
                  </a:lnTo>
                  <a:lnTo>
                    <a:pt x="1313180" y="181610"/>
                  </a:lnTo>
                  <a:lnTo>
                    <a:pt x="1383665" y="201930"/>
                  </a:lnTo>
                  <a:lnTo>
                    <a:pt x="1454150" y="252095"/>
                  </a:lnTo>
                  <a:lnTo>
                    <a:pt x="1525270" y="292735"/>
                  </a:lnTo>
                  <a:lnTo>
                    <a:pt x="1595755" y="363220"/>
                  </a:lnTo>
                  <a:lnTo>
                    <a:pt x="1666240" y="424180"/>
                  </a:lnTo>
                  <a:lnTo>
                    <a:pt x="1737360" y="484505"/>
                  </a:lnTo>
                  <a:lnTo>
                    <a:pt x="1777365" y="555625"/>
                  </a:lnTo>
                  <a:lnTo>
                    <a:pt x="1838325" y="626110"/>
                  </a:lnTo>
                  <a:lnTo>
                    <a:pt x="1888490" y="696595"/>
                  </a:lnTo>
                  <a:lnTo>
                    <a:pt x="1929130" y="767715"/>
                  </a:lnTo>
                  <a:lnTo>
                    <a:pt x="1949450" y="838200"/>
                  </a:lnTo>
                  <a:lnTo>
                    <a:pt x="1969135" y="908685"/>
                  </a:lnTo>
                  <a:lnTo>
                    <a:pt x="1969135" y="979805"/>
                  </a:lnTo>
                  <a:lnTo>
                    <a:pt x="1969135" y="1050290"/>
                  </a:lnTo>
                  <a:lnTo>
                    <a:pt x="1918970" y="1120775"/>
                  </a:lnTo>
                  <a:lnTo>
                    <a:pt x="1848485" y="1171575"/>
                  </a:lnTo>
                  <a:lnTo>
                    <a:pt x="1777365" y="1161415"/>
                  </a:lnTo>
                  <a:lnTo>
                    <a:pt x="1706880" y="1120775"/>
                  </a:lnTo>
                  <a:lnTo>
                    <a:pt x="1636395" y="1120775"/>
                  </a:lnTo>
                  <a:lnTo>
                    <a:pt x="1565275" y="1110615"/>
                  </a:lnTo>
                  <a:lnTo>
                    <a:pt x="1494790" y="1090930"/>
                  </a:lnTo>
                  <a:lnTo>
                    <a:pt x="1424305" y="1080770"/>
                  </a:lnTo>
                  <a:lnTo>
                    <a:pt x="1353185" y="1080770"/>
                  </a:lnTo>
                  <a:lnTo>
                    <a:pt x="1282700" y="1080770"/>
                  </a:lnTo>
                  <a:lnTo>
                    <a:pt x="1212215" y="1080770"/>
                  </a:lnTo>
                  <a:lnTo>
                    <a:pt x="1141095" y="1080770"/>
                  </a:lnTo>
                  <a:lnTo>
                    <a:pt x="1070610" y="1070610"/>
                  </a:lnTo>
                  <a:lnTo>
                    <a:pt x="1000125" y="1050290"/>
                  </a:lnTo>
                  <a:lnTo>
                    <a:pt x="929005" y="1029970"/>
                  </a:lnTo>
                  <a:lnTo>
                    <a:pt x="858520" y="1029970"/>
                  </a:lnTo>
                  <a:lnTo>
                    <a:pt x="787400" y="1029970"/>
                  </a:lnTo>
                  <a:lnTo>
                    <a:pt x="706755" y="1029970"/>
                  </a:lnTo>
                  <a:lnTo>
                    <a:pt x="636270" y="1029970"/>
                  </a:lnTo>
                  <a:lnTo>
                    <a:pt x="565785" y="1029970"/>
                  </a:lnTo>
                  <a:lnTo>
                    <a:pt x="494665" y="1029970"/>
                  </a:lnTo>
                  <a:lnTo>
                    <a:pt x="424180" y="1029970"/>
                  </a:lnTo>
                  <a:lnTo>
                    <a:pt x="353695" y="1029970"/>
                  </a:lnTo>
                  <a:lnTo>
                    <a:pt x="282575" y="1029970"/>
                  </a:lnTo>
                  <a:lnTo>
                    <a:pt x="212090" y="1019810"/>
                  </a:lnTo>
                  <a:lnTo>
                    <a:pt x="181610" y="949325"/>
                  </a:lnTo>
                  <a:lnTo>
                    <a:pt x="111125" y="908685"/>
                  </a:lnTo>
                  <a:lnTo>
                    <a:pt x="70485" y="838200"/>
                  </a:lnTo>
                  <a:lnTo>
                    <a:pt x="40005" y="767715"/>
                  </a:lnTo>
                  <a:lnTo>
                    <a:pt x="10160" y="696595"/>
                  </a:lnTo>
                  <a:lnTo>
                    <a:pt x="0" y="626110"/>
                  </a:lnTo>
                  <a:lnTo>
                    <a:pt x="40005" y="555625"/>
                  </a:lnTo>
                  <a:lnTo>
                    <a:pt x="60325" y="484505"/>
                  </a:lnTo>
                  <a:lnTo>
                    <a:pt x="90805" y="414020"/>
                  </a:lnTo>
                  <a:lnTo>
                    <a:pt x="121285" y="343535"/>
                  </a:lnTo>
                  <a:lnTo>
                    <a:pt x="151130" y="272415"/>
                  </a:lnTo>
                  <a:lnTo>
                    <a:pt x="181610" y="201930"/>
                  </a:lnTo>
                  <a:lnTo>
                    <a:pt x="201930" y="131445"/>
                  </a:lnTo>
                  <a:lnTo>
                    <a:pt x="131445" y="121285"/>
                  </a:lnTo>
                  <a:lnTo>
                    <a:pt x="262255" y="70485"/>
                  </a:lnTo>
                  <a:lnTo>
                    <a:pt x="272415" y="151130"/>
                  </a:lnTo>
                </a:path>
              </a:pathLst>
            </a:custGeom>
            <a:solidFill>
              <a:srgbClr val="DFE8E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5" name="任意多边形 244"/>
            <p:cNvSpPr/>
            <p:nvPr/>
          </p:nvSpPr>
          <p:spPr>
            <a:xfrm>
              <a:off x="2889" y="4545"/>
              <a:ext cx="2100" cy="1514"/>
            </a:xfrm>
            <a:custGeom>
              <a:avLst/>
              <a:gdLst>
                <a:gd name="connisteX0" fmla="*/ 131445 w 1969135"/>
                <a:gd name="connsiteY0" fmla="*/ 191770 h 1171575"/>
                <a:gd name="connisteX1" fmla="*/ 171450 w 1969135"/>
                <a:gd name="connsiteY1" fmla="*/ 121285 h 1171575"/>
                <a:gd name="connisteX2" fmla="*/ 242570 w 1969135"/>
                <a:gd name="connsiteY2" fmla="*/ 111125 h 1171575"/>
                <a:gd name="connisteX3" fmla="*/ 313055 w 1969135"/>
                <a:gd name="connsiteY3" fmla="*/ 111125 h 1171575"/>
                <a:gd name="connisteX4" fmla="*/ 383540 w 1969135"/>
                <a:gd name="connsiteY4" fmla="*/ 50165 h 1171575"/>
                <a:gd name="connisteX5" fmla="*/ 454660 w 1969135"/>
                <a:gd name="connsiteY5" fmla="*/ 10160 h 1171575"/>
                <a:gd name="connisteX6" fmla="*/ 525145 w 1969135"/>
                <a:gd name="connsiteY6" fmla="*/ 10160 h 1171575"/>
                <a:gd name="connisteX7" fmla="*/ 595630 w 1969135"/>
                <a:gd name="connsiteY7" fmla="*/ 10160 h 1171575"/>
                <a:gd name="connisteX8" fmla="*/ 666750 w 1969135"/>
                <a:gd name="connsiteY8" fmla="*/ 10160 h 1171575"/>
                <a:gd name="connisteX9" fmla="*/ 737235 w 1969135"/>
                <a:gd name="connsiteY9" fmla="*/ 10160 h 1171575"/>
                <a:gd name="connisteX10" fmla="*/ 807720 w 1969135"/>
                <a:gd name="connsiteY10" fmla="*/ 0 h 1171575"/>
                <a:gd name="connisteX11" fmla="*/ 889000 w 1969135"/>
                <a:gd name="connsiteY11" fmla="*/ 0 h 1171575"/>
                <a:gd name="connisteX12" fmla="*/ 959485 w 1969135"/>
                <a:gd name="connsiteY12" fmla="*/ 10160 h 1171575"/>
                <a:gd name="connisteX13" fmla="*/ 1029970 w 1969135"/>
                <a:gd name="connsiteY13" fmla="*/ 40005 h 1171575"/>
                <a:gd name="connisteX14" fmla="*/ 1101090 w 1969135"/>
                <a:gd name="connsiteY14" fmla="*/ 60325 h 1171575"/>
                <a:gd name="connisteX15" fmla="*/ 1171575 w 1969135"/>
                <a:gd name="connsiteY15" fmla="*/ 90805 h 1171575"/>
                <a:gd name="connisteX16" fmla="*/ 1242060 w 1969135"/>
                <a:gd name="connsiteY16" fmla="*/ 131445 h 1171575"/>
                <a:gd name="connisteX17" fmla="*/ 1313180 w 1969135"/>
                <a:gd name="connsiteY17" fmla="*/ 181610 h 1171575"/>
                <a:gd name="connisteX18" fmla="*/ 1383665 w 1969135"/>
                <a:gd name="connsiteY18" fmla="*/ 201930 h 1171575"/>
                <a:gd name="connisteX19" fmla="*/ 1454150 w 1969135"/>
                <a:gd name="connsiteY19" fmla="*/ 252095 h 1171575"/>
                <a:gd name="connisteX20" fmla="*/ 1525270 w 1969135"/>
                <a:gd name="connsiteY20" fmla="*/ 292735 h 1171575"/>
                <a:gd name="connisteX21" fmla="*/ 1595755 w 1969135"/>
                <a:gd name="connsiteY21" fmla="*/ 363220 h 1171575"/>
                <a:gd name="connisteX22" fmla="*/ 1666240 w 1969135"/>
                <a:gd name="connsiteY22" fmla="*/ 424180 h 1171575"/>
                <a:gd name="connisteX23" fmla="*/ 1737360 w 1969135"/>
                <a:gd name="connsiteY23" fmla="*/ 484505 h 1171575"/>
                <a:gd name="connisteX24" fmla="*/ 1777365 w 1969135"/>
                <a:gd name="connsiteY24" fmla="*/ 555625 h 1171575"/>
                <a:gd name="connisteX25" fmla="*/ 1838325 w 1969135"/>
                <a:gd name="connsiteY25" fmla="*/ 626110 h 1171575"/>
                <a:gd name="connisteX26" fmla="*/ 1888490 w 1969135"/>
                <a:gd name="connsiteY26" fmla="*/ 696595 h 1171575"/>
                <a:gd name="connisteX27" fmla="*/ 1929130 w 1969135"/>
                <a:gd name="connsiteY27" fmla="*/ 767715 h 1171575"/>
                <a:gd name="connisteX28" fmla="*/ 1949450 w 1969135"/>
                <a:gd name="connsiteY28" fmla="*/ 838200 h 1171575"/>
                <a:gd name="connisteX29" fmla="*/ 1969135 w 1969135"/>
                <a:gd name="connsiteY29" fmla="*/ 908685 h 1171575"/>
                <a:gd name="connisteX30" fmla="*/ 1969135 w 1969135"/>
                <a:gd name="connsiteY30" fmla="*/ 979805 h 1171575"/>
                <a:gd name="connisteX31" fmla="*/ 1969135 w 1969135"/>
                <a:gd name="connsiteY31" fmla="*/ 1050290 h 1171575"/>
                <a:gd name="connisteX32" fmla="*/ 1918970 w 1969135"/>
                <a:gd name="connsiteY32" fmla="*/ 1120775 h 1171575"/>
                <a:gd name="connisteX33" fmla="*/ 1848485 w 1969135"/>
                <a:gd name="connsiteY33" fmla="*/ 1171575 h 1171575"/>
                <a:gd name="connisteX34" fmla="*/ 1777365 w 1969135"/>
                <a:gd name="connsiteY34" fmla="*/ 1161415 h 1171575"/>
                <a:gd name="connisteX35" fmla="*/ 1706880 w 1969135"/>
                <a:gd name="connsiteY35" fmla="*/ 1120775 h 1171575"/>
                <a:gd name="connisteX36" fmla="*/ 1636395 w 1969135"/>
                <a:gd name="connsiteY36" fmla="*/ 1120775 h 1171575"/>
                <a:gd name="connisteX37" fmla="*/ 1565275 w 1969135"/>
                <a:gd name="connsiteY37" fmla="*/ 1110615 h 1171575"/>
                <a:gd name="connisteX38" fmla="*/ 1494790 w 1969135"/>
                <a:gd name="connsiteY38" fmla="*/ 1090930 h 1171575"/>
                <a:gd name="connisteX39" fmla="*/ 1424305 w 1969135"/>
                <a:gd name="connsiteY39" fmla="*/ 1080770 h 1171575"/>
                <a:gd name="connisteX40" fmla="*/ 1353185 w 1969135"/>
                <a:gd name="connsiteY40" fmla="*/ 1080770 h 1171575"/>
                <a:gd name="connisteX41" fmla="*/ 1282700 w 1969135"/>
                <a:gd name="connsiteY41" fmla="*/ 1080770 h 1171575"/>
                <a:gd name="connisteX42" fmla="*/ 1212215 w 1969135"/>
                <a:gd name="connsiteY42" fmla="*/ 1080770 h 1171575"/>
                <a:gd name="connisteX43" fmla="*/ 1141095 w 1969135"/>
                <a:gd name="connsiteY43" fmla="*/ 1080770 h 1171575"/>
                <a:gd name="connisteX44" fmla="*/ 1070610 w 1969135"/>
                <a:gd name="connsiteY44" fmla="*/ 1070610 h 1171575"/>
                <a:gd name="connisteX45" fmla="*/ 1000125 w 1969135"/>
                <a:gd name="connsiteY45" fmla="*/ 1050290 h 1171575"/>
                <a:gd name="connisteX46" fmla="*/ 929005 w 1969135"/>
                <a:gd name="connsiteY46" fmla="*/ 1029970 h 1171575"/>
                <a:gd name="connisteX47" fmla="*/ 858520 w 1969135"/>
                <a:gd name="connsiteY47" fmla="*/ 1029970 h 1171575"/>
                <a:gd name="connisteX48" fmla="*/ 787400 w 1969135"/>
                <a:gd name="connsiteY48" fmla="*/ 1029970 h 1171575"/>
                <a:gd name="connisteX49" fmla="*/ 706755 w 1969135"/>
                <a:gd name="connsiteY49" fmla="*/ 1029970 h 1171575"/>
                <a:gd name="connisteX50" fmla="*/ 636270 w 1969135"/>
                <a:gd name="connsiteY50" fmla="*/ 1029970 h 1171575"/>
                <a:gd name="connisteX51" fmla="*/ 565785 w 1969135"/>
                <a:gd name="connsiteY51" fmla="*/ 1029970 h 1171575"/>
                <a:gd name="connisteX52" fmla="*/ 494665 w 1969135"/>
                <a:gd name="connsiteY52" fmla="*/ 1029970 h 1171575"/>
                <a:gd name="connisteX53" fmla="*/ 424180 w 1969135"/>
                <a:gd name="connsiteY53" fmla="*/ 1029970 h 1171575"/>
                <a:gd name="connisteX54" fmla="*/ 353695 w 1969135"/>
                <a:gd name="connsiteY54" fmla="*/ 1029970 h 1171575"/>
                <a:gd name="connisteX55" fmla="*/ 282575 w 1969135"/>
                <a:gd name="connsiteY55" fmla="*/ 1029970 h 1171575"/>
                <a:gd name="connisteX56" fmla="*/ 212090 w 1969135"/>
                <a:gd name="connsiteY56" fmla="*/ 1019810 h 1171575"/>
                <a:gd name="connisteX57" fmla="*/ 181610 w 1969135"/>
                <a:gd name="connsiteY57" fmla="*/ 949325 h 1171575"/>
                <a:gd name="connisteX58" fmla="*/ 111125 w 1969135"/>
                <a:gd name="connsiteY58" fmla="*/ 908685 h 1171575"/>
                <a:gd name="connisteX59" fmla="*/ 70485 w 1969135"/>
                <a:gd name="connsiteY59" fmla="*/ 838200 h 1171575"/>
                <a:gd name="connisteX60" fmla="*/ 40005 w 1969135"/>
                <a:gd name="connsiteY60" fmla="*/ 767715 h 1171575"/>
                <a:gd name="connisteX61" fmla="*/ 10160 w 1969135"/>
                <a:gd name="connsiteY61" fmla="*/ 696595 h 1171575"/>
                <a:gd name="connisteX62" fmla="*/ 0 w 1969135"/>
                <a:gd name="connsiteY62" fmla="*/ 626110 h 1171575"/>
                <a:gd name="connisteX63" fmla="*/ 40005 w 1969135"/>
                <a:gd name="connsiteY63" fmla="*/ 555625 h 1171575"/>
                <a:gd name="connisteX64" fmla="*/ 60325 w 1969135"/>
                <a:gd name="connsiteY64" fmla="*/ 484505 h 1171575"/>
                <a:gd name="connisteX65" fmla="*/ 90805 w 1969135"/>
                <a:gd name="connsiteY65" fmla="*/ 414020 h 1171575"/>
                <a:gd name="connisteX66" fmla="*/ 121285 w 1969135"/>
                <a:gd name="connsiteY66" fmla="*/ 343535 h 1171575"/>
                <a:gd name="connisteX67" fmla="*/ 151130 w 1969135"/>
                <a:gd name="connsiteY67" fmla="*/ 272415 h 1171575"/>
                <a:gd name="connisteX68" fmla="*/ 181610 w 1969135"/>
                <a:gd name="connsiteY68" fmla="*/ 201930 h 1171575"/>
                <a:gd name="connisteX69" fmla="*/ 201930 w 1969135"/>
                <a:gd name="connsiteY69" fmla="*/ 131445 h 1171575"/>
                <a:gd name="connisteX70" fmla="*/ 131445 w 1969135"/>
                <a:gd name="connsiteY70" fmla="*/ 121285 h 1171575"/>
                <a:gd name="connisteX71" fmla="*/ 262255 w 1969135"/>
                <a:gd name="connsiteY71" fmla="*/ 70485 h 1171575"/>
                <a:gd name="connisteX72" fmla="*/ 262255 w 1969135"/>
                <a:gd name="connsiteY72" fmla="*/ 70485 h 1171575"/>
                <a:gd name="connisteX73" fmla="*/ 262255 w 1969135"/>
                <a:gd name="connsiteY73" fmla="*/ 70485 h 1171575"/>
                <a:gd name="connisteX74" fmla="*/ 272415 w 1969135"/>
                <a:gd name="connsiteY74" fmla="*/ 151130 h 117157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Lst>
              <a:rect l="l" t="t" r="r" b="b"/>
              <a:pathLst>
                <a:path w="1969135" h="1171575">
                  <a:moveTo>
                    <a:pt x="131445" y="191770"/>
                  </a:moveTo>
                  <a:lnTo>
                    <a:pt x="171450" y="121285"/>
                  </a:lnTo>
                  <a:lnTo>
                    <a:pt x="242570" y="111125"/>
                  </a:lnTo>
                  <a:lnTo>
                    <a:pt x="313055" y="111125"/>
                  </a:lnTo>
                  <a:lnTo>
                    <a:pt x="383540" y="50165"/>
                  </a:lnTo>
                  <a:lnTo>
                    <a:pt x="454660" y="10160"/>
                  </a:lnTo>
                  <a:lnTo>
                    <a:pt x="525145" y="10160"/>
                  </a:lnTo>
                  <a:lnTo>
                    <a:pt x="595630" y="10160"/>
                  </a:lnTo>
                  <a:lnTo>
                    <a:pt x="666750" y="10160"/>
                  </a:lnTo>
                  <a:lnTo>
                    <a:pt x="737235" y="10160"/>
                  </a:lnTo>
                  <a:lnTo>
                    <a:pt x="807720" y="0"/>
                  </a:lnTo>
                  <a:lnTo>
                    <a:pt x="889000" y="0"/>
                  </a:lnTo>
                  <a:lnTo>
                    <a:pt x="959485" y="10160"/>
                  </a:lnTo>
                  <a:lnTo>
                    <a:pt x="1029970" y="40005"/>
                  </a:lnTo>
                  <a:lnTo>
                    <a:pt x="1101090" y="60325"/>
                  </a:lnTo>
                  <a:lnTo>
                    <a:pt x="1171575" y="90805"/>
                  </a:lnTo>
                  <a:lnTo>
                    <a:pt x="1242060" y="131445"/>
                  </a:lnTo>
                  <a:lnTo>
                    <a:pt x="1313180" y="181610"/>
                  </a:lnTo>
                  <a:lnTo>
                    <a:pt x="1383665" y="201930"/>
                  </a:lnTo>
                  <a:lnTo>
                    <a:pt x="1454150" y="252095"/>
                  </a:lnTo>
                  <a:lnTo>
                    <a:pt x="1525270" y="292735"/>
                  </a:lnTo>
                  <a:lnTo>
                    <a:pt x="1595755" y="363220"/>
                  </a:lnTo>
                  <a:lnTo>
                    <a:pt x="1666240" y="424180"/>
                  </a:lnTo>
                  <a:lnTo>
                    <a:pt x="1737360" y="484505"/>
                  </a:lnTo>
                  <a:lnTo>
                    <a:pt x="1777365" y="555625"/>
                  </a:lnTo>
                  <a:lnTo>
                    <a:pt x="1838325" y="626110"/>
                  </a:lnTo>
                  <a:lnTo>
                    <a:pt x="1888490" y="696595"/>
                  </a:lnTo>
                  <a:lnTo>
                    <a:pt x="1929130" y="767715"/>
                  </a:lnTo>
                  <a:lnTo>
                    <a:pt x="1949450" y="838200"/>
                  </a:lnTo>
                  <a:lnTo>
                    <a:pt x="1969135" y="908685"/>
                  </a:lnTo>
                  <a:lnTo>
                    <a:pt x="1969135" y="979805"/>
                  </a:lnTo>
                  <a:lnTo>
                    <a:pt x="1969135" y="1050290"/>
                  </a:lnTo>
                  <a:lnTo>
                    <a:pt x="1918970" y="1120775"/>
                  </a:lnTo>
                  <a:lnTo>
                    <a:pt x="1848485" y="1171575"/>
                  </a:lnTo>
                  <a:lnTo>
                    <a:pt x="1777365" y="1161415"/>
                  </a:lnTo>
                  <a:lnTo>
                    <a:pt x="1706880" y="1120775"/>
                  </a:lnTo>
                  <a:lnTo>
                    <a:pt x="1636395" y="1120775"/>
                  </a:lnTo>
                  <a:lnTo>
                    <a:pt x="1565275" y="1110615"/>
                  </a:lnTo>
                  <a:lnTo>
                    <a:pt x="1494790" y="1090930"/>
                  </a:lnTo>
                  <a:lnTo>
                    <a:pt x="1424305" y="1080770"/>
                  </a:lnTo>
                  <a:lnTo>
                    <a:pt x="1353185" y="1080770"/>
                  </a:lnTo>
                  <a:lnTo>
                    <a:pt x="1282700" y="1080770"/>
                  </a:lnTo>
                  <a:lnTo>
                    <a:pt x="1212215" y="1080770"/>
                  </a:lnTo>
                  <a:lnTo>
                    <a:pt x="1141095" y="1080770"/>
                  </a:lnTo>
                  <a:lnTo>
                    <a:pt x="1070610" y="1070610"/>
                  </a:lnTo>
                  <a:lnTo>
                    <a:pt x="1000125" y="1050290"/>
                  </a:lnTo>
                  <a:lnTo>
                    <a:pt x="929005" y="1029970"/>
                  </a:lnTo>
                  <a:lnTo>
                    <a:pt x="858520" y="1029970"/>
                  </a:lnTo>
                  <a:lnTo>
                    <a:pt x="787400" y="1029970"/>
                  </a:lnTo>
                  <a:lnTo>
                    <a:pt x="706755" y="1029970"/>
                  </a:lnTo>
                  <a:lnTo>
                    <a:pt x="636270" y="1029970"/>
                  </a:lnTo>
                  <a:lnTo>
                    <a:pt x="565785" y="1029970"/>
                  </a:lnTo>
                  <a:lnTo>
                    <a:pt x="494665" y="1029970"/>
                  </a:lnTo>
                  <a:lnTo>
                    <a:pt x="424180" y="1029970"/>
                  </a:lnTo>
                  <a:lnTo>
                    <a:pt x="353695" y="1029970"/>
                  </a:lnTo>
                  <a:lnTo>
                    <a:pt x="282575" y="1029970"/>
                  </a:lnTo>
                  <a:lnTo>
                    <a:pt x="212090" y="1019810"/>
                  </a:lnTo>
                  <a:lnTo>
                    <a:pt x="181610" y="949325"/>
                  </a:lnTo>
                  <a:lnTo>
                    <a:pt x="111125" y="908685"/>
                  </a:lnTo>
                  <a:lnTo>
                    <a:pt x="70485" y="838200"/>
                  </a:lnTo>
                  <a:lnTo>
                    <a:pt x="40005" y="767715"/>
                  </a:lnTo>
                  <a:lnTo>
                    <a:pt x="10160" y="696595"/>
                  </a:lnTo>
                  <a:lnTo>
                    <a:pt x="0" y="626110"/>
                  </a:lnTo>
                  <a:lnTo>
                    <a:pt x="40005" y="555625"/>
                  </a:lnTo>
                  <a:lnTo>
                    <a:pt x="60325" y="484505"/>
                  </a:lnTo>
                  <a:lnTo>
                    <a:pt x="90805" y="414020"/>
                  </a:lnTo>
                  <a:lnTo>
                    <a:pt x="121285" y="343535"/>
                  </a:lnTo>
                  <a:lnTo>
                    <a:pt x="151130" y="272415"/>
                  </a:lnTo>
                  <a:lnTo>
                    <a:pt x="181610" y="201930"/>
                  </a:lnTo>
                  <a:lnTo>
                    <a:pt x="201930" y="131445"/>
                  </a:lnTo>
                  <a:lnTo>
                    <a:pt x="131445" y="121285"/>
                  </a:lnTo>
                  <a:lnTo>
                    <a:pt x="262255" y="70485"/>
                  </a:lnTo>
                  <a:lnTo>
                    <a:pt x="272415" y="151130"/>
                  </a:lnTo>
                </a:path>
              </a:pathLst>
            </a:custGeom>
            <a:solidFill>
              <a:srgbClr val="DFE8E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6" name="任意多边形 245"/>
            <p:cNvSpPr/>
            <p:nvPr/>
          </p:nvSpPr>
          <p:spPr>
            <a:xfrm>
              <a:off x="2900" y="4246"/>
              <a:ext cx="3261" cy="2020"/>
            </a:xfrm>
            <a:custGeom>
              <a:avLst/>
              <a:gdLst>
                <a:gd name="connisteX0" fmla="*/ 273050 w 2070735"/>
                <a:gd name="connsiteY0" fmla="*/ 121285 h 1282700"/>
                <a:gd name="connisteX1" fmla="*/ 343535 w 2070735"/>
                <a:gd name="connsiteY1" fmla="*/ 121285 h 1282700"/>
                <a:gd name="connisteX2" fmla="*/ 414020 w 2070735"/>
                <a:gd name="connsiteY2" fmla="*/ 121285 h 1282700"/>
                <a:gd name="connisteX3" fmla="*/ 485140 w 2070735"/>
                <a:gd name="connsiteY3" fmla="*/ 141605 h 1282700"/>
                <a:gd name="connisteX4" fmla="*/ 555625 w 2070735"/>
                <a:gd name="connsiteY4" fmla="*/ 161925 h 1282700"/>
                <a:gd name="connisteX5" fmla="*/ 626110 w 2070735"/>
                <a:gd name="connsiteY5" fmla="*/ 161925 h 1282700"/>
                <a:gd name="connisteX6" fmla="*/ 697230 w 2070735"/>
                <a:gd name="connsiteY6" fmla="*/ 161925 h 1282700"/>
                <a:gd name="connisteX7" fmla="*/ 767715 w 2070735"/>
                <a:gd name="connsiteY7" fmla="*/ 161925 h 1282700"/>
                <a:gd name="connisteX8" fmla="*/ 838200 w 2070735"/>
                <a:gd name="connsiteY8" fmla="*/ 161925 h 1282700"/>
                <a:gd name="connisteX9" fmla="*/ 909320 w 2070735"/>
                <a:gd name="connsiteY9" fmla="*/ 161925 h 1282700"/>
                <a:gd name="connisteX10" fmla="*/ 979805 w 2070735"/>
                <a:gd name="connsiteY10" fmla="*/ 161925 h 1282700"/>
                <a:gd name="connisteX11" fmla="*/ 1050925 w 2070735"/>
                <a:gd name="connsiteY11" fmla="*/ 161925 h 1282700"/>
                <a:gd name="connisteX12" fmla="*/ 1121410 w 2070735"/>
                <a:gd name="connsiteY12" fmla="*/ 161925 h 1282700"/>
                <a:gd name="connisteX13" fmla="*/ 1121410 w 2070735"/>
                <a:gd name="connsiteY13" fmla="*/ 90805 h 1282700"/>
                <a:gd name="connisteX14" fmla="*/ 1191895 w 2070735"/>
                <a:gd name="connsiteY14" fmla="*/ 50800 h 1282700"/>
                <a:gd name="connisteX15" fmla="*/ 1263015 w 2070735"/>
                <a:gd name="connsiteY15" fmla="*/ 50800 h 1282700"/>
                <a:gd name="connisteX16" fmla="*/ 1333500 w 2070735"/>
                <a:gd name="connsiteY16" fmla="*/ 30480 h 1282700"/>
                <a:gd name="connisteX17" fmla="*/ 1403985 w 2070735"/>
                <a:gd name="connsiteY17" fmla="*/ 10160 h 1282700"/>
                <a:gd name="connisteX18" fmla="*/ 1475105 w 2070735"/>
                <a:gd name="connsiteY18" fmla="*/ 0 h 1282700"/>
                <a:gd name="connisteX19" fmla="*/ 1545590 w 2070735"/>
                <a:gd name="connsiteY19" fmla="*/ 0 h 1282700"/>
                <a:gd name="connisteX20" fmla="*/ 1616075 w 2070735"/>
                <a:gd name="connsiteY20" fmla="*/ 0 h 1282700"/>
                <a:gd name="connisteX21" fmla="*/ 1687195 w 2070735"/>
                <a:gd name="connsiteY21" fmla="*/ 0 h 1282700"/>
                <a:gd name="connisteX22" fmla="*/ 1757680 w 2070735"/>
                <a:gd name="connsiteY22" fmla="*/ 0 h 1282700"/>
                <a:gd name="connisteX23" fmla="*/ 1828165 w 2070735"/>
                <a:gd name="connsiteY23" fmla="*/ 0 h 1282700"/>
                <a:gd name="connisteX24" fmla="*/ 1899285 w 2070735"/>
                <a:gd name="connsiteY24" fmla="*/ 0 h 1282700"/>
                <a:gd name="connisteX25" fmla="*/ 1969770 w 2070735"/>
                <a:gd name="connsiteY25" fmla="*/ 0 h 1282700"/>
                <a:gd name="connisteX26" fmla="*/ 1929130 w 2070735"/>
                <a:gd name="connsiteY26" fmla="*/ 70485 h 1282700"/>
                <a:gd name="connisteX27" fmla="*/ 1889125 w 2070735"/>
                <a:gd name="connsiteY27" fmla="*/ 141605 h 1282700"/>
                <a:gd name="connisteX28" fmla="*/ 1969770 w 2070735"/>
                <a:gd name="connsiteY28" fmla="*/ 201930 h 1282700"/>
                <a:gd name="connisteX29" fmla="*/ 2040255 w 2070735"/>
                <a:gd name="connsiteY29" fmla="*/ 222250 h 1282700"/>
                <a:gd name="connisteX30" fmla="*/ 2070735 w 2070735"/>
                <a:gd name="connsiteY30" fmla="*/ 292735 h 1282700"/>
                <a:gd name="connisteX31" fmla="*/ 2060575 w 2070735"/>
                <a:gd name="connsiteY31" fmla="*/ 363855 h 1282700"/>
                <a:gd name="connisteX32" fmla="*/ 2019935 w 2070735"/>
                <a:gd name="connsiteY32" fmla="*/ 434340 h 1282700"/>
                <a:gd name="connisteX33" fmla="*/ 1969770 w 2070735"/>
                <a:gd name="connsiteY33" fmla="*/ 504825 h 1282700"/>
                <a:gd name="connisteX34" fmla="*/ 1929130 w 2070735"/>
                <a:gd name="connsiteY34" fmla="*/ 575945 h 1282700"/>
                <a:gd name="connisteX35" fmla="*/ 1878965 w 2070735"/>
                <a:gd name="connsiteY35" fmla="*/ 646430 h 1282700"/>
                <a:gd name="connisteX36" fmla="*/ 1828165 w 2070735"/>
                <a:gd name="connsiteY36" fmla="*/ 716915 h 1282700"/>
                <a:gd name="connisteX37" fmla="*/ 1778000 w 2070735"/>
                <a:gd name="connsiteY37" fmla="*/ 788035 h 1282700"/>
                <a:gd name="connisteX38" fmla="*/ 1717040 w 2070735"/>
                <a:gd name="connsiteY38" fmla="*/ 858520 h 1282700"/>
                <a:gd name="connisteX39" fmla="*/ 1666875 w 2070735"/>
                <a:gd name="connsiteY39" fmla="*/ 939165 h 1282700"/>
                <a:gd name="connisteX40" fmla="*/ 1595755 w 2070735"/>
                <a:gd name="connsiteY40" fmla="*/ 1000125 h 1282700"/>
                <a:gd name="connisteX41" fmla="*/ 1525270 w 2070735"/>
                <a:gd name="connsiteY41" fmla="*/ 1040130 h 1282700"/>
                <a:gd name="connisteX42" fmla="*/ 1454785 w 2070735"/>
                <a:gd name="connsiteY42" fmla="*/ 1070610 h 1282700"/>
                <a:gd name="connisteX43" fmla="*/ 1374140 w 2070735"/>
                <a:gd name="connsiteY43" fmla="*/ 1111250 h 1282700"/>
                <a:gd name="connisteX44" fmla="*/ 1303020 w 2070735"/>
                <a:gd name="connsiteY44" fmla="*/ 1141095 h 1282700"/>
                <a:gd name="connisteX45" fmla="*/ 1232535 w 2070735"/>
                <a:gd name="connsiteY45" fmla="*/ 1161415 h 1282700"/>
                <a:gd name="connisteX46" fmla="*/ 1161415 w 2070735"/>
                <a:gd name="connsiteY46" fmla="*/ 1191895 h 1282700"/>
                <a:gd name="connisteX47" fmla="*/ 1090930 w 2070735"/>
                <a:gd name="connsiteY47" fmla="*/ 1212215 h 1282700"/>
                <a:gd name="connisteX48" fmla="*/ 1020445 w 2070735"/>
                <a:gd name="connsiteY48" fmla="*/ 1232535 h 1282700"/>
                <a:gd name="connisteX49" fmla="*/ 949325 w 2070735"/>
                <a:gd name="connsiteY49" fmla="*/ 1242060 h 1282700"/>
                <a:gd name="connisteX50" fmla="*/ 878840 w 2070735"/>
                <a:gd name="connsiteY50" fmla="*/ 1262380 h 1282700"/>
                <a:gd name="connisteX51" fmla="*/ 798195 w 2070735"/>
                <a:gd name="connsiteY51" fmla="*/ 1272540 h 1282700"/>
                <a:gd name="connisteX52" fmla="*/ 717550 w 2070735"/>
                <a:gd name="connsiteY52" fmla="*/ 1282700 h 1282700"/>
                <a:gd name="connisteX53" fmla="*/ 646430 w 2070735"/>
                <a:gd name="connsiteY53" fmla="*/ 1282700 h 1282700"/>
                <a:gd name="connisteX54" fmla="*/ 575945 w 2070735"/>
                <a:gd name="connsiteY54" fmla="*/ 1282700 h 1282700"/>
                <a:gd name="connisteX55" fmla="*/ 505460 w 2070735"/>
                <a:gd name="connsiteY55" fmla="*/ 1282700 h 1282700"/>
                <a:gd name="connisteX56" fmla="*/ 434340 w 2070735"/>
                <a:gd name="connsiteY56" fmla="*/ 1262380 h 1282700"/>
                <a:gd name="connisteX57" fmla="*/ 363855 w 2070735"/>
                <a:gd name="connsiteY57" fmla="*/ 1252220 h 1282700"/>
                <a:gd name="connisteX58" fmla="*/ 293370 w 2070735"/>
                <a:gd name="connsiteY58" fmla="*/ 1232535 h 1282700"/>
                <a:gd name="connisteX59" fmla="*/ 222250 w 2070735"/>
                <a:gd name="connsiteY59" fmla="*/ 1222375 h 1282700"/>
                <a:gd name="connisteX60" fmla="*/ 151765 w 2070735"/>
                <a:gd name="connsiteY60" fmla="*/ 1202055 h 1282700"/>
                <a:gd name="connisteX61" fmla="*/ 90805 w 2070735"/>
                <a:gd name="connsiteY61" fmla="*/ 1131570 h 1282700"/>
                <a:gd name="connisteX62" fmla="*/ 90805 w 2070735"/>
                <a:gd name="connsiteY62" fmla="*/ 1060450 h 1282700"/>
                <a:gd name="connisteX63" fmla="*/ 40640 w 2070735"/>
                <a:gd name="connsiteY63" fmla="*/ 989965 h 1282700"/>
                <a:gd name="connisteX64" fmla="*/ 0 w 2070735"/>
                <a:gd name="connsiteY64" fmla="*/ 918845 h 1282700"/>
                <a:gd name="connisteX65" fmla="*/ 0 w 2070735"/>
                <a:gd name="connsiteY65" fmla="*/ 848360 h 1282700"/>
                <a:gd name="connisteX66" fmla="*/ 10160 w 2070735"/>
                <a:gd name="connsiteY66" fmla="*/ 777875 h 1282700"/>
                <a:gd name="connisteX67" fmla="*/ 20320 w 2070735"/>
                <a:gd name="connsiteY67" fmla="*/ 706755 h 1282700"/>
                <a:gd name="connisteX68" fmla="*/ 50800 w 2070735"/>
                <a:gd name="connsiteY68" fmla="*/ 636270 h 1282700"/>
                <a:gd name="connisteX69" fmla="*/ 81280 w 2070735"/>
                <a:gd name="connsiteY69" fmla="*/ 565785 h 1282700"/>
                <a:gd name="connisteX70" fmla="*/ 111125 w 2070735"/>
                <a:gd name="connsiteY70" fmla="*/ 494665 h 1282700"/>
                <a:gd name="connisteX71" fmla="*/ 131445 w 2070735"/>
                <a:gd name="connsiteY71" fmla="*/ 414020 h 1282700"/>
                <a:gd name="connisteX72" fmla="*/ 161925 w 2070735"/>
                <a:gd name="connsiteY72" fmla="*/ 343535 h 1282700"/>
                <a:gd name="connisteX73" fmla="*/ 212090 w 2070735"/>
                <a:gd name="connsiteY73" fmla="*/ 273050 h 1282700"/>
                <a:gd name="connisteX74" fmla="*/ 242570 w 2070735"/>
                <a:gd name="connsiteY74" fmla="*/ 201930 h 1282700"/>
                <a:gd name="connisteX75" fmla="*/ 273050 w 2070735"/>
                <a:gd name="connsiteY75" fmla="*/ 121285 h 12827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Lst>
              <a:rect l="l" t="t" r="r" b="b"/>
              <a:pathLst>
                <a:path w="2070735" h="1282700">
                  <a:moveTo>
                    <a:pt x="273050" y="121285"/>
                  </a:moveTo>
                  <a:lnTo>
                    <a:pt x="343535" y="121285"/>
                  </a:lnTo>
                  <a:lnTo>
                    <a:pt x="414020" y="121285"/>
                  </a:lnTo>
                  <a:lnTo>
                    <a:pt x="485140" y="141605"/>
                  </a:lnTo>
                  <a:lnTo>
                    <a:pt x="555625" y="161925"/>
                  </a:lnTo>
                  <a:lnTo>
                    <a:pt x="626110" y="161925"/>
                  </a:lnTo>
                  <a:lnTo>
                    <a:pt x="697230" y="161925"/>
                  </a:lnTo>
                  <a:lnTo>
                    <a:pt x="767715" y="161925"/>
                  </a:lnTo>
                  <a:lnTo>
                    <a:pt x="838200" y="161925"/>
                  </a:lnTo>
                  <a:lnTo>
                    <a:pt x="909320" y="161925"/>
                  </a:lnTo>
                  <a:lnTo>
                    <a:pt x="979805" y="161925"/>
                  </a:lnTo>
                  <a:lnTo>
                    <a:pt x="1050925" y="161925"/>
                  </a:lnTo>
                  <a:lnTo>
                    <a:pt x="1121410" y="161925"/>
                  </a:lnTo>
                  <a:lnTo>
                    <a:pt x="1121410" y="90805"/>
                  </a:lnTo>
                  <a:lnTo>
                    <a:pt x="1191895" y="50800"/>
                  </a:lnTo>
                  <a:lnTo>
                    <a:pt x="1263015" y="50800"/>
                  </a:lnTo>
                  <a:lnTo>
                    <a:pt x="1333500" y="30480"/>
                  </a:lnTo>
                  <a:lnTo>
                    <a:pt x="1403985" y="10160"/>
                  </a:lnTo>
                  <a:lnTo>
                    <a:pt x="1475105" y="0"/>
                  </a:lnTo>
                  <a:lnTo>
                    <a:pt x="1545590" y="0"/>
                  </a:lnTo>
                  <a:lnTo>
                    <a:pt x="1616075" y="0"/>
                  </a:lnTo>
                  <a:lnTo>
                    <a:pt x="1687195" y="0"/>
                  </a:lnTo>
                  <a:lnTo>
                    <a:pt x="1757680" y="0"/>
                  </a:lnTo>
                  <a:lnTo>
                    <a:pt x="1828165" y="0"/>
                  </a:lnTo>
                  <a:lnTo>
                    <a:pt x="1899285" y="0"/>
                  </a:lnTo>
                  <a:lnTo>
                    <a:pt x="1969770" y="0"/>
                  </a:lnTo>
                  <a:lnTo>
                    <a:pt x="1929130" y="70485"/>
                  </a:lnTo>
                  <a:lnTo>
                    <a:pt x="1889125" y="141605"/>
                  </a:lnTo>
                  <a:lnTo>
                    <a:pt x="1969770" y="201930"/>
                  </a:lnTo>
                  <a:lnTo>
                    <a:pt x="2040255" y="222250"/>
                  </a:lnTo>
                  <a:lnTo>
                    <a:pt x="2070735" y="292735"/>
                  </a:lnTo>
                  <a:lnTo>
                    <a:pt x="2060575" y="363855"/>
                  </a:lnTo>
                  <a:lnTo>
                    <a:pt x="2019935" y="434340"/>
                  </a:lnTo>
                  <a:lnTo>
                    <a:pt x="1969770" y="504825"/>
                  </a:lnTo>
                  <a:lnTo>
                    <a:pt x="1929130" y="575945"/>
                  </a:lnTo>
                  <a:lnTo>
                    <a:pt x="1878965" y="646430"/>
                  </a:lnTo>
                  <a:lnTo>
                    <a:pt x="1828165" y="716915"/>
                  </a:lnTo>
                  <a:lnTo>
                    <a:pt x="1778000" y="788035"/>
                  </a:lnTo>
                  <a:lnTo>
                    <a:pt x="1717040" y="858520"/>
                  </a:lnTo>
                  <a:lnTo>
                    <a:pt x="1666875" y="939165"/>
                  </a:lnTo>
                  <a:lnTo>
                    <a:pt x="1595755" y="1000125"/>
                  </a:lnTo>
                  <a:lnTo>
                    <a:pt x="1525270" y="1040130"/>
                  </a:lnTo>
                  <a:lnTo>
                    <a:pt x="1454785" y="1070610"/>
                  </a:lnTo>
                  <a:lnTo>
                    <a:pt x="1374140" y="1111250"/>
                  </a:lnTo>
                  <a:lnTo>
                    <a:pt x="1303020" y="1141095"/>
                  </a:lnTo>
                  <a:lnTo>
                    <a:pt x="1232535" y="1161415"/>
                  </a:lnTo>
                  <a:lnTo>
                    <a:pt x="1161415" y="1191895"/>
                  </a:lnTo>
                  <a:lnTo>
                    <a:pt x="1090930" y="1212215"/>
                  </a:lnTo>
                  <a:lnTo>
                    <a:pt x="1020445" y="1232535"/>
                  </a:lnTo>
                  <a:lnTo>
                    <a:pt x="949325" y="1242060"/>
                  </a:lnTo>
                  <a:lnTo>
                    <a:pt x="878840" y="1262380"/>
                  </a:lnTo>
                  <a:lnTo>
                    <a:pt x="798195" y="1272540"/>
                  </a:lnTo>
                  <a:lnTo>
                    <a:pt x="717550" y="1282700"/>
                  </a:lnTo>
                  <a:lnTo>
                    <a:pt x="646430" y="1282700"/>
                  </a:lnTo>
                  <a:lnTo>
                    <a:pt x="575945" y="1282700"/>
                  </a:lnTo>
                  <a:lnTo>
                    <a:pt x="505460" y="1282700"/>
                  </a:lnTo>
                  <a:lnTo>
                    <a:pt x="434340" y="1262380"/>
                  </a:lnTo>
                  <a:lnTo>
                    <a:pt x="363855" y="1252220"/>
                  </a:lnTo>
                  <a:lnTo>
                    <a:pt x="293370" y="1232535"/>
                  </a:lnTo>
                  <a:lnTo>
                    <a:pt x="222250" y="1222375"/>
                  </a:lnTo>
                  <a:lnTo>
                    <a:pt x="151765" y="1202055"/>
                  </a:lnTo>
                  <a:lnTo>
                    <a:pt x="90805" y="1131570"/>
                  </a:lnTo>
                  <a:lnTo>
                    <a:pt x="90805" y="1060450"/>
                  </a:lnTo>
                  <a:lnTo>
                    <a:pt x="40640" y="989965"/>
                  </a:lnTo>
                  <a:lnTo>
                    <a:pt x="0" y="918845"/>
                  </a:lnTo>
                  <a:lnTo>
                    <a:pt x="0" y="848360"/>
                  </a:lnTo>
                  <a:lnTo>
                    <a:pt x="10160" y="777875"/>
                  </a:lnTo>
                  <a:lnTo>
                    <a:pt x="20320" y="706755"/>
                  </a:lnTo>
                  <a:lnTo>
                    <a:pt x="50800" y="636270"/>
                  </a:lnTo>
                  <a:lnTo>
                    <a:pt x="81280" y="565785"/>
                  </a:lnTo>
                  <a:lnTo>
                    <a:pt x="111125" y="494665"/>
                  </a:lnTo>
                  <a:lnTo>
                    <a:pt x="131445" y="414020"/>
                  </a:lnTo>
                  <a:lnTo>
                    <a:pt x="161925" y="343535"/>
                  </a:lnTo>
                  <a:lnTo>
                    <a:pt x="212090" y="273050"/>
                  </a:lnTo>
                  <a:lnTo>
                    <a:pt x="242570" y="201930"/>
                  </a:lnTo>
                  <a:lnTo>
                    <a:pt x="273050" y="121285"/>
                  </a:lnTo>
                  <a:close/>
                </a:path>
              </a:pathLst>
            </a:custGeom>
            <a:solidFill>
              <a:srgbClr val="DFE8E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xmlns:p14="http://schemas.microsoft.com/office/powerpoint/2010/main">
          <mc:Choice Requires="p14">
            <p:contentPart r:id="rId168" p14:bwMode="auto">
              <p14:nvContentPartPr>
                <p14:cNvPr id="247" name="墨迹 246"/>
                <p14:cNvContentPartPr/>
                <p14:nvPr/>
              </p14:nvContentPartPr>
              <p14:xfrm>
                <a:off x="1931" y="2942"/>
                <a:ext cx="446" cy="614"/>
              </p14:xfrm>
            </p:contentPart>
          </mc:Choice>
          <mc:Fallback xmlns="">
            <p:pic>
              <p:nvPicPr>
                <p:cNvPr id="247" name="墨迹 246"/>
              </p:nvPicPr>
              <p:blipFill>
                <a:blip r:embed="rId169"/>
              </p:blipFill>
              <p:spPr>
                <a:xfrm>
                  <a:off x="1931" y="2942"/>
                  <a:ext cx="446" cy="614"/>
                </a:xfrm>
                <a:prstGeom prst="rect"/>
              </p:spPr>
            </p:pic>
          </mc:Fallback>
        </mc:AlternateContent>
        <mc:AlternateContent xmlns:mc="http://schemas.openxmlformats.org/markup-compatibility/2006" xmlns:p14="http://schemas.microsoft.com/office/powerpoint/2010/main">
          <mc:Choice Requires="p14">
            <p:contentPart r:id="rId170" p14:bwMode="auto">
              <p14:nvContentPartPr>
                <p14:cNvPr id="248" name="墨迹 247"/>
                <p14:cNvContentPartPr/>
                <p14:nvPr/>
              </p14:nvContentPartPr>
              <p14:xfrm>
                <a:off x="1883" y="4549"/>
                <a:ext cx="351" cy="623"/>
              </p14:xfrm>
            </p:contentPart>
          </mc:Choice>
          <mc:Fallback xmlns="">
            <p:pic>
              <p:nvPicPr>
                <p:cNvPr id="248" name="墨迹 247"/>
              </p:nvPicPr>
              <p:blipFill>
                <a:blip r:embed="rId171"/>
              </p:blipFill>
              <p:spPr>
                <a:xfrm>
                  <a:off x="1883" y="4549"/>
                  <a:ext cx="351" cy="623"/>
                </a:xfrm>
                <a:prstGeom prst="rect"/>
              </p:spPr>
            </p:pic>
          </mc:Fallback>
        </mc:AlternateContent>
        <mc:AlternateContent xmlns:mc="http://schemas.openxmlformats.org/markup-compatibility/2006" xmlns:p14="http://schemas.microsoft.com/office/powerpoint/2010/main">
          <mc:Choice Requires="p14">
            <p:contentPart r:id="rId172" p14:bwMode="auto">
              <p14:nvContentPartPr>
                <p14:cNvPr id="249" name="墨迹 248"/>
                <p14:cNvContentPartPr/>
                <p14:nvPr/>
              </p14:nvContentPartPr>
              <p14:xfrm>
                <a:off x="2248" y="5236"/>
                <a:ext cx="432" cy="524"/>
              </p14:xfrm>
            </p:contentPart>
          </mc:Choice>
          <mc:Fallback xmlns="">
            <p:pic>
              <p:nvPicPr>
                <p:cNvPr id="249" name="墨迹 248"/>
              </p:nvPicPr>
              <p:blipFill>
                <a:blip r:embed="rId173"/>
              </p:blipFill>
              <p:spPr>
                <a:xfrm>
                  <a:off x="2248" y="5236"/>
                  <a:ext cx="432" cy="524"/>
                </a:xfrm>
                <a:prstGeom prst="rect"/>
              </p:spPr>
            </p:pic>
          </mc:Fallback>
        </mc:AlternateContent>
        <mc:AlternateContent xmlns:mc="http://schemas.openxmlformats.org/markup-compatibility/2006" xmlns:p14="http://schemas.microsoft.com/office/powerpoint/2010/main">
          <mc:Choice Requires="p14">
            <p:contentPart r:id="rId174" p14:bwMode="auto">
              <p14:nvContentPartPr>
                <p14:cNvPr id="250" name="墨迹 249"/>
                <p14:cNvContentPartPr/>
                <p14:nvPr/>
              </p14:nvContentPartPr>
              <p14:xfrm>
                <a:off x="2758" y="5050"/>
                <a:ext cx="65" cy="424"/>
              </p14:xfrm>
            </p:contentPart>
          </mc:Choice>
          <mc:Fallback xmlns="">
            <p:pic>
              <p:nvPicPr>
                <p:cNvPr id="250" name="墨迹 249"/>
              </p:nvPicPr>
              <p:blipFill>
                <a:blip r:embed="rId175"/>
              </p:blipFill>
              <p:spPr>
                <a:xfrm>
                  <a:off x="2758" y="5050"/>
                  <a:ext cx="65" cy="424"/>
                </a:xfrm>
                <a:prstGeom prst="rect"/>
              </p:spPr>
            </p:pic>
          </mc:Fallback>
        </mc:AlternateContent>
        <mc:AlternateContent xmlns:mc="http://schemas.openxmlformats.org/markup-compatibility/2006" xmlns:p14="http://schemas.microsoft.com/office/powerpoint/2010/main">
          <mc:Choice Requires="p14">
            <p:contentPart r:id="rId176" p14:bwMode="auto">
              <p14:nvContentPartPr>
                <p14:cNvPr id="251" name="墨迹 250"/>
                <p14:cNvContentPartPr/>
                <p14:nvPr/>
              </p14:nvContentPartPr>
              <p14:xfrm>
                <a:off x="2662" y="5647"/>
                <a:ext cx="34" cy="217"/>
              </p14:xfrm>
            </p:contentPart>
          </mc:Choice>
          <mc:Fallback xmlns="">
            <p:pic>
              <p:nvPicPr>
                <p:cNvPr id="251" name="墨迹 250"/>
              </p:nvPicPr>
              <p:blipFill>
                <a:blip r:embed="rId177"/>
              </p:blipFill>
              <p:spPr>
                <a:xfrm>
                  <a:off x="2662" y="5647"/>
                  <a:ext cx="34" cy="217"/>
                </a:xfrm>
                <a:prstGeom prst="rect"/>
              </p:spPr>
            </p:pic>
          </mc:Fallback>
        </mc:AlternateContent>
        <mc:AlternateContent xmlns:mc="http://schemas.openxmlformats.org/markup-compatibility/2006" xmlns:p14="http://schemas.microsoft.com/office/powerpoint/2010/main">
          <mc:Choice Requires="p14">
            <p:contentPart r:id="rId178" p14:bwMode="auto">
              <p14:nvContentPartPr>
                <p14:cNvPr id="252" name="墨迹 251"/>
                <p14:cNvContentPartPr/>
                <p14:nvPr/>
              </p14:nvContentPartPr>
              <p14:xfrm>
                <a:off x="2838" y="5838"/>
                <a:ext cx="17" cy="383"/>
              </p14:xfrm>
            </p:contentPart>
          </mc:Choice>
          <mc:Fallback xmlns="">
            <p:pic>
              <p:nvPicPr>
                <p:cNvPr id="252" name="墨迹 251"/>
              </p:nvPicPr>
              <p:blipFill>
                <a:blip r:embed="rId179"/>
              </p:blipFill>
              <p:spPr>
                <a:xfrm>
                  <a:off x="2838" y="5838"/>
                  <a:ext cx="17" cy="383"/>
                </a:xfrm>
                <a:prstGeom prst="rect"/>
              </p:spPr>
            </p:pic>
          </mc:Fallback>
        </mc:AlternateContent>
        <mc:AlternateContent xmlns:mc="http://schemas.openxmlformats.org/markup-compatibility/2006" xmlns:p14="http://schemas.microsoft.com/office/powerpoint/2010/main">
          <mc:Choice Requires="p14">
            <p:contentPart r:id="rId180" p14:bwMode="auto">
              <p14:nvContentPartPr>
                <p14:cNvPr id="253" name="墨迹 252"/>
                <p14:cNvContentPartPr/>
                <p14:nvPr/>
              </p14:nvContentPartPr>
              <p14:xfrm>
                <a:off x="2397" y="4636"/>
                <a:ext cx="203" cy="621"/>
              </p14:xfrm>
            </p:contentPart>
          </mc:Choice>
          <mc:Fallback xmlns="">
            <p:pic>
              <p:nvPicPr>
                <p:cNvPr id="253" name="墨迹 252"/>
              </p:nvPicPr>
              <p:blipFill>
                <a:blip r:embed="rId181"/>
              </p:blipFill>
              <p:spPr>
                <a:xfrm>
                  <a:off x="2397" y="4636"/>
                  <a:ext cx="203" cy="621"/>
                </a:xfrm>
                <a:prstGeom prst="rect"/>
              </p:spPr>
            </p:pic>
          </mc:Fallback>
        </mc:AlternateContent>
        <mc:AlternateContent xmlns:mc="http://schemas.openxmlformats.org/markup-compatibility/2006" xmlns:p14="http://schemas.microsoft.com/office/powerpoint/2010/main">
          <mc:Choice Requires="p14">
            <p:contentPart r:id="rId182" p14:bwMode="auto">
              <p14:nvContentPartPr>
                <p14:cNvPr id="254" name="墨迹 253"/>
                <p14:cNvContentPartPr/>
                <p14:nvPr/>
              </p14:nvContentPartPr>
              <p14:xfrm>
                <a:off x="2281" y="4804"/>
                <a:ext cx="81" cy="573"/>
              </p14:xfrm>
            </p:contentPart>
          </mc:Choice>
          <mc:Fallback xmlns="">
            <p:pic>
              <p:nvPicPr>
                <p:cNvPr id="254" name="墨迹 253"/>
              </p:nvPicPr>
              <p:blipFill>
                <a:blip r:embed="rId183"/>
              </p:blipFill>
              <p:spPr>
                <a:xfrm>
                  <a:off x="2281" y="4804"/>
                  <a:ext cx="81" cy="573"/>
                </a:xfrm>
                <a:prstGeom prst="rect"/>
              </p:spPr>
            </p:pic>
          </mc:Fallback>
        </mc:AlternateContent>
        <mc:AlternateContent xmlns:mc="http://schemas.openxmlformats.org/markup-compatibility/2006" xmlns:p14="http://schemas.microsoft.com/office/powerpoint/2010/main">
          <mc:Choice Requires="p14">
            <p:contentPart r:id="rId184" p14:bwMode="auto">
              <p14:nvContentPartPr>
                <p14:cNvPr id="255" name="墨迹 254"/>
                <p14:cNvContentPartPr/>
                <p14:nvPr/>
              </p14:nvContentPartPr>
              <p14:xfrm>
                <a:off x="2375" y="2194"/>
                <a:ext cx="1085" cy="1330"/>
              </p14:xfrm>
            </p:contentPart>
          </mc:Choice>
          <mc:Fallback xmlns="">
            <p:pic>
              <p:nvPicPr>
                <p:cNvPr id="255" name="墨迹 254"/>
              </p:nvPicPr>
              <p:blipFill>
                <a:blip r:embed="rId185"/>
              </p:blipFill>
              <p:spPr>
                <a:xfrm>
                  <a:off x="2375" y="2194"/>
                  <a:ext cx="1085" cy="1330"/>
                </a:xfrm>
                <a:prstGeom prst="rect"/>
              </p:spPr>
            </p:pic>
          </mc:Fallback>
        </mc:AlternateContent>
        <mc:AlternateContent xmlns:mc="http://schemas.openxmlformats.org/markup-compatibility/2006" xmlns:p14="http://schemas.microsoft.com/office/powerpoint/2010/main">
          <mc:Choice Requires="p14">
            <p:contentPart r:id="rId186" p14:bwMode="auto">
              <p14:nvContentPartPr>
                <p14:cNvPr id="256" name="墨迹 255"/>
                <p14:cNvContentPartPr/>
                <p14:nvPr/>
              </p14:nvContentPartPr>
              <p14:xfrm>
                <a:off x="3062" y="2672"/>
                <a:ext cx="95" cy="305"/>
              </p14:xfrm>
            </p:contentPart>
          </mc:Choice>
          <mc:Fallback xmlns="">
            <p:pic>
              <p:nvPicPr>
                <p:cNvPr id="256" name="墨迹 255"/>
              </p:nvPicPr>
              <p:blipFill>
                <a:blip r:embed="rId187"/>
              </p:blipFill>
              <p:spPr>
                <a:xfrm>
                  <a:off x="3062" y="2672"/>
                  <a:ext cx="95" cy="305"/>
                </a:xfrm>
                <a:prstGeom prst="rect"/>
              </p:spPr>
            </p:pic>
          </mc:Fallback>
        </mc:AlternateContent>
        <mc:AlternateContent xmlns:mc="http://schemas.openxmlformats.org/markup-compatibility/2006" xmlns:p14="http://schemas.microsoft.com/office/powerpoint/2010/main">
          <mc:Choice Requires="p14">
            <p:contentPart r:id="rId188" p14:bwMode="auto">
              <p14:nvContentPartPr>
                <p14:cNvPr id="257" name="墨迹 256"/>
                <p14:cNvContentPartPr/>
                <p14:nvPr/>
              </p14:nvContentPartPr>
              <p14:xfrm>
                <a:off x="2916" y="2485"/>
                <a:ext cx="34" cy="133"/>
              </p14:xfrm>
            </p:contentPart>
          </mc:Choice>
          <mc:Fallback xmlns="">
            <p:pic>
              <p:nvPicPr>
                <p:cNvPr id="257" name="墨迹 256"/>
              </p:nvPicPr>
              <p:blipFill>
                <a:blip r:embed="rId189"/>
              </p:blipFill>
              <p:spPr>
                <a:xfrm>
                  <a:off x="2916" y="2485"/>
                  <a:ext cx="34" cy="133"/>
                </a:xfrm>
                <a:prstGeom prst="rect"/>
              </p:spPr>
            </p:pic>
          </mc:Fallback>
        </mc:AlternateContent>
        <mc:AlternateContent xmlns:mc="http://schemas.openxmlformats.org/markup-compatibility/2006" xmlns:p14="http://schemas.microsoft.com/office/powerpoint/2010/main">
          <mc:Choice Requires="p14">
            <p:contentPart r:id="rId190" p14:bwMode="auto">
              <p14:nvContentPartPr>
                <p14:cNvPr id="258" name="墨迹 257"/>
                <p14:cNvContentPartPr/>
                <p14:nvPr/>
              </p14:nvContentPartPr>
              <p14:xfrm>
                <a:off x="4556" y="3760"/>
                <a:ext cx="1162" cy="171"/>
              </p14:xfrm>
            </p:contentPart>
          </mc:Choice>
          <mc:Fallback xmlns="">
            <p:pic>
              <p:nvPicPr>
                <p:cNvPr id="258" name="墨迹 257"/>
              </p:nvPicPr>
              <p:blipFill>
                <a:blip r:embed="rId191"/>
              </p:blipFill>
              <p:spPr>
                <a:xfrm>
                  <a:off x="4556" y="3760"/>
                  <a:ext cx="1162" cy="171"/>
                </a:xfrm>
                <a:prstGeom prst="rect"/>
              </p:spPr>
            </p:pic>
          </mc:Fallback>
        </mc:AlternateContent>
        <mc:AlternateContent xmlns:mc="http://schemas.openxmlformats.org/markup-compatibility/2006" xmlns:p14="http://schemas.microsoft.com/office/powerpoint/2010/main">
          <mc:Choice Requires="p14">
            <p:contentPart r:id="rId192" p14:bwMode="auto">
              <p14:nvContentPartPr>
                <p14:cNvPr id="259" name="墨迹 258"/>
                <p14:cNvContentPartPr/>
                <p14:nvPr/>
              </p14:nvContentPartPr>
              <p14:xfrm>
                <a:off x="3622" y="4438"/>
                <a:ext cx="2438" cy="81"/>
              </p14:xfrm>
            </p:contentPart>
          </mc:Choice>
          <mc:Fallback xmlns="">
            <p:pic>
              <p:nvPicPr>
                <p:cNvPr id="259" name="墨迹 258"/>
              </p:nvPicPr>
              <p:blipFill>
                <a:blip r:embed="rId193"/>
              </p:blipFill>
              <p:spPr>
                <a:xfrm>
                  <a:off x="3622" y="4438"/>
                  <a:ext cx="2438" cy="81"/>
                </a:xfrm>
                <a:prstGeom prst="rect"/>
              </p:spPr>
            </p:pic>
          </mc:Fallback>
        </mc:AlternateContent>
        <mc:AlternateContent xmlns:mc="http://schemas.openxmlformats.org/markup-compatibility/2006" xmlns:p14="http://schemas.microsoft.com/office/powerpoint/2010/main">
          <mc:Choice Requires="p14">
            <p:contentPart r:id="rId194" p14:bwMode="auto">
              <p14:nvContentPartPr>
                <p14:cNvPr id="260" name="墨迹 259"/>
                <p14:cNvContentPartPr/>
                <p14:nvPr/>
              </p14:nvContentPartPr>
              <p14:xfrm>
                <a:off x="5525" y="4238"/>
                <a:ext cx="750" cy="1392"/>
              </p14:xfrm>
            </p:contentPart>
          </mc:Choice>
          <mc:Fallback xmlns="">
            <p:pic>
              <p:nvPicPr>
                <p:cNvPr id="260" name="墨迹 259"/>
              </p:nvPicPr>
              <p:blipFill>
                <a:blip r:embed="rId195"/>
              </p:blipFill>
              <p:spPr>
                <a:xfrm>
                  <a:off x="5525" y="4238"/>
                  <a:ext cx="750" cy="1392"/>
                </a:xfrm>
                <a:prstGeom prst="rect"/>
              </p:spPr>
            </p:pic>
          </mc:Fallback>
        </mc:AlternateContent>
        <mc:AlternateContent xmlns:mc="http://schemas.openxmlformats.org/markup-compatibility/2006" xmlns:p14="http://schemas.microsoft.com/office/powerpoint/2010/main">
          <mc:Choice Requires="p14">
            <p:contentPart r:id="rId196" p14:bwMode="auto">
              <p14:nvContentPartPr>
                <p14:cNvPr id="261" name="墨迹 260"/>
                <p14:cNvContentPartPr/>
                <p14:nvPr/>
              </p14:nvContentPartPr>
              <p14:xfrm>
                <a:off x="6065" y="4883"/>
                <a:ext cx="130" cy="139"/>
              </p14:xfrm>
            </p:contentPart>
          </mc:Choice>
          <mc:Fallback xmlns="">
            <p:pic>
              <p:nvPicPr>
                <p:cNvPr id="261" name="墨迹 260"/>
              </p:nvPicPr>
              <p:blipFill>
                <a:blip r:embed="rId197"/>
              </p:blipFill>
              <p:spPr>
                <a:xfrm>
                  <a:off x="6065" y="4883"/>
                  <a:ext cx="130" cy="139"/>
                </a:xfrm>
                <a:prstGeom prst="rect"/>
              </p:spPr>
            </p:pic>
          </mc:Fallback>
        </mc:AlternateContent>
        <mc:AlternateContent xmlns:mc="http://schemas.openxmlformats.org/markup-compatibility/2006" xmlns:p14="http://schemas.microsoft.com/office/powerpoint/2010/main">
          <mc:Choice Requires="p14">
            <p:contentPart r:id="rId198" p14:bwMode="auto">
              <p14:nvContentPartPr>
                <p14:cNvPr id="262" name="墨迹 261"/>
                <p14:cNvContentPartPr/>
                <p14:nvPr/>
              </p14:nvContentPartPr>
              <p14:xfrm>
                <a:off x="5796" y="2927"/>
                <a:ext cx="685" cy="1283"/>
              </p14:xfrm>
            </p:contentPart>
          </mc:Choice>
          <mc:Fallback xmlns="">
            <p:pic>
              <p:nvPicPr>
                <p:cNvPr id="262" name="墨迹 261"/>
              </p:nvPicPr>
              <p:blipFill>
                <a:blip r:embed="rId199"/>
              </p:blipFill>
              <p:spPr>
                <a:xfrm>
                  <a:off x="5796" y="2927"/>
                  <a:ext cx="685" cy="1283"/>
                </a:xfrm>
                <a:prstGeom prst="rect"/>
              </p:spPr>
            </p:pic>
          </mc:Fallback>
        </mc:AlternateContent>
        <mc:AlternateContent xmlns:mc="http://schemas.openxmlformats.org/markup-compatibility/2006" xmlns:p14="http://schemas.microsoft.com/office/powerpoint/2010/main">
          <mc:Choice Requires="p14">
            <p:contentPart r:id="rId200" p14:bwMode="auto">
              <p14:nvContentPartPr>
                <p14:cNvPr id="263" name="墨迹 262"/>
                <p14:cNvContentPartPr/>
                <p14:nvPr/>
              </p14:nvContentPartPr>
              <p14:xfrm>
                <a:off x="2981" y="4183"/>
                <a:ext cx="3373" cy="2150"/>
              </p14:xfrm>
            </p:contentPart>
          </mc:Choice>
          <mc:Fallback xmlns="">
            <p:pic>
              <p:nvPicPr>
                <p:cNvPr id="263" name="墨迹 262"/>
              </p:nvPicPr>
              <p:blipFill>
                <a:blip r:embed="rId201"/>
              </p:blipFill>
              <p:spPr>
                <a:xfrm>
                  <a:off x="2981" y="4183"/>
                  <a:ext cx="3373" cy="2150"/>
                </a:xfrm>
                <a:prstGeom prst="rect"/>
              </p:spPr>
            </p:pic>
          </mc:Fallback>
        </mc:AlternateContent>
        <mc:AlternateContent xmlns:mc="http://schemas.openxmlformats.org/markup-compatibility/2006" xmlns:p14="http://schemas.microsoft.com/office/powerpoint/2010/main">
          <mc:Choice Requires="p14">
            <p:contentPart r:id="rId202" p14:bwMode="auto">
              <p14:nvContentPartPr>
                <p14:cNvPr id="264" name="墨迹 263"/>
                <p14:cNvContentPartPr/>
                <p14:nvPr/>
              </p14:nvContentPartPr>
              <p14:xfrm>
                <a:off x="5860" y="2959"/>
                <a:ext cx="1" cy="1"/>
              </p14:xfrm>
            </p:contentPart>
          </mc:Choice>
          <mc:Fallback xmlns="">
            <p:pic>
              <p:nvPicPr>
                <p:cNvPr id="264" name="墨迹 263"/>
              </p:nvPicPr>
              <p:blipFill>
                <a:blip r:embed="rId34"/>
              </p:blipFill>
              <p:spPr>
                <a:xfrm>
                  <a:off x="5860" y="2959"/>
                  <a:ext cx="1" cy="1"/>
                </a:xfrm>
                <a:prstGeom prst="rect"/>
              </p:spPr>
            </p:pic>
          </mc:Fallback>
        </mc:AlternateContent>
        <mc:AlternateContent xmlns:mc="http://schemas.openxmlformats.org/markup-compatibility/2006" xmlns:p14="http://schemas.microsoft.com/office/powerpoint/2010/main">
          <mc:Choice Requires="p14">
            <p:contentPart r:id="rId203" p14:bwMode="auto">
              <p14:nvContentPartPr>
                <p14:cNvPr id="265" name="墨迹 264"/>
                <p14:cNvContentPartPr/>
                <p14:nvPr/>
              </p14:nvContentPartPr>
              <p14:xfrm>
                <a:off x="4989" y="2322"/>
                <a:ext cx="872" cy="638"/>
              </p14:xfrm>
            </p:contentPart>
          </mc:Choice>
          <mc:Fallback xmlns="">
            <p:pic>
              <p:nvPicPr>
                <p:cNvPr id="265" name="墨迹 264"/>
              </p:nvPicPr>
              <p:blipFill>
                <a:blip r:embed="rId204"/>
              </p:blipFill>
              <p:spPr>
                <a:xfrm>
                  <a:off x="4989" y="2322"/>
                  <a:ext cx="872" cy="638"/>
                </a:xfrm>
                <a:prstGeom prst="rect"/>
              </p:spPr>
            </p:pic>
          </mc:Fallback>
        </mc:AlternateContent>
        <mc:AlternateContent xmlns:mc="http://schemas.openxmlformats.org/markup-compatibility/2006" xmlns:p14="http://schemas.microsoft.com/office/powerpoint/2010/main">
          <mc:Choice Requires="p14">
            <p:contentPart r:id="rId205" p14:bwMode="auto">
              <p14:nvContentPartPr>
                <p14:cNvPr id="266" name="墨迹 265"/>
                <p14:cNvContentPartPr/>
                <p14:nvPr/>
              </p14:nvContentPartPr>
              <p14:xfrm>
                <a:off x="8405" y="2434"/>
                <a:ext cx="1" cy="1"/>
              </p14:xfrm>
            </p:contentPart>
          </mc:Choice>
          <mc:Fallback xmlns="">
            <p:pic>
              <p:nvPicPr>
                <p:cNvPr id="266" name="墨迹 265"/>
              </p:nvPicPr>
              <p:blipFill>
                <a:blip r:embed="rId34"/>
              </p:blipFill>
              <p:spPr>
                <a:xfrm>
                  <a:off x="8405" y="2434"/>
                  <a:ext cx="1" cy="1"/>
                </a:xfrm>
                <a:prstGeom prst="rect"/>
              </p:spPr>
            </p:pic>
          </mc:Fallback>
        </mc:AlternateContent>
        <p:cxnSp>
          <p:nvCxnSpPr>
            <p:cNvPr id="267" name="直接连接符 266"/>
            <p:cNvCxnSpPr/>
            <p:nvPr/>
          </p:nvCxnSpPr>
          <p:spPr>
            <a:xfrm flipV="1">
              <a:off x="5859" y="1940"/>
              <a:ext cx="1145" cy="89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68" name="直接连接符 267"/>
            <p:cNvCxnSpPr/>
            <p:nvPr/>
          </p:nvCxnSpPr>
          <p:spPr>
            <a:xfrm flipV="1">
              <a:off x="6416" y="3149"/>
              <a:ext cx="1240" cy="931"/>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69" name="直接连接符 268"/>
            <p:cNvCxnSpPr/>
            <p:nvPr/>
          </p:nvCxnSpPr>
          <p:spPr>
            <a:xfrm flipH="1" flipV="1">
              <a:off x="748" y="2634"/>
              <a:ext cx="131" cy="999"/>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70" name="直接连接符 269"/>
            <p:cNvCxnSpPr>
              <a:stCxn id="242" idx="117"/>
            </p:cNvCxnSpPr>
            <p:nvPr/>
          </p:nvCxnSpPr>
          <p:spPr>
            <a:xfrm flipH="1" flipV="1">
              <a:off x="1649" y="2257"/>
              <a:ext cx="392" cy="78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71" name="直接连接符 270"/>
            <p:cNvCxnSpPr/>
            <p:nvPr/>
          </p:nvCxnSpPr>
          <p:spPr>
            <a:xfrm flipV="1">
              <a:off x="1366" y="4596"/>
              <a:ext cx="1479" cy="1192"/>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72" name="直接连接符 271"/>
            <p:cNvCxnSpPr/>
            <p:nvPr/>
          </p:nvCxnSpPr>
          <p:spPr>
            <a:xfrm flipV="1">
              <a:off x="3488" y="6523"/>
              <a:ext cx="4" cy="817"/>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73" name="直接连接符 272"/>
            <p:cNvCxnSpPr/>
            <p:nvPr/>
          </p:nvCxnSpPr>
          <p:spPr>
            <a:xfrm flipH="1">
              <a:off x="5924" y="5345"/>
              <a:ext cx="193" cy="1559"/>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74" name="直接连接符 273"/>
            <p:cNvCxnSpPr/>
            <p:nvPr/>
          </p:nvCxnSpPr>
          <p:spPr>
            <a:xfrm flipV="1">
              <a:off x="7156" y="5502"/>
              <a:ext cx="33" cy="999"/>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75" name="文本框 274"/>
            <p:cNvSpPr txBox="1"/>
            <p:nvPr/>
          </p:nvSpPr>
          <p:spPr>
            <a:xfrm>
              <a:off x="6992" y="1454"/>
              <a:ext cx="1557" cy="628"/>
            </a:xfrm>
            <a:prstGeom prst="rect">
              <a:avLst/>
            </a:prstGeom>
            <a:noFill/>
          </p:spPr>
          <p:txBody>
            <a:bodyPr wrap="square" rtlCol="0">
              <a:spAutoFit/>
            </a:bodyPr>
            <a:p>
              <a:r>
                <a:rPr lang="en-US" altLang="zh-CN" sz="2000"/>
                <a:t>Retina</a:t>
              </a:r>
              <a:endParaRPr lang="en-US" altLang="zh-CN" sz="2000"/>
            </a:p>
          </p:txBody>
        </p:sp>
        <p:sp>
          <p:nvSpPr>
            <p:cNvPr id="276" name="文本框 275"/>
            <p:cNvSpPr txBox="1"/>
            <p:nvPr/>
          </p:nvSpPr>
          <p:spPr>
            <a:xfrm>
              <a:off x="7375" y="2599"/>
              <a:ext cx="2060" cy="1113"/>
            </a:xfrm>
            <a:prstGeom prst="rect">
              <a:avLst/>
            </a:prstGeom>
            <a:noFill/>
          </p:spPr>
          <p:txBody>
            <a:bodyPr wrap="square" rtlCol="0">
              <a:spAutoFit/>
            </a:bodyPr>
            <a:p>
              <a:pPr algn="ctr"/>
              <a:r>
                <a:rPr lang="en-US" altLang="zh-CN" sz="2000"/>
                <a:t>Fovea Centralis</a:t>
              </a:r>
              <a:endParaRPr lang="en-US" altLang="zh-CN" sz="2000"/>
            </a:p>
          </p:txBody>
        </p:sp>
        <p:sp>
          <p:nvSpPr>
            <p:cNvPr id="277" name="文本框 276"/>
            <p:cNvSpPr txBox="1"/>
            <p:nvPr/>
          </p:nvSpPr>
          <p:spPr>
            <a:xfrm>
              <a:off x="2565" y="7196"/>
              <a:ext cx="2769" cy="1597"/>
            </a:xfrm>
            <a:prstGeom prst="rect">
              <a:avLst/>
            </a:prstGeom>
            <a:noFill/>
          </p:spPr>
          <p:txBody>
            <a:bodyPr wrap="square" rtlCol="0">
              <a:noAutofit/>
            </a:bodyPr>
            <a:p>
              <a:r>
                <a:rPr lang="en-US" altLang="zh-CN" sz="2000"/>
                <a:t>Retinal Pigment Epithelium</a:t>
              </a:r>
              <a:endParaRPr lang="zh-CN" altLang="en-US" sz="2000"/>
            </a:p>
          </p:txBody>
        </p:sp>
        <p:sp>
          <p:nvSpPr>
            <p:cNvPr id="278" name="文本框 277"/>
            <p:cNvSpPr txBox="1"/>
            <p:nvPr/>
          </p:nvSpPr>
          <p:spPr>
            <a:xfrm>
              <a:off x="4607" y="6929"/>
              <a:ext cx="2182" cy="628"/>
            </a:xfrm>
            <a:prstGeom prst="rect">
              <a:avLst/>
            </a:prstGeom>
            <a:noFill/>
          </p:spPr>
          <p:txBody>
            <a:bodyPr wrap="square" rtlCol="0">
              <a:spAutoFit/>
            </a:bodyPr>
            <a:p>
              <a:r>
                <a:rPr lang="en-US" altLang="zh-CN" sz="2000"/>
                <a:t>Optic Disc</a:t>
              </a:r>
              <a:endParaRPr lang="en-US" altLang="zh-CN" sz="2000"/>
            </a:p>
          </p:txBody>
        </p:sp>
        <p:sp>
          <p:nvSpPr>
            <p:cNvPr id="279" name="文本框 278"/>
            <p:cNvSpPr txBox="1"/>
            <p:nvPr/>
          </p:nvSpPr>
          <p:spPr>
            <a:xfrm>
              <a:off x="6624" y="6551"/>
              <a:ext cx="1381" cy="1025"/>
            </a:xfrm>
            <a:prstGeom prst="rect">
              <a:avLst/>
            </a:prstGeom>
            <a:noFill/>
          </p:spPr>
          <p:txBody>
            <a:bodyPr wrap="square" rtlCol="0">
              <a:noAutofit/>
            </a:bodyPr>
            <a:p>
              <a:r>
                <a:rPr lang="en-US" altLang="zh-CN"/>
                <a:t>Optic Nerve</a:t>
              </a:r>
              <a:endParaRPr lang="en-US" altLang="zh-CN"/>
            </a:p>
          </p:txBody>
        </p:sp>
        <p:sp>
          <p:nvSpPr>
            <p:cNvPr id="280" name="文本框 279"/>
            <p:cNvSpPr txBox="1"/>
            <p:nvPr/>
          </p:nvSpPr>
          <p:spPr>
            <a:xfrm>
              <a:off x="923" y="1723"/>
              <a:ext cx="1764" cy="580"/>
            </a:xfrm>
            <a:prstGeom prst="rect">
              <a:avLst/>
            </a:prstGeom>
            <a:noFill/>
          </p:spPr>
          <p:txBody>
            <a:bodyPr wrap="square" rtlCol="0">
              <a:spAutoFit/>
            </a:bodyPr>
            <a:p>
              <a:r>
                <a:rPr lang="en-US" altLang="zh-CN"/>
                <a:t>Cornea</a:t>
              </a:r>
              <a:endParaRPr lang="en-US" altLang="zh-CN"/>
            </a:p>
          </p:txBody>
        </p:sp>
        <p:sp>
          <p:nvSpPr>
            <p:cNvPr id="282" name="文本框 281"/>
            <p:cNvSpPr txBox="1"/>
            <p:nvPr/>
          </p:nvSpPr>
          <p:spPr>
            <a:xfrm>
              <a:off x="124" y="2171"/>
              <a:ext cx="1073" cy="580"/>
            </a:xfrm>
            <a:prstGeom prst="rect">
              <a:avLst/>
            </a:prstGeom>
            <a:noFill/>
          </p:spPr>
          <p:txBody>
            <a:bodyPr wrap="square" rtlCol="0">
              <a:spAutoFit/>
            </a:bodyPr>
            <a:p>
              <a:r>
                <a:rPr lang="en-US" altLang="zh-CN"/>
                <a:t>Light </a:t>
              </a:r>
              <a:endParaRPr lang="en-US" altLang="zh-CN"/>
            </a:p>
          </p:txBody>
        </p:sp>
        <p:sp>
          <p:nvSpPr>
            <p:cNvPr id="283" name="文本框 282"/>
            <p:cNvSpPr txBox="1"/>
            <p:nvPr/>
          </p:nvSpPr>
          <p:spPr>
            <a:xfrm>
              <a:off x="511" y="5241"/>
              <a:ext cx="1181" cy="1113"/>
            </a:xfrm>
            <a:prstGeom prst="rect">
              <a:avLst/>
            </a:prstGeom>
            <a:noFill/>
          </p:spPr>
          <p:txBody>
            <a:bodyPr wrap="square" rtlCol="0">
              <a:spAutoFit/>
            </a:bodyPr>
            <a:p>
              <a:r>
                <a:rPr lang="en-US" altLang="zh-CN" sz="2000"/>
                <a:t> Lens</a:t>
              </a:r>
              <a:endParaRPr lang="en-US" altLang="zh-CN" sz="200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任意多边形 20"/>
          <p:cNvSpPr/>
          <p:nvPr/>
        </p:nvSpPr>
        <p:spPr>
          <a:xfrm>
            <a:off x="396240" y="1346200"/>
            <a:ext cx="1493520" cy="1635760"/>
          </a:xfrm>
          <a:custGeom>
            <a:avLst/>
            <a:gdLst>
              <a:gd name="connisteX0" fmla="*/ 91440 w 1493520"/>
              <a:gd name="connsiteY0" fmla="*/ 680720 h 1635760"/>
              <a:gd name="connisteX1" fmla="*/ 132080 w 1493520"/>
              <a:gd name="connsiteY1" fmla="*/ 609600 h 1635760"/>
              <a:gd name="connisteX2" fmla="*/ 193040 w 1493520"/>
              <a:gd name="connsiteY2" fmla="*/ 538480 h 1635760"/>
              <a:gd name="connisteX3" fmla="*/ 264160 w 1493520"/>
              <a:gd name="connsiteY3" fmla="*/ 477520 h 1635760"/>
              <a:gd name="connisteX4" fmla="*/ 314960 w 1493520"/>
              <a:gd name="connsiteY4" fmla="*/ 406400 h 1635760"/>
              <a:gd name="connisteX5" fmla="*/ 386080 w 1493520"/>
              <a:gd name="connsiteY5" fmla="*/ 355600 h 1635760"/>
              <a:gd name="connisteX6" fmla="*/ 457200 w 1493520"/>
              <a:gd name="connsiteY6" fmla="*/ 294640 h 1635760"/>
              <a:gd name="connisteX7" fmla="*/ 528320 w 1493520"/>
              <a:gd name="connsiteY7" fmla="*/ 243840 h 1635760"/>
              <a:gd name="connisteX8" fmla="*/ 599440 w 1493520"/>
              <a:gd name="connsiteY8" fmla="*/ 182880 h 1635760"/>
              <a:gd name="connisteX9" fmla="*/ 670560 w 1493520"/>
              <a:gd name="connsiteY9" fmla="*/ 132080 h 1635760"/>
              <a:gd name="connisteX10" fmla="*/ 741680 w 1493520"/>
              <a:gd name="connsiteY10" fmla="*/ 91440 h 1635760"/>
              <a:gd name="connisteX11" fmla="*/ 812800 w 1493520"/>
              <a:gd name="connsiteY11" fmla="*/ 60960 h 1635760"/>
              <a:gd name="connisteX12" fmla="*/ 883920 w 1493520"/>
              <a:gd name="connsiteY12" fmla="*/ 40640 h 1635760"/>
              <a:gd name="connisteX13" fmla="*/ 955040 w 1493520"/>
              <a:gd name="connsiteY13" fmla="*/ 10160 h 1635760"/>
              <a:gd name="connisteX14" fmla="*/ 1026160 w 1493520"/>
              <a:gd name="connsiteY14" fmla="*/ 0 h 1635760"/>
              <a:gd name="connisteX15" fmla="*/ 1097280 w 1493520"/>
              <a:gd name="connsiteY15" fmla="*/ 0 h 1635760"/>
              <a:gd name="connisteX16" fmla="*/ 1168400 w 1493520"/>
              <a:gd name="connsiteY16" fmla="*/ 0 h 1635760"/>
              <a:gd name="connisteX17" fmla="*/ 1239520 w 1493520"/>
              <a:gd name="connsiteY17" fmla="*/ 60960 h 1635760"/>
              <a:gd name="connisteX18" fmla="*/ 1330960 w 1493520"/>
              <a:gd name="connsiteY18" fmla="*/ 111760 h 1635760"/>
              <a:gd name="connisteX19" fmla="*/ 1402080 w 1493520"/>
              <a:gd name="connsiteY19" fmla="*/ 172720 h 1635760"/>
              <a:gd name="connisteX20" fmla="*/ 1432560 w 1493520"/>
              <a:gd name="connsiteY20" fmla="*/ 243840 h 1635760"/>
              <a:gd name="connisteX21" fmla="*/ 1463040 w 1493520"/>
              <a:gd name="connsiteY21" fmla="*/ 314960 h 1635760"/>
              <a:gd name="connisteX22" fmla="*/ 1483360 w 1493520"/>
              <a:gd name="connsiteY22" fmla="*/ 386080 h 1635760"/>
              <a:gd name="connisteX23" fmla="*/ 1483360 w 1493520"/>
              <a:gd name="connsiteY23" fmla="*/ 457200 h 1635760"/>
              <a:gd name="connisteX24" fmla="*/ 1493520 w 1493520"/>
              <a:gd name="connsiteY24" fmla="*/ 528320 h 1635760"/>
              <a:gd name="connisteX25" fmla="*/ 1493520 w 1493520"/>
              <a:gd name="connsiteY25" fmla="*/ 599440 h 1635760"/>
              <a:gd name="connisteX26" fmla="*/ 1493520 w 1493520"/>
              <a:gd name="connsiteY26" fmla="*/ 670560 h 1635760"/>
              <a:gd name="connisteX27" fmla="*/ 1493520 w 1493520"/>
              <a:gd name="connsiteY27" fmla="*/ 741680 h 1635760"/>
              <a:gd name="connisteX28" fmla="*/ 1493520 w 1493520"/>
              <a:gd name="connsiteY28" fmla="*/ 822960 h 1635760"/>
              <a:gd name="connisteX29" fmla="*/ 1493520 w 1493520"/>
              <a:gd name="connsiteY29" fmla="*/ 894080 h 1635760"/>
              <a:gd name="connisteX30" fmla="*/ 1493520 w 1493520"/>
              <a:gd name="connsiteY30" fmla="*/ 965200 h 1635760"/>
              <a:gd name="connisteX31" fmla="*/ 1473200 w 1493520"/>
              <a:gd name="connsiteY31" fmla="*/ 1036320 h 1635760"/>
              <a:gd name="connisteX32" fmla="*/ 1442720 w 1493520"/>
              <a:gd name="connsiteY32" fmla="*/ 1107440 h 1635760"/>
              <a:gd name="connisteX33" fmla="*/ 1412240 w 1493520"/>
              <a:gd name="connsiteY33" fmla="*/ 1137920 h 1635760"/>
              <a:gd name="connisteX34" fmla="*/ 1402080 w 1493520"/>
              <a:gd name="connsiteY34" fmla="*/ 1219200 h 1635760"/>
              <a:gd name="connisteX35" fmla="*/ 1391920 w 1493520"/>
              <a:gd name="connsiteY35" fmla="*/ 1290320 h 1635760"/>
              <a:gd name="connisteX36" fmla="*/ 1381760 w 1493520"/>
              <a:gd name="connsiteY36" fmla="*/ 1361440 h 1635760"/>
              <a:gd name="connisteX37" fmla="*/ 1361440 w 1493520"/>
              <a:gd name="connsiteY37" fmla="*/ 1432560 h 1635760"/>
              <a:gd name="connisteX38" fmla="*/ 1300480 w 1493520"/>
              <a:gd name="connsiteY38" fmla="*/ 1503680 h 1635760"/>
              <a:gd name="connisteX39" fmla="*/ 1229360 w 1493520"/>
              <a:gd name="connsiteY39" fmla="*/ 1574800 h 1635760"/>
              <a:gd name="connisteX40" fmla="*/ 1158240 w 1493520"/>
              <a:gd name="connsiteY40" fmla="*/ 1635760 h 1635760"/>
              <a:gd name="connisteX41" fmla="*/ 894080 w 1493520"/>
              <a:gd name="connsiteY41" fmla="*/ 1391920 h 1635760"/>
              <a:gd name="connisteX42" fmla="*/ 822960 w 1493520"/>
              <a:gd name="connsiteY42" fmla="*/ 1402080 h 1635760"/>
              <a:gd name="connisteX43" fmla="*/ 751840 w 1493520"/>
              <a:gd name="connsiteY43" fmla="*/ 1422400 h 1635760"/>
              <a:gd name="connisteX44" fmla="*/ 680720 w 1493520"/>
              <a:gd name="connsiteY44" fmla="*/ 1422400 h 1635760"/>
              <a:gd name="connisteX45" fmla="*/ 609600 w 1493520"/>
              <a:gd name="connsiteY45" fmla="*/ 1432560 h 1635760"/>
              <a:gd name="connisteX46" fmla="*/ 538480 w 1493520"/>
              <a:gd name="connsiteY46" fmla="*/ 1442720 h 1635760"/>
              <a:gd name="connisteX47" fmla="*/ 457200 w 1493520"/>
              <a:gd name="connsiteY47" fmla="*/ 1442720 h 1635760"/>
              <a:gd name="connisteX48" fmla="*/ 386080 w 1493520"/>
              <a:gd name="connsiteY48" fmla="*/ 1442720 h 1635760"/>
              <a:gd name="connisteX49" fmla="*/ 314960 w 1493520"/>
              <a:gd name="connsiteY49" fmla="*/ 1412240 h 1635760"/>
              <a:gd name="connisteX50" fmla="*/ 243840 w 1493520"/>
              <a:gd name="connsiteY50" fmla="*/ 1391920 h 1635760"/>
              <a:gd name="connisteX51" fmla="*/ 172720 w 1493520"/>
              <a:gd name="connsiteY51" fmla="*/ 1351280 h 1635760"/>
              <a:gd name="connisteX52" fmla="*/ 101600 w 1493520"/>
              <a:gd name="connsiteY52" fmla="*/ 1290320 h 1635760"/>
              <a:gd name="connisteX53" fmla="*/ 30480 w 1493520"/>
              <a:gd name="connsiteY53" fmla="*/ 1229360 h 1635760"/>
              <a:gd name="connisteX54" fmla="*/ 20320 w 1493520"/>
              <a:gd name="connsiteY54" fmla="*/ 1158240 h 1635760"/>
              <a:gd name="connisteX55" fmla="*/ 10160 w 1493520"/>
              <a:gd name="connsiteY55" fmla="*/ 1087120 h 1635760"/>
              <a:gd name="connisteX56" fmla="*/ 0 w 1493520"/>
              <a:gd name="connsiteY56" fmla="*/ 1016000 h 1635760"/>
              <a:gd name="connisteX57" fmla="*/ 0 w 1493520"/>
              <a:gd name="connsiteY57" fmla="*/ 944880 h 1635760"/>
              <a:gd name="connisteX58" fmla="*/ 10160 w 1493520"/>
              <a:gd name="connsiteY58" fmla="*/ 873760 h 1635760"/>
              <a:gd name="connisteX59" fmla="*/ 50800 w 1493520"/>
              <a:gd name="connsiteY59" fmla="*/ 792480 h 1635760"/>
              <a:gd name="connisteX60" fmla="*/ 81280 w 1493520"/>
              <a:gd name="connsiteY60" fmla="*/ 721360 h 1635760"/>
              <a:gd name="connisteX61" fmla="*/ 111760 w 1493520"/>
              <a:gd name="connsiteY61" fmla="*/ 650240 h 1635760"/>
              <a:gd name="connisteX62" fmla="*/ 91440 w 1493520"/>
              <a:gd name="connsiteY62" fmla="*/ 680720 h 163576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Lst>
            <a:rect l="l" t="t" r="r" b="b"/>
            <a:pathLst>
              <a:path w="1493520" h="1635760">
                <a:moveTo>
                  <a:pt x="91440" y="680720"/>
                </a:moveTo>
                <a:lnTo>
                  <a:pt x="132080" y="609600"/>
                </a:lnTo>
                <a:lnTo>
                  <a:pt x="193040" y="538480"/>
                </a:lnTo>
                <a:lnTo>
                  <a:pt x="264160" y="477520"/>
                </a:lnTo>
                <a:lnTo>
                  <a:pt x="314960" y="406400"/>
                </a:lnTo>
                <a:lnTo>
                  <a:pt x="386080" y="355600"/>
                </a:lnTo>
                <a:lnTo>
                  <a:pt x="457200" y="294640"/>
                </a:lnTo>
                <a:lnTo>
                  <a:pt x="528320" y="243840"/>
                </a:lnTo>
                <a:lnTo>
                  <a:pt x="599440" y="182880"/>
                </a:lnTo>
                <a:lnTo>
                  <a:pt x="670560" y="132080"/>
                </a:lnTo>
                <a:lnTo>
                  <a:pt x="741680" y="91440"/>
                </a:lnTo>
                <a:lnTo>
                  <a:pt x="812800" y="60960"/>
                </a:lnTo>
                <a:lnTo>
                  <a:pt x="883920" y="40640"/>
                </a:lnTo>
                <a:lnTo>
                  <a:pt x="955040" y="10160"/>
                </a:lnTo>
                <a:lnTo>
                  <a:pt x="1026160" y="0"/>
                </a:lnTo>
                <a:lnTo>
                  <a:pt x="1097280" y="0"/>
                </a:lnTo>
                <a:lnTo>
                  <a:pt x="1168400" y="0"/>
                </a:lnTo>
                <a:lnTo>
                  <a:pt x="1239520" y="60960"/>
                </a:lnTo>
                <a:lnTo>
                  <a:pt x="1330960" y="111760"/>
                </a:lnTo>
                <a:lnTo>
                  <a:pt x="1402080" y="172720"/>
                </a:lnTo>
                <a:lnTo>
                  <a:pt x="1432560" y="243840"/>
                </a:lnTo>
                <a:lnTo>
                  <a:pt x="1463040" y="314960"/>
                </a:lnTo>
                <a:lnTo>
                  <a:pt x="1483360" y="386080"/>
                </a:lnTo>
                <a:lnTo>
                  <a:pt x="1483360" y="457200"/>
                </a:lnTo>
                <a:lnTo>
                  <a:pt x="1493520" y="528320"/>
                </a:lnTo>
                <a:lnTo>
                  <a:pt x="1493520" y="599440"/>
                </a:lnTo>
                <a:lnTo>
                  <a:pt x="1493520" y="670560"/>
                </a:lnTo>
                <a:lnTo>
                  <a:pt x="1493520" y="741680"/>
                </a:lnTo>
                <a:lnTo>
                  <a:pt x="1493520" y="822960"/>
                </a:lnTo>
                <a:lnTo>
                  <a:pt x="1493520" y="894080"/>
                </a:lnTo>
                <a:lnTo>
                  <a:pt x="1493520" y="965200"/>
                </a:lnTo>
                <a:lnTo>
                  <a:pt x="1473200" y="1036320"/>
                </a:lnTo>
                <a:lnTo>
                  <a:pt x="1442720" y="1107440"/>
                </a:lnTo>
                <a:lnTo>
                  <a:pt x="1412240" y="1137920"/>
                </a:lnTo>
                <a:lnTo>
                  <a:pt x="1402080" y="1219200"/>
                </a:lnTo>
                <a:lnTo>
                  <a:pt x="1391920" y="1290320"/>
                </a:lnTo>
                <a:lnTo>
                  <a:pt x="1381760" y="1361440"/>
                </a:lnTo>
                <a:lnTo>
                  <a:pt x="1361440" y="1432560"/>
                </a:lnTo>
                <a:lnTo>
                  <a:pt x="1300480" y="1503680"/>
                </a:lnTo>
                <a:lnTo>
                  <a:pt x="1229360" y="1574800"/>
                </a:lnTo>
                <a:lnTo>
                  <a:pt x="1158240" y="1635760"/>
                </a:lnTo>
                <a:lnTo>
                  <a:pt x="894080" y="1391920"/>
                </a:lnTo>
                <a:lnTo>
                  <a:pt x="822960" y="1402080"/>
                </a:lnTo>
                <a:lnTo>
                  <a:pt x="751840" y="1422400"/>
                </a:lnTo>
                <a:lnTo>
                  <a:pt x="680720" y="1422400"/>
                </a:lnTo>
                <a:lnTo>
                  <a:pt x="609600" y="1432560"/>
                </a:lnTo>
                <a:lnTo>
                  <a:pt x="538480" y="1442720"/>
                </a:lnTo>
                <a:lnTo>
                  <a:pt x="457200" y="1442720"/>
                </a:lnTo>
                <a:lnTo>
                  <a:pt x="386080" y="1442720"/>
                </a:lnTo>
                <a:lnTo>
                  <a:pt x="314960" y="1412240"/>
                </a:lnTo>
                <a:lnTo>
                  <a:pt x="243840" y="1391920"/>
                </a:lnTo>
                <a:lnTo>
                  <a:pt x="172720" y="1351280"/>
                </a:lnTo>
                <a:lnTo>
                  <a:pt x="101600" y="1290320"/>
                </a:lnTo>
                <a:lnTo>
                  <a:pt x="30480" y="1229360"/>
                </a:lnTo>
                <a:lnTo>
                  <a:pt x="20320" y="1158240"/>
                </a:lnTo>
                <a:lnTo>
                  <a:pt x="10160" y="1087120"/>
                </a:lnTo>
                <a:lnTo>
                  <a:pt x="0" y="1016000"/>
                </a:lnTo>
                <a:lnTo>
                  <a:pt x="0" y="944880"/>
                </a:lnTo>
                <a:lnTo>
                  <a:pt x="10160" y="873760"/>
                </a:lnTo>
                <a:lnTo>
                  <a:pt x="50800" y="792480"/>
                </a:lnTo>
                <a:lnTo>
                  <a:pt x="81280" y="721360"/>
                </a:lnTo>
                <a:lnTo>
                  <a:pt x="111760" y="650240"/>
                </a:lnTo>
                <a:lnTo>
                  <a:pt x="91440" y="680720"/>
                </a:lnTo>
                <a:close/>
              </a:path>
            </a:pathLst>
          </a:custGeom>
          <a:solidFill>
            <a:srgbClr val="BC5F77"/>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任意多边形 21"/>
          <p:cNvSpPr/>
          <p:nvPr/>
        </p:nvSpPr>
        <p:spPr>
          <a:xfrm>
            <a:off x="1296035" y="889000"/>
            <a:ext cx="3688080" cy="3058160"/>
          </a:xfrm>
          <a:custGeom>
            <a:avLst/>
            <a:gdLst>
              <a:gd name="connsiteX0" fmla="*/ 0 w 5808"/>
              <a:gd name="connsiteY0" fmla="*/ 576 h 4816"/>
              <a:gd name="connsiteX1" fmla="*/ 112 w 5808"/>
              <a:gd name="connsiteY1" fmla="*/ 528 h 4816"/>
              <a:gd name="connsiteX2" fmla="*/ 224 w 5808"/>
              <a:gd name="connsiteY2" fmla="*/ 512 h 4816"/>
              <a:gd name="connsiteX3" fmla="*/ 336 w 5808"/>
              <a:gd name="connsiteY3" fmla="*/ 480 h 4816"/>
              <a:gd name="connsiteX4" fmla="*/ 448 w 5808"/>
              <a:gd name="connsiteY4" fmla="*/ 448 h 4816"/>
              <a:gd name="connsiteX5" fmla="*/ 560 w 5808"/>
              <a:gd name="connsiteY5" fmla="*/ 432 h 4816"/>
              <a:gd name="connsiteX6" fmla="*/ 672 w 5808"/>
              <a:gd name="connsiteY6" fmla="*/ 400 h 4816"/>
              <a:gd name="connsiteX7" fmla="*/ 784 w 5808"/>
              <a:gd name="connsiteY7" fmla="*/ 352 h 4816"/>
              <a:gd name="connsiteX8" fmla="*/ 912 w 5808"/>
              <a:gd name="connsiteY8" fmla="*/ 272 h 4816"/>
              <a:gd name="connsiteX9" fmla="*/ 1024 w 5808"/>
              <a:gd name="connsiteY9" fmla="*/ 224 h 4816"/>
              <a:gd name="connsiteX10" fmla="*/ 1136 w 5808"/>
              <a:gd name="connsiteY10" fmla="*/ 192 h 4816"/>
              <a:gd name="connsiteX11" fmla="*/ 1264 w 5808"/>
              <a:gd name="connsiteY11" fmla="*/ 160 h 4816"/>
              <a:gd name="connsiteX12" fmla="*/ 1376 w 5808"/>
              <a:gd name="connsiteY12" fmla="*/ 128 h 4816"/>
              <a:gd name="connsiteX13" fmla="*/ 1488 w 5808"/>
              <a:gd name="connsiteY13" fmla="*/ 112 h 4816"/>
              <a:gd name="connsiteX14" fmla="*/ 1616 w 5808"/>
              <a:gd name="connsiteY14" fmla="*/ 96 h 4816"/>
              <a:gd name="connsiteX15" fmla="*/ 1728 w 5808"/>
              <a:gd name="connsiteY15" fmla="*/ 96 h 4816"/>
              <a:gd name="connsiteX16" fmla="*/ 1840 w 5808"/>
              <a:gd name="connsiteY16" fmla="*/ 80 h 4816"/>
              <a:gd name="connsiteX17" fmla="*/ 1952 w 5808"/>
              <a:gd name="connsiteY17" fmla="*/ 64 h 4816"/>
              <a:gd name="connsiteX18" fmla="*/ 2064 w 5808"/>
              <a:gd name="connsiteY18" fmla="*/ 32 h 4816"/>
              <a:gd name="connsiteX19" fmla="*/ 2176 w 5808"/>
              <a:gd name="connsiteY19" fmla="*/ 32 h 4816"/>
              <a:gd name="connsiteX20" fmla="*/ 2288 w 5808"/>
              <a:gd name="connsiteY20" fmla="*/ 16 h 4816"/>
              <a:gd name="connsiteX21" fmla="*/ 2400 w 5808"/>
              <a:gd name="connsiteY21" fmla="*/ 16 h 4816"/>
              <a:gd name="connsiteX22" fmla="*/ 2512 w 5808"/>
              <a:gd name="connsiteY22" fmla="*/ 0 h 4816"/>
              <a:gd name="connsiteX23" fmla="*/ 2624 w 5808"/>
              <a:gd name="connsiteY23" fmla="*/ 0 h 4816"/>
              <a:gd name="connsiteX24" fmla="*/ 2736 w 5808"/>
              <a:gd name="connsiteY24" fmla="*/ 0 h 4816"/>
              <a:gd name="connsiteX25" fmla="*/ 2864 w 5808"/>
              <a:gd name="connsiteY25" fmla="*/ 0 h 4816"/>
              <a:gd name="connsiteX26" fmla="*/ 2976 w 5808"/>
              <a:gd name="connsiteY26" fmla="*/ 0 h 4816"/>
              <a:gd name="connsiteX27" fmla="*/ 3088 w 5808"/>
              <a:gd name="connsiteY27" fmla="*/ 0 h 4816"/>
              <a:gd name="connsiteX28" fmla="*/ 3200 w 5808"/>
              <a:gd name="connsiteY28" fmla="*/ 0 h 4816"/>
              <a:gd name="connsiteX29" fmla="*/ 3264 w 5808"/>
              <a:gd name="connsiteY29" fmla="*/ 0 h 4816"/>
              <a:gd name="connsiteX30" fmla="*/ 3376 w 5808"/>
              <a:gd name="connsiteY30" fmla="*/ 96 h 4816"/>
              <a:gd name="connsiteX31" fmla="*/ 3424 w 5808"/>
              <a:gd name="connsiteY31" fmla="*/ 208 h 4816"/>
              <a:gd name="connsiteX32" fmla="*/ 3424 w 5808"/>
              <a:gd name="connsiteY32" fmla="*/ 224 h 4816"/>
              <a:gd name="connsiteX33" fmla="*/ 3536 w 5808"/>
              <a:gd name="connsiteY33" fmla="*/ 224 h 4816"/>
              <a:gd name="connsiteX34" fmla="*/ 3648 w 5808"/>
              <a:gd name="connsiteY34" fmla="*/ 208 h 4816"/>
              <a:gd name="connsiteX35" fmla="*/ 3760 w 5808"/>
              <a:gd name="connsiteY35" fmla="*/ 192 h 4816"/>
              <a:gd name="connsiteX36" fmla="*/ 3872 w 5808"/>
              <a:gd name="connsiteY36" fmla="*/ 192 h 4816"/>
              <a:gd name="connsiteX37" fmla="*/ 3984 w 5808"/>
              <a:gd name="connsiteY37" fmla="*/ 176 h 4816"/>
              <a:gd name="connsiteX38" fmla="*/ 4096 w 5808"/>
              <a:gd name="connsiteY38" fmla="*/ 160 h 4816"/>
              <a:gd name="connsiteX39" fmla="*/ 4208 w 5808"/>
              <a:gd name="connsiteY39" fmla="*/ 160 h 4816"/>
              <a:gd name="connsiteX40" fmla="*/ 4320 w 5808"/>
              <a:gd name="connsiteY40" fmla="*/ 160 h 4816"/>
              <a:gd name="connsiteX41" fmla="*/ 4432 w 5808"/>
              <a:gd name="connsiteY41" fmla="*/ 160 h 4816"/>
              <a:gd name="connsiteX42" fmla="*/ 4544 w 5808"/>
              <a:gd name="connsiteY42" fmla="*/ 160 h 4816"/>
              <a:gd name="connsiteX43" fmla="*/ 4656 w 5808"/>
              <a:gd name="connsiteY43" fmla="*/ 160 h 4816"/>
              <a:gd name="connsiteX44" fmla="*/ 4768 w 5808"/>
              <a:gd name="connsiteY44" fmla="*/ 176 h 4816"/>
              <a:gd name="connsiteX45" fmla="*/ 4880 w 5808"/>
              <a:gd name="connsiteY45" fmla="*/ 224 h 4816"/>
              <a:gd name="connsiteX46" fmla="*/ 4992 w 5808"/>
              <a:gd name="connsiteY46" fmla="*/ 304 h 4816"/>
              <a:gd name="connsiteX47" fmla="*/ 5104 w 5808"/>
              <a:gd name="connsiteY47" fmla="*/ 368 h 4816"/>
              <a:gd name="connsiteX48" fmla="*/ 5216 w 5808"/>
              <a:gd name="connsiteY48" fmla="*/ 448 h 4816"/>
              <a:gd name="connsiteX49" fmla="*/ 5328 w 5808"/>
              <a:gd name="connsiteY49" fmla="*/ 544 h 4816"/>
              <a:gd name="connsiteX50" fmla="*/ 5360 w 5808"/>
              <a:gd name="connsiteY50" fmla="*/ 656 h 4816"/>
              <a:gd name="connsiteX51" fmla="*/ 5392 w 5808"/>
              <a:gd name="connsiteY51" fmla="*/ 768 h 4816"/>
              <a:gd name="connsiteX52" fmla="*/ 5376 w 5808"/>
              <a:gd name="connsiteY52" fmla="*/ 784 h 4816"/>
              <a:gd name="connsiteX53" fmla="*/ 5488 w 5808"/>
              <a:gd name="connsiteY53" fmla="*/ 832 h 4816"/>
              <a:gd name="connsiteX54" fmla="*/ 5600 w 5808"/>
              <a:gd name="connsiteY54" fmla="*/ 880 h 4816"/>
              <a:gd name="connsiteX55" fmla="*/ 5712 w 5808"/>
              <a:gd name="connsiteY55" fmla="*/ 928 h 4816"/>
              <a:gd name="connsiteX56" fmla="*/ 5792 w 5808"/>
              <a:gd name="connsiteY56" fmla="*/ 1040 h 4816"/>
              <a:gd name="connsiteX57" fmla="*/ 5808 w 5808"/>
              <a:gd name="connsiteY57" fmla="*/ 1152 h 4816"/>
              <a:gd name="connsiteX58" fmla="*/ 5792 w 5808"/>
              <a:gd name="connsiteY58" fmla="*/ 1232 h 4816"/>
              <a:gd name="connsiteX59" fmla="*/ 5664 w 5808"/>
              <a:gd name="connsiteY59" fmla="*/ 1280 h 4816"/>
              <a:gd name="connsiteX60" fmla="*/ 5552 w 5808"/>
              <a:gd name="connsiteY60" fmla="*/ 1360 h 4816"/>
              <a:gd name="connsiteX61" fmla="*/ 5440 w 5808"/>
              <a:gd name="connsiteY61" fmla="*/ 1440 h 4816"/>
              <a:gd name="connsiteX62" fmla="*/ 5328 w 5808"/>
              <a:gd name="connsiteY62" fmla="*/ 1520 h 4816"/>
              <a:gd name="connsiteX63" fmla="*/ 5216 w 5808"/>
              <a:gd name="connsiteY63" fmla="*/ 1600 h 4816"/>
              <a:gd name="connsiteX64" fmla="*/ 5104 w 5808"/>
              <a:gd name="connsiteY64" fmla="*/ 1680 h 4816"/>
              <a:gd name="connsiteX65" fmla="*/ 4992 w 5808"/>
              <a:gd name="connsiteY65" fmla="*/ 1760 h 4816"/>
              <a:gd name="connsiteX66" fmla="*/ 4880 w 5808"/>
              <a:gd name="connsiteY66" fmla="*/ 1856 h 4816"/>
              <a:gd name="connsiteX67" fmla="*/ 4768 w 5808"/>
              <a:gd name="connsiteY67" fmla="*/ 1952 h 4816"/>
              <a:gd name="connsiteX68" fmla="*/ 4672 w 5808"/>
              <a:gd name="connsiteY68" fmla="*/ 2064 h 4816"/>
              <a:gd name="connsiteX69" fmla="*/ 4560 w 5808"/>
              <a:gd name="connsiteY69" fmla="*/ 2144 h 4816"/>
              <a:gd name="connsiteX70" fmla="*/ 4448 w 5808"/>
              <a:gd name="connsiteY70" fmla="*/ 2224 h 4816"/>
              <a:gd name="connsiteX71" fmla="*/ 4320 w 5808"/>
              <a:gd name="connsiteY71" fmla="*/ 2288 h 4816"/>
              <a:gd name="connsiteX72" fmla="*/ 4208 w 5808"/>
              <a:gd name="connsiteY72" fmla="*/ 2352 h 4816"/>
              <a:gd name="connsiteX73" fmla="*/ 4112 w 5808"/>
              <a:gd name="connsiteY73" fmla="*/ 2464 h 4816"/>
              <a:gd name="connsiteX74" fmla="*/ 4000 w 5808"/>
              <a:gd name="connsiteY74" fmla="*/ 2544 h 4816"/>
              <a:gd name="connsiteX75" fmla="*/ 3888 w 5808"/>
              <a:gd name="connsiteY75" fmla="*/ 2608 h 4816"/>
              <a:gd name="connsiteX76" fmla="*/ 3760 w 5808"/>
              <a:gd name="connsiteY76" fmla="*/ 2672 h 4816"/>
              <a:gd name="connsiteX77" fmla="*/ 3648 w 5808"/>
              <a:gd name="connsiteY77" fmla="*/ 2736 h 4816"/>
              <a:gd name="connsiteX78" fmla="*/ 3536 w 5808"/>
              <a:gd name="connsiteY78" fmla="*/ 2800 h 4816"/>
              <a:gd name="connsiteX79" fmla="*/ 3424 w 5808"/>
              <a:gd name="connsiteY79" fmla="*/ 2864 h 4816"/>
              <a:gd name="connsiteX80" fmla="*/ 3312 w 5808"/>
              <a:gd name="connsiteY80" fmla="*/ 2944 h 4816"/>
              <a:gd name="connsiteX81" fmla="*/ 3200 w 5808"/>
              <a:gd name="connsiteY81" fmla="*/ 3024 h 4816"/>
              <a:gd name="connsiteX82" fmla="*/ 3088 w 5808"/>
              <a:gd name="connsiteY82" fmla="*/ 3088 h 4816"/>
              <a:gd name="connsiteX83" fmla="*/ 2976 w 5808"/>
              <a:gd name="connsiteY83" fmla="*/ 3168 h 4816"/>
              <a:gd name="connsiteX84" fmla="*/ 2864 w 5808"/>
              <a:gd name="connsiteY84" fmla="*/ 3248 h 4816"/>
              <a:gd name="connsiteX85" fmla="*/ 2752 w 5808"/>
              <a:gd name="connsiteY85" fmla="*/ 3312 h 4816"/>
              <a:gd name="connsiteX86" fmla="*/ 2640 w 5808"/>
              <a:gd name="connsiteY86" fmla="*/ 3376 h 4816"/>
              <a:gd name="connsiteX87" fmla="*/ 2528 w 5808"/>
              <a:gd name="connsiteY87" fmla="*/ 3408 h 4816"/>
              <a:gd name="connsiteX88" fmla="*/ 2416 w 5808"/>
              <a:gd name="connsiteY88" fmla="*/ 3456 h 4816"/>
              <a:gd name="connsiteX89" fmla="*/ 2304 w 5808"/>
              <a:gd name="connsiteY89" fmla="*/ 3488 h 4816"/>
              <a:gd name="connsiteX90" fmla="*/ 2176 w 5808"/>
              <a:gd name="connsiteY90" fmla="*/ 3536 h 4816"/>
              <a:gd name="connsiteX91" fmla="*/ 2128 w 5808"/>
              <a:gd name="connsiteY91" fmla="*/ 3552 h 4816"/>
              <a:gd name="connsiteX92" fmla="*/ 2016 w 5808"/>
              <a:gd name="connsiteY92" fmla="*/ 3584 h 4816"/>
              <a:gd name="connsiteX93" fmla="*/ 1904 w 5808"/>
              <a:gd name="connsiteY93" fmla="*/ 3632 h 4816"/>
              <a:gd name="connsiteX94" fmla="*/ 1792 w 5808"/>
              <a:gd name="connsiteY94" fmla="*/ 3680 h 4816"/>
              <a:gd name="connsiteX95" fmla="*/ 1664 w 5808"/>
              <a:gd name="connsiteY95" fmla="*/ 3744 h 4816"/>
              <a:gd name="connsiteX96" fmla="*/ 1536 w 5808"/>
              <a:gd name="connsiteY96" fmla="*/ 3808 h 4816"/>
              <a:gd name="connsiteX97" fmla="*/ 1424 w 5808"/>
              <a:gd name="connsiteY97" fmla="*/ 3872 h 4816"/>
              <a:gd name="connsiteX98" fmla="*/ 1312 w 5808"/>
              <a:gd name="connsiteY98" fmla="*/ 3936 h 4816"/>
              <a:gd name="connsiteX99" fmla="*/ 1200 w 5808"/>
              <a:gd name="connsiteY99" fmla="*/ 4032 h 4816"/>
              <a:gd name="connsiteX100" fmla="*/ 1088 w 5808"/>
              <a:gd name="connsiteY100" fmla="*/ 4144 h 4816"/>
              <a:gd name="connsiteX101" fmla="*/ 992 w 5808"/>
              <a:gd name="connsiteY101" fmla="*/ 4256 h 4816"/>
              <a:gd name="connsiteX102" fmla="*/ 880 w 5808"/>
              <a:gd name="connsiteY102" fmla="*/ 4352 h 4816"/>
              <a:gd name="connsiteX103" fmla="*/ 816 w 5808"/>
              <a:gd name="connsiteY103" fmla="*/ 4464 h 4816"/>
              <a:gd name="connsiteX104" fmla="*/ 704 w 5808"/>
              <a:gd name="connsiteY104" fmla="*/ 4592 h 4816"/>
              <a:gd name="connsiteX105" fmla="*/ 624 w 5808"/>
              <a:gd name="connsiteY105" fmla="*/ 4704 h 4816"/>
              <a:gd name="connsiteX106" fmla="*/ 560 w 5808"/>
              <a:gd name="connsiteY106" fmla="*/ 4816 h 4816"/>
              <a:gd name="connsiteX107" fmla="*/ 368 w 5808"/>
              <a:gd name="connsiteY107" fmla="*/ 4352 h 4816"/>
              <a:gd name="connsiteX108" fmla="*/ 352 w 5808"/>
              <a:gd name="connsiteY108" fmla="*/ 4240 h 4816"/>
              <a:gd name="connsiteX109" fmla="*/ 336 w 5808"/>
              <a:gd name="connsiteY109" fmla="*/ 4128 h 4816"/>
              <a:gd name="connsiteX110" fmla="*/ 352 w 5808"/>
              <a:gd name="connsiteY110" fmla="*/ 4016 h 4816"/>
              <a:gd name="connsiteX111" fmla="*/ 432 w 5808"/>
              <a:gd name="connsiteY111" fmla="*/ 3904 h 4816"/>
              <a:gd name="connsiteX112" fmla="*/ 544 w 5808"/>
              <a:gd name="connsiteY112" fmla="*/ 3824 h 4816"/>
              <a:gd name="connsiteX113" fmla="*/ 656 w 5808"/>
              <a:gd name="connsiteY113" fmla="*/ 3728 h 4816"/>
              <a:gd name="connsiteX114" fmla="*/ 768 w 5808"/>
              <a:gd name="connsiteY114" fmla="*/ 3648 h 4816"/>
              <a:gd name="connsiteX115" fmla="*/ 880 w 5808"/>
              <a:gd name="connsiteY115" fmla="*/ 3536 h 4816"/>
              <a:gd name="connsiteX116" fmla="*/ 976 w 5808"/>
              <a:gd name="connsiteY116" fmla="*/ 3424 h 4816"/>
              <a:gd name="connsiteX117" fmla="*/ 992 w 5808"/>
              <a:gd name="connsiteY117" fmla="*/ 3440 h 4816"/>
              <a:gd name="connsiteX118" fmla="*/ 880 w 5808"/>
              <a:gd name="connsiteY118" fmla="*/ 3456 h 4816"/>
              <a:gd name="connsiteX119" fmla="*/ 768 w 5808"/>
              <a:gd name="connsiteY119" fmla="*/ 3456 h 4816"/>
              <a:gd name="connsiteX120" fmla="*/ 656 w 5808"/>
              <a:gd name="connsiteY120" fmla="*/ 3488 h 4816"/>
              <a:gd name="connsiteX121" fmla="*/ 544 w 5808"/>
              <a:gd name="connsiteY121" fmla="*/ 3488 h 4816"/>
              <a:gd name="connsiteX122" fmla="*/ 432 w 5808"/>
              <a:gd name="connsiteY122" fmla="*/ 3488 h 4816"/>
              <a:gd name="connsiteX123" fmla="*/ 320 w 5808"/>
              <a:gd name="connsiteY123" fmla="*/ 3440 h 4816"/>
              <a:gd name="connsiteX124" fmla="*/ 208 w 5808"/>
              <a:gd name="connsiteY124" fmla="*/ 3344 h 4816"/>
              <a:gd name="connsiteX125" fmla="*/ 192 w 5808"/>
              <a:gd name="connsiteY125" fmla="*/ 3232 h 4816"/>
              <a:gd name="connsiteX126" fmla="*/ 192 w 5808"/>
              <a:gd name="connsiteY126" fmla="*/ 3136 h 4816"/>
              <a:gd name="connsiteX127" fmla="*/ 304 w 5808"/>
              <a:gd name="connsiteY127" fmla="*/ 3136 h 4816"/>
              <a:gd name="connsiteX128" fmla="*/ 416 w 5808"/>
              <a:gd name="connsiteY128" fmla="*/ 3072 h 4816"/>
              <a:gd name="connsiteX129" fmla="*/ 528 w 5808"/>
              <a:gd name="connsiteY129" fmla="*/ 2992 h 4816"/>
              <a:gd name="connsiteX130" fmla="*/ 640 w 5808"/>
              <a:gd name="connsiteY130" fmla="*/ 2896 h 4816"/>
              <a:gd name="connsiteX131" fmla="*/ 704 w 5808"/>
              <a:gd name="connsiteY131" fmla="*/ 2784 h 4816"/>
              <a:gd name="connsiteX132" fmla="*/ 720 w 5808"/>
              <a:gd name="connsiteY132" fmla="*/ 2672 h 4816"/>
              <a:gd name="connsiteX133" fmla="*/ 720 w 5808"/>
              <a:gd name="connsiteY133" fmla="*/ 2560 h 4816"/>
              <a:gd name="connsiteX134" fmla="*/ 736 w 5808"/>
              <a:gd name="connsiteY134" fmla="*/ 2448 h 4816"/>
              <a:gd name="connsiteX135" fmla="*/ 768 w 5808"/>
              <a:gd name="connsiteY135" fmla="*/ 2336 h 4816"/>
              <a:gd name="connsiteX136" fmla="*/ 768 w 5808"/>
              <a:gd name="connsiteY136" fmla="*/ 2224 h 4816"/>
              <a:gd name="connsiteX137" fmla="*/ 768 w 5808"/>
              <a:gd name="connsiteY137" fmla="*/ 2096 h 4816"/>
              <a:gd name="connsiteX138" fmla="*/ 784 w 5808"/>
              <a:gd name="connsiteY138" fmla="*/ 1984 h 4816"/>
              <a:gd name="connsiteX139" fmla="*/ 800 w 5808"/>
              <a:gd name="connsiteY139" fmla="*/ 1872 h 4816"/>
              <a:gd name="connsiteX140" fmla="*/ 800 w 5808"/>
              <a:gd name="connsiteY140" fmla="*/ 1760 h 4816"/>
              <a:gd name="connsiteX141" fmla="*/ 800 w 5808"/>
              <a:gd name="connsiteY141" fmla="*/ 1648 h 4816"/>
              <a:gd name="connsiteX142" fmla="*/ 800 w 5808"/>
              <a:gd name="connsiteY142" fmla="*/ 1536 h 4816"/>
              <a:gd name="connsiteX143" fmla="*/ 800 w 5808"/>
              <a:gd name="connsiteY143" fmla="*/ 1424 h 4816"/>
              <a:gd name="connsiteX144" fmla="*/ 800 w 5808"/>
              <a:gd name="connsiteY144" fmla="*/ 1312 h 4816"/>
              <a:gd name="connsiteX145" fmla="*/ 784 w 5808"/>
              <a:gd name="connsiteY145" fmla="*/ 1200 h 4816"/>
              <a:gd name="connsiteX146" fmla="*/ 752 w 5808"/>
              <a:gd name="connsiteY146" fmla="*/ 1072 h 4816"/>
              <a:gd name="connsiteX147" fmla="*/ 688 w 5808"/>
              <a:gd name="connsiteY147" fmla="*/ 960 h 4816"/>
              <a:gd name="connsiteX148" fmla="*/ 592 w 5808"/>
              <a:gd name="connsiteY148" fmla="*/ 848 h 4816"/>
              <a:gd name="connsiteX149" fmla="*/ 480 w 5808"/>
              <a:gd name="connsiteY149" fmla="*/ 800 h 4816"/>
              <a:gd name="connsiteX150" fmla="*/ 368 w 5808"/>
              <a:gd name="connsiteY150" fmla="*/ 800 h 4816"/>
              <a:gd name="connsiteX151" fmla="*/ 240 w 5808"/>
              <a:gd name="connsiteY151" fmla="*/ 800 h 4816"/>
              <a:gd name="connsiteX152" fmla="*/ 128 w 5808"/>
              <a:gd name="connsiteY152" fmla="*/ 784 h 4816"/>
              <a:gd name="connsiteX153" fmla="*/ 16 w 5808"/>
              <a:gd name="connsiteY153" fmla="*/ 736 h 4816"/>
              <a:gd name="connsiteX154" fmla="*/ 16 w 5808"/>
              <a:gd name="connsiteY154" fmla="*/ 624 h 4816"/>
              <a:gd name="connsiteX155" fmla="*/ 128 w 5808"/>
              <a:gd name="connsiteY155" fmla="*/ 576 h 4816"/>
              <a:gd name="connsiteX156" fmla="*/ 240 w 5808"/>
              <a:gd name="connsiteY156" fmla="*/ 544 h 4816"/>
              <a:gd name="connsiteX157" fmla="*/ 256 w 5808"/>
              <a:gd name="connsiteY157" fmla="*/ 448 h 4816"/>
              <a:gd name="connsiteX158" fmla="*/ 240 w 5808"/>
              <a:gd name="connsiteY158" fmla="*/ 448 h 4816"/>
              <a:gd name="connsiteX159" fmla="*/ 25 w 5808"/>
              <a:gd name="connsiteY159" fmla="*/ 544 h 4816"/>
              <a:gd name="connsiteX160" fmla="*/ 377 w 5808"/>
              <a:gd name="connsiteY160" fmla="*/ 480 h 4816"/>
              <a:gd name="connsiteX161" fmla="*/ 9 w 5808"/>
              <a:gd name="connsiteY161" fmla="*/ 528 h 4816"/>
              <a:gd name="connsiteX162" fmla="*/ 89 w 5808"/>
              <a:gd name="connsiteY162" fmla="*/ 496 h 4816"/>
              <a:gd name="connsiteX163" fmla="*/ 41 w 5808"/>
              <a:gd name="connsiteY163" fmla="*/ 528 h 4816"/>
              <a:gd name="connsiteX164" fmla="*/ 201 w 5808"/>
              <a:gd name="connsiteY164" fmla="*/ 448 h 4816"/>
              <a:gd name="connsiteX165" fmla="*/ 201 w 5808"/>
              <a:gd name="connsiteY165" fmla="*/ 480 h 4816"/>
              <a:gd name="connsiteX166" fmla="*/ 441 w 5808"/>
              <a:gd name="connsiteY166" fmla="*/ 464 h 4816"/>
              <a:gd name="connsiteX167" fmla="*/ 288 w 5808"/>
              <a:gd name="connsiteY167" fmla="*/ 384 h 4816"/>
              <a:gd name="connsiteX168" fmla="*/ 256 w 5808"/>
              <a:gd name="connsiteY168" fmla="*/ 496 h 4816"/>
              <a:gd name="connsiteX169" fmla="*/ 121 w 5808"/>
              <a:gd name="connsiteY169" fmla="*/ 432 h 4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Lst>
            <a:rect l="l" t="t" r="r" b="b"/>
            <a:pathLst>
              <a:path w="5808" h="4816">
                <a:moveTo>
                  <a:pt x="0" y="576"/>
                </a:moveTo>
                <a:lnTo>
                  <a:pt x="112" y="528"/>
                </a:lnTo>
                <a:lnTo>
                  <a:pt x="224" y="512"/>
                </a:lnTo>
                <a:lnTo>
                  <a:pt x="336" y="480"/>
                </a:lnTo>
                <a:lnTo>
                  <a:pt x="448" y="448"/>
                </a:lnTo>
                <a:lnTo>
                  <a:pt x="560" y="432"/>
                </a:lnTo>
                <a:lnTo>
                  <a:pt x="672" y="400"/>
                </a:lnTo>
                <a:lnTo>
                  <a:pt x="784" y="352"/>
                </a:lnTo>
                <a:lnTo>
                  <a:pt x="912" y="272"/>
                </a:lnTo>
                <a:lnTo>
                  <a:pt x="1024" y="224"/>
                </a:lnTo>
                <a:lnTo>
                  <a:pt x="1136" y="192"/>
                </a:lnTo>
                <a:lnTo>
                  <a:pt x="1264" y="160"/>
                </a:lnTo>
                <a:lnTo>
                  <a:pt x="1376" y="128"/>
                </a:lnTo>
                <a:lnTo>
                  <a:pt x="1488" y="112"/>
                </a:lnTo>
                <a:lnTo>
                  <a:pt x="1616" y="96"/>
                </a:lnTo>
                <a:lnTo>
                  <a:pt x="1728" y="96"/>
                </a:lnTo>
                <a:lnTo>
                  <a:pt x="1840" y="80"/>
                </a:lnTo>
                <a:lnTo>
                  <a:pt x="1952" y="64"/>
                </a:lnTo>
                <a:lnTo>
                  <a:pt x="2064" y="32"/>
                </a:lnTo>
                <a:lnTo>
                  <a:pt x="2176" y="32"/>
                </a:lnTo>
                <a:lnTo>
                  <a:pt x="2288" y="16"/>
                </a:lnTo>
                <a:lnTo>
                  <a:pt x="2400" y="16"/>
                </a:lnTo>
                <a:lnTo>
                  <a:pt x="2512" y="0"/>
                </a:lnTo>
                <a:lnTo>
                  <a:pt x="2624" y="0"/>
                </a:lnTo>
                <a:lnTo>
                  <a:pt x="2736" y="0"/>
                </a:lnTo>
                <a:lnTo>
                  <a:pt x="2864" y="0"/>
                </a:lnTo>
                <a:lnTo>
                  <a:pt x="2976" y="0"/>
                </a:lnTo>
                <a:lnTo>
                  <a:pt x="3088" y="0"/>
                </a:lnTo>
                <a:lnTo>
                  <a:pt x="3200" y="0"/>
                </a:lnTo>
                <a:lnTo>
                  <a:pt x="3264" y="0"/>
                </a:lnTo>
                <a:lnTo>
                  <a:pt x="3376" y="96"/>
                </a:lnTo>
                <a:lnTo>
                  <a:pt x="3424" y="208"/>
                </a:lnTo>
                <a:lnTo>
                  <a:pt x="3424" y="224"/>
                </a:lnTo>
                <a:lnTo>
                  <a:pt x="3536" y="224"/>
                </a:lnTo>
                <a:lnTo>
                  <a:pt x="3648" y="208"/>
                </a:lnTo>
                <a:lnTo>
                  <a:pt x="3760" y="192"/>
                </a:lnTo>
                <a:lnTo>
                  <a:pt x="3872" y="192"/>
                </a:lnTo>
                <a:lnTo>
                  <a:pt x="3984" y="176"/>
                </a:lnTo>
                <a:lnTo>
                  <a:pt x="4096" y="160"/>
                </a:lnTo>
                <a:lnTo>
                  <a:pt x="4208" y="160"/>
                </a:lnTo>
                <a:lnTo>
                  <a:pt x="4320" y="160"/>
                </a:lnTo>
                <a:lnTo>
                  <a:pt x="4432" y="160"/>
                </a:lnTo>
                <a:lnTo>
                  <a:pt x="4544" y="160"/>
                </a:lnTo>
                <a:lnTo>
                  <a:pt x="4656" y="160"/>
                </a:lnTo>
                <a:lnTo>
                  <a:pt x="4768" y="176"/>
                </a:lnTo>
                <a:lnTo>
                  <a:pt x="4880" y="224"/>
                </a:lnTo>
                <a:lnTo>
                  <a:pt x="4992" y="304"/>
                </a:lnTo>
                <a:lnTo>
                  <a:pt x="5104" y="368"/>
                </a:lnTo>
                <a:lnTo>
                  <a:pt x="5216" y="448"/>
                </a:lnTo>
                <a:lnTo>
                  <a:pt x="5328" y="544"/>
                </a:lnTo>
                <a:lnTo>
                  <a:pt x="5360" y="656"/>
                </a:lnTo>
                <a:lnTo>
                  <a:pt x="5392" y="768"/>
                </a:lnTo>
                <a:lnTo>
                  <a:pt x="5376" y="784"/>
                </a:lnTo>
                <a:lnTo>
                  <a:pt x="5488" y="832"/>
                </a:lnTo>
                <a:lnTo>
                  <a:pt x="5600" y="880"/>
                </a:lnTo>
                <a:lnTo>
                  <a:pt x="5712" y="928"/>
                </a:lnTo>
                <a:lnTo>
                  <a:pt x="5792" y="1040"/>
                </a:lnTo>
                <a:lnTo>
                  <a:pt x="5808" y="1152"/>
                </a:lnTo>
                <a:lnTo>
                  <a:pt x="5792" y="1232"/>
                </a:lnTo>
                <a:lnTo>
                  <a:pt x="5664" y="1280"/>
                </a:lnTo>
                <a:lnTo>
                  <a:pt x="5552" y="1360"/>
                </a:lnTo>
                <a:lnTo>
                  <a:pt x="5440" y="1440"/>
                </a:lnTo>
                <a:lnTo>
                  <a:pt x="5328" y="1520"/>
                </a:lnTo>
                <a:lnTo>
                  <a:pt x="5216" y="1600"/>
                </a:lnTo>
                <a:lnTo>
                  <a:pt x="5104" y="1680"/>
                </a:lnTo>
                <a:lnTo>
                  <a:pt x="4992" y="1760"/>
                </a:lnTo>
                <a:lnTo>
                  <a:pt x="4880" y="1856"/>
                </a:lnTo>
                <a:lnTo>
                  <a:pt x="4768" y="1952"/>
                </a:lnTo>
                <a:lnTo>
                  <a:pt x="4672" y="2064"/>
                </a:lnTo>
                <a:lnTo>
                  <a:pt x="4560" y="2144"/>
                </a:lnTo>
                <a:lnTo>
                  <a:pt x="4448" y="2224"/>
                </a:lnTo>
                <a:lnTo>
                  <a:pt x="4320" y="2288"/>
                </a:lnTo>
                <a:lnTo>
                  <a:pt x="4208" y="2352"/>
                </a:lnTo>
                <a:lnTo>
                  <a:pt x="4112" y="2464"/>
                </a:lnTo>
                <a:lnTo>
                  <a:pt x="4000" y="2544"/>
                </a:lnTo>
                <a:lnTo>
                  <a:pt x="3888" y="2608"/>
                </a:lnTo>
                <a:lnTo>
                  <a:pt x="3760" y="2672"/>
                </a:lnTo>
                <a:lnTo>
                  <a:pt x="3648" y="2736"/>
                </a:lnTo>
                <a:lnTo>
                  <a:pt x="3536" y="2800"/>
                </a:lnTo>
                <a:lnTo>
                  <a:pt x="3424" y="2864"/>
                </a:lnTo>
                <a:lnTo>
                  <a:pt x="3312" y="2944"/>
                </a:lnTo>
                <a:lnTo>
                  <a:pt x="3200" y="3024"/>
                </a:lnTo>
                <a:lnTo>
                  <a:pt x="3088" y="3088"/>
                </a:lnTo>
                <a:lnTo>
                  <a:pt x="2976" y="3168"/>
                </a:lnTo>
                <a:lnTo>
                  <a:pt x="2864" y="3248"/>
                </a:lnTo>
                <a:lnTo>
                  <a:pt x="2752" y="3312"/>
                </a:lnTo>
                <a:lnTo>
                  <a:pt x="2640" y="3376"/>
                </a:lnTo>
                <a:lnTo>
                  <a:pt x="2528" y="3408"/>
                </a:lnTo>
                <a:lnTo>
                  <a:pt x="2416" y="3456"/>
                </a:lnTo>
                <a:lnTo>
                  <a:pt x="2304" y="3488"/>
                </a:lnTo>
                <a:lnTo>
                  <a:pt x="2176" y="3536"/>
                </a:lnTo>
                <a:lnTo>
                  <a:pt x="2128" y="3552"/>
                </a:lnTo>
                <a:lnTo>
                  <a:pt x="2016" y="3584"/>
                </a:lnTo>
                <a:lnTo>
                  <a:pt x="1904" y="3632"/>
                </a:lnTo>
                <a:lnTo>
                  <a:pt x="1792" y="3680"/>
                </a:lnTo>
                <a:lnTo>
                  <a:pt x="1664" y="3744"/>
                </a:lnTo>
                <a:lnTo>
                  <a:pt x="1536" y="3808"/>
                </a:lnTo>
                <a:lnTo>
                  <a:pt x="1424" y="3872"/>
                </a:lnTo>
                <a:lnTo>
                  <a:pt x="1312" y="3936"/>
                </a:lnTo>
                <a:lnTo>
                  <a:pt x="1200" y="4032"/>
                </a:lnTo>
                <a:lnTo>
                  <a:pt x="1088" y="4144"/>
                </a:lnTo>
                <a:lnTo>
                  <a:pt x="992" y="4256"/>
                </a:lnTo>
                <a:lnTo>
                  <a:pt x="880" y="4352"/>
                </a:lnTo>
                <a:lnTo>
                  <a:pt x="816" y="4464"/>
                </a:lnTo>
                <a:lnTo>
                  <a:pt x="704" y="4592"/>
                </a:lnTo>
                <a:lnTo>
                  <a:pt x="624" y="4704"/>
                </a:lnTo>
                <a:lnTo>
                  <a:pt x="560" y="4816"/>
                </a:lnTo>
                <a:lnTo>
                  <a:pt x="368" y="4352"/>
                </a:lnTo>
                <a:lnTo>
                  <a:pt x="352" y="4240"/>
                </a:lnTo>
                <a:lnTo>
                  <a:pt x="336" y="4128"/>
                </a:lnTo>
                <a:lnTo>
                  <a:pt x="352" y="4016"/>
                </a:lnTo>
                <a:lnTo>
                  <a:pt x="432" y="3904"/>
                </a:lnTo>
                <a:lnTo>
                  <a:pt x="544" y="3824"/>
                </a:lnTo>
                <a:lnTo>
                  <a:pt x="656" y="3728"/>
                </a:lnTo>
                <a:lnTo>
                  <a:pt x="768" y="3648"/>
                </a:lnTo>
                <a:lnTo>
                  <a:pt x="880" y="3536"/>
                </a:lnTo>
                <a:lnTo>
                  <a:pt x="976" y="3424"/>
                </a:lnTo>
                <a:lnTo>
                  <a:pt x="992" y="3440"/>
                </a:lnTo>
                <a:lnTo>
                  <a:pt x="880" y="3456"/>
                </a:lnTo>
                <a:lnTo>
                  <a:pt x="768" y="3456"/>
                </a:lnTo>
                <a:lnTo>
                  <a:pt x="656" y="3488"/>
                </a:lnTo>
                <a:lnTo>
                  <a:pt x="544" y="3488"/>
                </a:lnTo>
                <a:lnTo>
                  <a:pt x="432" y="3488"/>
                </a:lnTo>
                <a:lnTo>
                  <a:pt x="320" y="3440"/>
                </a:lnTo>
                <a:lnTo>
                  <a:pt x="208" y="3344"/>
                </a:lnTo>
                <a:lnTo>
                  <a:pt x="192" y="3232"/>
                </a:lnTo>
                <a:lnTo>
                  <a:pt x="192" y="3136"/>
                </a:lnTo>
                <a:lnTo>
                  <a:pt x="304" y="3136"/>
                </a:lnTo>
                <a:lnTo>
                  <a:pt x="416" y="3072"/>
                </a:lnTo>
                <a:lnTo>
                  <a:pt x="528" y="2992"/>
                </a:lnTo>
                <a:lnTo>
                  <a:pt x="640" y="2896"/>
                </a:lnTo>
                <a:lnTo>
                  <a:pt x="704" y="2784"/>
                </a:lnTo>
                <a:lnTo>
                  <a:pt x="720" y="2672"/>
                </a:lnTo>
                <a:lnTo>
                  <a:pt x="720" y="2560"/>
                </a:lnTo>
                <a:lnTo>
                  <a:pt x="736" y="2448"/>
                </a:lnTo>
                <a:lnTo>
                  <a:pt x="768" y="2336"/>
                </a:lnTo>
                <a:lnTo>
                  <a:pt x="768" y="2224"/>
                </a:lnTo>
                <a:lnTo>
                  <a:pt x="768" y="2096"/>
                </a:lnTo>
                <a:lnTo>
                  <a:pt x="784" y="1984"/>
                </a:lnTo>
                <a:lnTo>
                  <a:pt x="800" y="1872"/>
                </a:lnTo>
                <a:lnTo>
                  <a:pt x="800" y="1760"/>
                </a:lnTo>
                <a:lnTo>
                  <a:pt x="800" y="1648"/>
                </a:lnTo>
                <a:lnTo>
                  <a:pt x="800" y="1536"/>
                </a:lnTo>
                <a:lnTo>
                  <a:pt x="800" y="1424"/>
                </a:lnTo>
                <a:lnTo>
                  <a:pt x="800" y="1312"/>
                </a:lnTo>
                <a:lnTo>
                  <a:pt x="784" y="1200"/>
                </a:lnTo>
                <a:lnTo>
                  <a:pt x="752" y="1072"/>
                </a:lnTo>
                <a:lnTo>
                  <a:pt x="688" y="960"/>
                </a:lnTo>
                <a:lnTo>
                  <a:pt x="592" y="848"/>
                </a:lnTo>
                <a:lnTo>
                  <a:pt x="480" y="800"/>
                </a:lnTo>
                <a:lnTo>
                  <a:pt x="368" y="800"/>
                </a:lnTo>
                <a:lnTo>
                  <a:pt x="240" y="800"/>
                </a:lnTo>
                <a:lnTo>
                  <a:pt x="128" y="784"/>
                </a:lnTo>
                <a:lnTo>
                  <a:pt x="16" y="736"/>
                </a:lnTo>
                <a:lnTo>
                  <a:pt x="16" y="624"/>
                </a:lnTo>
                <a:lnTo>
                  <a:pt x="128" y="576"/>
                </a:lnTo>
                <a:lnTo>
                  <a:pt x="240" y="544"/>
                </a:lnTo>
                <a:lnTo>
                  <a:pt x="256" y="448"/>
                </a:lnTo>
                <a:lnTo>
                  <a:pt x="240" y="448"/>
                </a:lnTo>
                <a:lnTo>
                  <a:pt x="25" y="544"/>
                </a:lnTo>
                <a:lnTo>
                  <a:pt x="377" y="480"/>
                </a:lnTo>
                <a:lnTo>
                  <a:pt x="9" y="528"/>
                </a:lnTo>
                <a:lnTo>
                  <a:pt x="89" y="496"/>
                </a:lnTo>
                <a:lnTo>
                  <a:pt x="41" y="528"/>
                </a:lnTo>
                <a:lnTo>
                  <a:pt x="201" y="448"/>
                </a:lnTo>
                <a:lnTo>
                  <a:pt x="201" y="480"/>
                </a:lnTo>
                <a:lnTo>
                  <a:pt x="441" y="464"/>
                </a:lnTo>
                <a:lnTo>
                  <a:pt x="288" y="384"/>
                </a:lnTo>
                <a:lnTo>
                  <a:pt x="256" y="496"/>
                </a:lnTo>
                <a:lnTo>
                  <a:pt x="121" y="432"/>
                </a:lnTo>
              </a:path>
            </a:pathLst>
          </a:custGeom>
          <a:solidFill>
            <a:srgbClr val="FFEFE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任意多边形 25"/>
          <p:cNvSpPr/>
          <p:nvPr/>
        </p:nvSpPr>
        <p:spPr>
          <a:xfrm>
            <a:off x="1584960" y="1691640"/>
            <a:ext cx="4003040" cy="2479040"/>
          </a:xfrm>
          <a:custGeom>
            <a:avLst/>
            <a:gdLst>
              <a:gd name="connisteX0" fmla="*/ 60960 w 4003040"/>
              <a:gd name="connsiteY0" fmla="*/ 2225040 h 2479040"/>
              <a:gd name="connisteX1" fmla="*/ 142240 w 4003040"/>
              <a:gd name="connsiteY1" fmla="*/ 2296160 h 2479040"/>
              <a:gd name="connisteX2" fmla="*/ 193040 w 4003040"/>
              <a:gd name="connsiteY2" fmla="*/ 2367280 h 2479040"/>
              <a:gd name="connisteX3" fmla="*/ 233680 w 4003040"/>
              <a:gd name="connsiteY3" fmla="*/ 2438400 h 2479040"/>
              <a:gd name="connisteX4" fmla="*/ 304800 w 4003040"/>
              <a:gd name="connsiteY4" fmla="*/ 2468880 h 2479040"/>
              <a:gd name="connisteX5" fmla="*/ 375920 w 4003040"/>
              <a:gd name="connsiteY5" fmla="*/ 2479040 h 2479040"/>
              <a:gd name="connisteX6" fmla="*/ 447040 w 4003040"/>
              <a:gd name="connsiteY6" fmla="*/ 2479040 h 2479040"/>
              <a:gd name="connisteX7" fmla="*/ 518160 w 4003040"/>
              <a:gd name="connsiteY7" fmla="*/ 2458720 h 2479040"/>
              <a:gd name="connisteX8" fmla="*/ 589280 w 4003040"/>
              <a:gd name="connsiteY8" fmla="*/ 2428240 h 2479040"/>
              <a:gd name="connisteX9" fmla="*/ 660400 w 4003040"/>
              <a:gd name="connsiteY9" fmla="*/ 2377440 h 2479040"/>
              <a:gd name="connisteX10" fmla="*/ 731520 w 4003040"/>
              <a:gd name="connsiteY10" fmla="*/ 2336800 h 2479040"/>
              <a:gd name="connisteX11" fmla="*/ 802640 w 4003040"/>
              <a:gd name="connsiteY11" fmla="*/ 2326640 h 2479040"/>
              <a:gd name="connisteX12" fmla="*/ 873760 w 4003040"/>
              <a:gd name="connsiteY12" fmla="*/ 2326640 h 2479040"/>
              <a:gd name="connisteX13" fmla="*/ 944880 w 4003040"/>
              <a:gd name="connsiteY13" fmla="*/ 2326640 h 2479040"/>
              <a:gd name="connisteX14" fmla="*/ 1016000 w 4003040"/>
              <a:gd name="connsiteY14" fmla="*/ 2316480 h 2479040"/>
              <a:gd name="connisteX15" fmla="*/ 1087120 w 4003040"/>
              <a:gd name="connsiteY15" fmla="*/ 2296160 h 2479040"/>
              <a:gd name="connisteX16" fmla="*/ 1158240 w 4003040"/>
              <a:gd name="connsiteY16" fmla="*/ 2286000 h 2479040"/>
              <a:gd name="connisteX17" fmla="*/ 1229360 w 4003040"/>
              <a:gd name="connsiteY17" fmla="*/ 2275840 h 2479040"/>
              <a:gd name="connisteX18" fmla="*/ 1310640 w 4003040"/>
              <a:gd name="connsiteY18" fmla="*/ 2265680 h 2479040"/>
              <a:gd name="connisteX19" fmla="*/ 1381760 w 4003040"/>
              <a:gd name="connsiteY19" fmla="*/ 2235200 h 2479040"/>
              <a:gd name="connisteX20" fmla="*/ 1452880 w 4003040"/>
              <a:gd name="connsiteY20" fmla="*/ 2194560 h 2479040"/>
              <a:gd name="connisteX21" fmla="*/ 1534160 w 4003040"/>
              <a:gd name="connsiteY21" fmla="*/ 2143760 h 2479040"/>
              <a:gd name="connisteX22" fmla="*/ 1615440 w 4003040"/>
              <a:gd name="connsiteY22" fmla="*/ 2072640 h 2479040"/>
              <a:gd name="connisteX23" fmla="*/ 1686560 w 4003040"/>
              <a:gd name="connsiteY23" fmla="*/ 2021840 h 2479040"/>
              <a:gd name="connisteX24" fmla="*/ 1757680 w 4003040"/>
              <a:gd name="connsiteY24" fmla="*/ 1960880 h 2479040"/>
              <a:gd name="connisteX25" fmla="*/ 1828800 w 4003040"/>
              <a:gd name="connsiteY25" fmla="*/ 1920240 h 2479040"/>
              <a:gd name="connisteX26" fmla="*/ 1899920 w 4003040"/>
              <a:gd name="connsiteY26" fmla="*/ 1859280 h 2479040"/>
              <a:gd name="connisteX27" fmla="*/ 1971040 w 4003040"/>
              <a:gd name="connsiteY27" fmla="*/ 1818640 h 2479040"/>
              <a:gd name="connisteX28" fmla="*/ 2042160 w 4003040"/>
              <a:gd name="connsiteY28" fmla="*/ 1798320 h 2479040"/>
              <a:gd name="connisteX29" fmla="*/ 2113280 w 4003040"/>
              <a:gd name="connsiteY29" fmla="*/ 1798320 h 2479040"/>
              <a:gd name="connisteX30" fmla="*/ 2194560 w 4003040"/>
              <a:gd name="connsiteY30" fmla="*/ 1788160 h 2479040"/>
              <a:gd name="connisteX31" fmla="*/ 2265680 w 4003040"/>
              <a:gd name="connsiteY31" fmla="*/ 1788160 h 2479040"/>
              <a:gd name="connisteX32" fmla="*/ 2336800 w 4003040"/>
              <a:gd name="connsiteY32" fmla="*/ 1788160 h 2479040"/>
              <a:gd name="connisteX33" fmla="*/ 2418080 w 4003040"/>
              <a:gd name="connsiteY33" fmla="*/ 1788160 h 2479040"/>
              <a:gd name="connisteX34" fmla="*/ 2489200 w 4003040"/>
              <a:gd name="connsiteY34" fmla="*/ 1788160 h 2479040"/>
              <a:gd name="connisteX35" fmla="*/ 2560320 w 4003040"/>
              <a:gd name="connsiteY35" fmla="*/ 1788160 h 2479040"/>
              <a:gd name="connisteX36" fmla="*/ 2631440 w 4003040"/>
              <a:gd name="connsiteY36" fmla="*/ 1788160 h 2479040"/>
              <a:gd name="connisteX37" fmla="*/ 2702560 w 4003040"/>
              <a:gd name="connsiteY37" fmla="*/ 1788160 h 2479040"/>
              <a:gd name="connisteX38" fmla="*/ 2773680 w 4003040"/>
              <a:gd name="connsiteY38" fmla="*/ 1798320 h 2479040"/>
              <a:gd name="connisteX39" fmla="*/ 2844800 w 4003040"/>
              <a:gd name="connsiteY39" fmla="*/ 1818640 h 2479040"/>
              <a:gd name="connisteX40" fmla="*/ 2915920 w 4003040"/>
              <a:gd name="connsiteY40" fmla="*/ 1828800 h 2479040"/>
              <a:gd name="connisteX41" fmla="*/ 2987040 w 4003040"/>
              <a:gd name="connsiteY41" fmla="*/ 1838960 h 2479040"/>
              <a:gd name="connisteX42" fmla="*/ 3058160 w 4003040"/>
              <a:gd name="connsiteY42" fmla="*/ 1838960 h 2479040"/>
              <a:gd name="connisteX43" fmla="*/ 3129280 w 4003040"/>
              <a:gd name="connsiteY43" fmla="*/ 1838960 h 2479040"/>
              <a:gd name="connisteX44" fmla="*/ 3200400 w 4003040"/>
              <a:gd name="connsiteY44" fmla="*/ 1838960 h 2479040"/>
              <a:gd name="connisteX45" fmla="*/ 3271520 w 4003040"/>
              <a:gd name="connsiteY45" fmla="*/ 1849120 h 2479040"/>
              <a:gd name="connisteX46" fmla="*/ 3342640 w 4003040"/>
              <a:gd name="connsiteY46" fmla="*/ 1849120 h 2479040"/>
              <a:gd name="connisteX47" fmla="*/ 3413760 w 4003040"/>
              <a:gd name="connsiteY47" fmla="*/ 1828800 h 2479040"/>
              <a:gd name="connisteX48" fmla="*/ 3484880 w 4003040"/>
              <a:gd name="connsiteY48" fmla="*/ 1808480 h 2479040"/>
              <a:gd name="connisteX49" fmla="*/ 3556000 w 4003040"/>
              <a:gd name="connsiteY49" fmla="*/ 1788160 h 2479040"/>
              <a:gd name="connisteX50" fmla="*/ 3627120 w 4003040"/>
              <a:gd name="connsiteY50" fmla="*/ 1757680 h 2479040"/>
              <a:gd name="connisteX51" fmla="*/ 3708400 w 4003040"/>
              <a:gd name="connsiteY51" fmla="*/ 1717040 h 2479040"/>
              <a:gd name="connisteX52" fmla="*/ 3779520 w 4003040"/>
              <a:gd name="connsiteY52" fmla="*/ 1676400 h 2479040"/>
              <a:gd name="connisteX53" fmla="*/ 3850640 w 4003040"/>
              <a:gd name="connsiteY53" fmla="*/ 1615440 h 2479040"/>
              <a:gd name="connisteX54" fmla="*/ 3921760 w 4003040"/>
              <a:gd name="connsiteY54" fmla="*/ 1544320 h 2479040"/>
              <a:gd name="connisteX55" fmla="*/ 3942080 w 4003040"/>
              <a:gd name="connsiteY55" fmla="*/ 1473200 h 2479040"/>
              <a:gd name="connisteX56" fmla="*/ 3962400 w 4003040"/>
              <a:gd name="connsiteY56" fmla="*/ 1402080 h 2479040"/>
              <a:gd name="connisteX57" fmla="*/ 3972560 w 4003040"/>
              <a:gd name="connsiteY57" fmla="*/ 1330960 h 2479040"/>
              <a:gd name="connisteX58" fmla="*/ 3982720 w 4003040"/>
              <a:gd name="connsiteY58" fmla="*/ 1259840 h 2479040"/>
              <a:gd name="connisteX59" fmla="*/ 3992880 w 4003040"/>
              <a:gd name="connsiteY59" fmla="*/ 1188720 h 2479040"/>
              <a:gd name="connisteX60" fmla="*/ 3992880 w 4003040"/>
              <a:gd name="connsiteY60" fmla="*/ 1117600 h 2479040"/>
              <a:gd name="connisteX61" fmla="*/ 4003040 w 4003040"/>
              <a:gd name="connsiteY61" fmla="*/ 1046480 h 2479040"/>
              <a:gd name="connisteX62" fmla="*/ 4003040 w 4003040"/>
              <a:gd name="connsiteY62" fmla="*/ 955040 h 2479040"/>
              <a:gd name="connisteX63" fmla="*/ 4003040 w 4003040"/>
              <a:gd name="connsiteY63" fmla="*/ 883920 h 2479040"/>
              <a:gd name="connisteX64" fmla="*/ 3992880 w 4003040"/>
              <a:gd name="connsiteY64" fmla="*/ 812800 h 2479040"/>
              <a:gd name="connisteX65" fmla="*/ 3972560 w 4003040"/>
              <a:gd name="connsiteY65" fmla="*/ 741680 h 2479040"/>
              <a:gd name="connisteX66" fmla="*/ 3952240 w 4003040"/>
              <a:gd name="connsiteY66" fmla="*/ 660400 h 2479040"/>
              <a:gd name="connisteX67" fmla="*/ 3921760 w 4003040"/>
              <a:gd name="connsiteY67" fmla="*/ 579120 h 2479040"/>
              <a:gd name="connisteX68" fmla="*/ 3901440 w 4003040"/>
              <a:gd name="connsiteY68" fmla="*/ 508000 h 2479040"/>
              <a:gd name="connisteX69" fmla="*/ 3860800 w 4003040"/>
              <a:gd name="connsiteY69" fmla="*/ 426720 h 2479040"/>
              <a:gd name="connisteX70" fmla="*/ 3820160 w 4003040"/>
              <a:gd name="connsiteY70" fmla="*/ 355600 h 2479040"/>
              <a:gd name="connisteX71" fmla="*/ 3779520 w 4003040"/>
              <a:gd name="connsiteY71" fmla="*/ 284480 h 2479040"/>
              <a:gd name="connisteX72" fmla="*/ 3718560 w 4003040"/>
              <a:gd name="connsiteY72" fmla="*/ 213360 h 2479040"/>
              <a:gd name="connisteX73" fmla="*/ 3657600 w 4003040"/>
              <a:gd name="connsiteY73" fmla="*/ 142240 h 2479040"/>
              <a:gd name="connisteX74" fmla="*/ 3586480 w 4003040"/>
              <a:gd name="connsiteY74" fmla="*/ 91440 h 2479040"/>
              <a:gd name="connisteX75" fmla="*/ 3515360 w 4003040"/>
              <a:gd name="connsiteY75" fmla="*/ 50800 h 2479040"/>
              <a:gd name="connisteX76" fmla="*/ 3444240 w 4003040"/>
              <a:gd name="connsiteY76" fmla="*/ 30480 h 2479040"/>
              <a:gd name="connisteX77" fmla="*/ 3373120 w 4003040"/>
              <a:gd name="connsiteY77" fmla="*/ 30480 h 2479040"/>
              <a:gd name="connisteX78" fmla="*/ 3302000 w 4003040"/>
              <a:gd name="connsiteY78" fmla="*/ 0 h 2479040"/>
              <a:gd name="connisteX79" fmla="*/ 3230880 w 4003040"/>
              <a:gd name="connsiteY79" fmla="*/ 0 h 2479040"/>
              <a:gd name="connisteX80" fmla="*/ 3159760 w 4003040"/>
              <a:gd name="connsiteY80" fmla="*/ 40640 h 2479040"/>
              <a:gd name="connisteX81" fmla="*/ 3098800 w 4003040"/>
              <a:gd name="connsiteY81" fmla="*/ 111760 h 2479040"/>
              <a:gd name="connisteX82" fmla="*/ 3027680 w 4003040"/>
              <a:gd name="connsiteY82" fmla="*/ 152400 h 2479040"/>
              <a:gd name="connisteX83" fmla="*/ 2956560 w 4003040"/>
              <a:gd name="connsiteY83" fmla="*/ 193040 h 2479040"/>
              <a:gd name="connisteX84" fmla="*/ 2885440 w 4003040"/>
              <a:gd name="connsiteY84" fmla="*/ 233680 h 2479040"/>
              <a:gd name="connisteX85" fmla="*/ 2814320 w 4003040"/>
              <a:gd name="connsiteY85" fmla="*/ 284480 h 2479040"/>
              <a:gd name="connisteX86" fmla="*/ 2743200 w 4003040"/>
              <a:gd name="connsiteY86" fmla="*/ 335280 h 2479040"/>
              <a:gd name="connisteX87" fmla="*/ 2672080 w 4003040"/>
              <a:gd name="connsiteY87" fmla="*/ 386080 h 2479040"/>
              <a:gd name="connisteX88" fmla="*/ 2611120 w 4003040"/>
              <a:gd name="connsiteY88" fmla="*/ 457200 h 2479040"/>
              <a:gd name="connisteX89" fmla="*/ 2540000 w 4003040"/>
              <a:gd name="connsiteY89" fmla="*/ 518160 h 2479040"/>
              <a:gd name="connisteX90" fmla="*/ 2468880 w 4003040"/>
              <a:gd name="connsiteY90" fmla="*/ 579120 h 2479040"/>
              <a:gd name="connisteX91" fmla="*/ 2397760 w 4003040"/>
              <a:gd name="connsiteY91" fmla="*/ 619760 h 2479040"/>
              <a:gd name="connisteX92" fmla="*/ 2326640 w 4003040"/>
              <a:gd name="connsiteY92" fmla="*/ 670560 h 2479040"/>
              <a:gd name="connisteX93" fmla="*/ 2255520 w 4003040"/>
              <a:gd name="connsiteY93" fmla="*/ 731520 h 2479040"/>
              <a:gd name="connisteX94" fmla="*/ 2184400 w 4003040"/>
              <a:gd name="connsiteY94" fmla="*/ 792480 h 2479040"/>
              <a:gd name="connisteX95" fmla="*/ 2153920 w 4003040"/>
              <a:gd name="connsiteY95" fmla="*/ 812800 h 2479040"/>
              <a:gd name="connisteX96" fmla="*/ 2082800 w 4003040"/>
              <a:gd name="connsiteY96" fmla="*/ 843280 h 2479040"/>
              <a:gd name="connisteX97" fmla="*/ 2011680 w 4003040"/>
              <a:gd name="connsiteY97" fmla="*/ 873760 h 2479040"/>
              <a:gd name="connisteX98" fmla="*/ 1940560 w 4003040"/>
              <a:gd name="connsiteY98" fmla="*/ 914400 h 2479040"/>
              <a:gd name="connisteX99" fmla="*/ 1869440 w 4003040"/>
              <a:gd name="connsiteY99" fmla="*/ 975360 h 2479040"/>
              <a:gd name="connisteX100" fmla="*/ 1798320 w 4003040"/>
              <a:gd name="connsiteY100" fmla="*/ 1016000 h 2479040"/>
              <a:gd name="connisteX101" fmla="*/ 1727200 w 4003040"/>
              <a:gd name="connsiteY101" fmla="*/ 1056640 h 2479040"/>
              <a:gd name="connisteX102" fmla="*/ 1656080 w 4003040"/>
              <a:gd name="connsiteY102" fmla="*/ 1097280 h 2479040"/>
              <a:gd name="connisteX103" fmla="*/ 1584960 w 4003040"/>
              <a:gd name="connsiteY103" fmla="*/ 1137920 h 2479040"/>
              <a:gd name="connisteX104" fmla="*/ 1513840 w 4003040"/>
              <a:gd name="connsiteY104" fmla="*/ 1188720 h 2479040"/>
              <a:gd name="connisteX105" fmla="*/ 1442720 w 4003040"/>
              <a:gd name="connsiteY105" fmla="*/ 1239520 h 2479040"/>
              <a:gd name="connisteX106" fmla="*/ 1361440 w 4003040"/>
              <a:gd name="connsiteY106" fmla="*/ 1280160 h 2479040"/>
              <a:gd name="connisteX107" fmla="*/ 1290320 w 4003040"/>
              <a:gd name="connsiteY107" fmla="*/ 1330960 h 2479040"/>
              <a:gd name="connisteX108" fmla="*/ 1219200 w 4003040"/>
              <a:gd name="connsiteY108" fmla="*/ 1381760 h 2479040"/>
              <a:gd name="connisteX109" fmla="*/ 1148080 w 4003040"/>
              <a:gd name="connsiteY109" fmla="*/ 1422400 h 2479040"/>
              <a:gd name="connisteX110" fmla="*/ 1076960 w 4003040"/>
              <a:gd name="connsiteY110" fmla="*/ 1442720 h 2479040"/>
              <a:gd name="connisteX111" fmla="*/ 1005840 w 4003040"/>
              <a:gd name="connsiteY111" fmla="*/ 1463040 h 2479040"/>
              <a:gd name="connisteX112" fmla="*/ 934720 w 4003040"/>
              <a:gd name="connsiteY112" fmla="*/ 1473200 h 2479040"/>
              <a:gd name="connisteX113" fmla="*/ 863600 w 4003040"/>
              <a:gd name="connsiteY113" fmla="*/ 1483360 h 2479040"/>
              <a:gd name="connisteX114" fmla="*/ 792480 w 4003040"/>
              <a:gd name="connsiteY114" fmla="*/ 1503680 h 2479040"/>
              <a:gd name="connisteX115" fmla="*/ 701040 w 4003040"/>
              <a:gd name="connsiteY115" fmla="*/ 1554480 h 2479040"/>
              <a:gd name="connisteX116" fmla="*/ 640080 w 4003040"/>
              <a:gd name="connsiteY116" fmla="*/ 1625600 h 2479040"/>
              <a:gd name="connisteX117" fmla="*/ 568960 w 4003040"/>
              <a:gd name="connsiteY117" fmla="*/ 1666240 h 2479040"/>
              <a:gd name="connisteX118" fmla="*/ 487680 w 4003040"/>
              <a:gd name="connsiteY118" fmla="*/ 1737360 h 2479040"/>
              <a:gd name="connisteX119" fmla="*/ 416560 w 4003040"/>
              <a:gd name="connsiteY119" fmla="*/ 1788160 h 2479040"/>
              <a:gd name="connisteX120" fmla="*/ 335280 w 4003040"/>
              <a:gd name="connsiteY120" fmla="*/ 1849120 h 2479040"/>
              <a:gd name="connisteX121" fmla="*/ 264160 w 4003040"/>
              <a:gd name="connsiteY121" fmla="*/ 1910080 h 2479040"/>
              <a:gd name="connisteX122" fmla="*/ 213360 w 4003040"/>
              <a:gd name="connsiteY122" fmla="*/ 1981200 h 2479040"/>
              <a:gd name="connisteX123" fmla="*/ 152400 w 4003040"/>
              <a:gd name="connsiteY123" fmla="*/ 2052320 h 2479040"/>
              <a:gd name="connisteX124" fmla="*/ 101600 w 4003040"/>
              <a:gd name="connsiteY124" fmla="*/ 2123440 h 2479040"/>
              <a:gd name="connisteX125" fmla="*/ 50800 w 4003040"/>
              <a:gd name="connsiteY125" fmla="*/ 2194560 h 2479040"/>
              <a:gd name="connisteX126" fmla="*/ 10160 w 4003040"/>
              <a:gd name="connsiteY126" fmla="*/ 2265680 h 2479040"/>
              <a:gd name="connisteX127" fmla="*/ 0 w 4003040"/>
              <a:gd name="connsiteY127" fmla="*/ 2336800 h 2479040"/>
              <a:gd name="connisteX128" fmla="*/ 0 w 4003040"/>
              <a:gd name="connsiteY128" fmla="*/ 2336800 h 2479040"/>
              <a:gd name="connisteX129" fmla="*/ 71120 w 4003040"/>
              <a:gd name="connsiteY129" fmla="*/ 2174240 h 247904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 ang="0">
                <a:pos x="connisteX87" y="connsiteY87"/>
              </a:cxn>
              <a:cxn ang="0">
                <a:pos x="connisteX88" y="connsiteY88"/>
              </a:cxn>
              <a:cxn ang="0">
                <a:pos x="connisteX89" y="connsiteY89"/>
              </a:cxn>
              <a:cxn ang="0">
                <a:pos x="connisteX90" y="connsiteY90"/>
              </a:cxn>
              <a:cxn ang="0">
                <a:pos x="connisteX91" y="connsiteY91"/>
              </a:cxn>
              <a:cxn ang="0">
                <a:pos x="connisteX92" y="connsiteY92"/>
              </a:cxn>
              <a:cxn ang="0">
                <a:pos x="connisteX93" y="connsiteY93"/>
              </a:cxn>
              <a:cxn ang="0">
                <a:pos x="connisteX94" y="connsiteY94"/>
              </a:cxn>
              <a:cxn ang="0">
                <a:pos x="connisteX95" y="connsiteY95"/>
              </a:cxn>
              <a:cxn ang="0">
                <a:pos x="connisteX96" y="connsiteY96"/>
              </a:cxn>
              <a:cxn ang="0">
                <a:pos x="connisteX97" y="connsiteY97"/>
              </a:cxn>
              <a:cxn ang="0">
                <a:pos x="connisteX98" y="connsiteY98"/>
              </a:cxn>
              <a:cxn ang="0">
                <a:pos x="connisteX99" y="connsiteY99"/>
              </a:cxn>
              <a:cxn ang="0">
                <a:pos x="connisteX100" y="connsiteY100"/>
              </a:cxn>
              <a:cxn ang="0">
                <a:pos x="connisteX101" y="connsiteY101"/>
              </a:cxn>
              <a:cxn ang="0">
                <a:pos x="connisteX102" y="connsiteY102"/>
              </a:cxn>
              <a:cxn ang="0">
                <a:pos x="connisteX103" y="connsiteY103"/>
              </a:cxn>
              <a:cxn ang="0">
                <a:pos x="connisteX104" y="connsiteY104"/>
              </a:cxn>
              <a:cxn ang="0">
                <a:pos x="connisteX105" y="connsiteY105"/>
              </a:cxn>
              <a:cxn ang="0">
                <a:pos x="connisteX106" y="connsiteY106"/>
              </a:cxn>
              <a:cxn ang="0">
                <a:pos x="connisteX107" y="connsiteY107"/>
              </a:cxn>
              <a:cxn ang="0">
                <a:pos x="connisteX108" y="connsiteY108"/>
              </a:cxn>
              <a:cxn ang="0">
                <a:pos x="connisteX109" y="connsiteY109"/>
              </a:cxn>
              <a:cxn ang="0">
                <a:pos x="connisteX110" y="connsiteY110"/>
              </a:cxn>
              <a:cxn ang="0">
                <a:pos x="connisteX111" y="connsiteY111"/>
              </a:cxn>
              <a:cxn ang="0">
                <a:pos x="connisteX112" y="connsiteY112"/>
              </a:cxn>
              <a:cxn ang="0">
                <a:pos x="connisteX113" y="connsiteY113"/>
              </a:cxn>
              <a:cxn ang="0">
                <a:pos x="connisteX114" y="connsiteY114"/>
              </a:cxn>
              <a:cxn ang="0">
                <a:pos x="connisteX115" y="connsiteY115"/>
              </a:cxn>
              <a:cxn ang="0">
                <a:pos x="connisteX116" y="connsiteY116"/>
              </a:cxn>
              <a:cxn ang="0">
                <a:pos x="connisteX117" y="connsiteY117"/>
              </a:cxn>
              <a:cxn ang="0">
                <a:pos x="connisteX118" y="connsiteY118"/>
              </a:cxn>
              <a:cxn ang="0">
                <a:pos x="connisteX119" y="connsiteY119"/>
              </a:cxn>
              <a:cxn ang="0">
                <a:pos x="connisteX120" y="connsiteY120"/>
              </a:cxn>
              <a:cxn ang="0">
                <a:pos x="connisteX121" y="connsiteY121"/>
              </a:cxn>
              <a:cxn ang="0">
                <a:pos x="connisteX122" y="connsiteY122"/>
              </a:cxn>
              <a:cxn ang="0">
                <a:pos x="connisteX123" y="connsiteY123"/>
              </a:cxn>
              <a:cxn ang="0">
                <a:pos x="connisteX124" y="connsiteY124"/>
              </a:cxn>
              <a:cxn ang="0">
                <a:pos x="connisteX125" y="connsiteY125"/>
              </a:cxn>
              <a:cxn ang="0">
                <a:pos x="connisteX126" y="connsiteY126"/>
              </a:cxn>
              <a:cxn ang="0">
                <a:pos x="connisteX127" y="connsiteY127"/>
              </a:cxn>
              <a:cxn ang="0">
                <a:pos x="connisteX128" y="connsiteY128"/>
              </a:cxn>
              <a:cxn ang="0">
                <a:pos x="connisteX129" y="connsiteY129"/>
              </a:cxn>
            </a:cxnLst>
            <a:rect l="l" t="t" r="r" b="b"/>
            <a:pathLst>
              <a:path w="4003040" h="2479040">
                <a:moveTo>
                  <a:pt x="60960" y="2225040"/>
                </a:moveTo>
                <a:lnTo>
                  <a:pt x="142240" y="2296160"/>
                </a:lnTo>
                <a:lnTo>
                  <a:pt x="193040" y="2367280"/>
                </a:lnTo>
                <a:lnTo>
                  <a:pt x="233680" y="2438400"/>
                </a:lnTo>
                <a:lnTo>
                  <a:pt x="304800" y="2468880"/>
                </a:lnTo>
                <a:lnTo>
                  <a:pt x="375920" y="2479040"/>
                </a:lnTo>
                <a:lnTo>
                  <a:pt x="447040" y="2479040"/>
                </a:lnTo>
                <a:lnTo>
                  <a:pt x="518160" y="2458720"/>
                </a:lnTo>
                <a:lnTo>
                  <a:pt x="589280" y="2428240"/>
                </a:lnTo>
                <a:lnTo>
                  <a:pt x="660400" y="2377440"/>
                </a:lnTo>
                <a:lnTo>
                  <a:pt x="731520" y="2336800"/>
                </a:lnTo>
                <a:lnTo>
                  <a:pt x="802640" y="2326640"/>
                </a:lnTo>
                <a:lnTo>
                  <a:pt x="873760" y="2326640"/>
                </a:lnTo>
                <a:lnTo>
                  <a:pt x="944880" y="2326640"/>
                </a:lnTo>
                <a:lnTo>
                  <a:pt x="1016000" y="2316480"/>
                </a:lnTo>
                <a:lnTo>
                  <a:pt x="1087120" y="2296160"/>
                </a:lnTo>
                <a:lnTo>
                  <a:pt x="1158240" y="2286000"/>
                </a:lnTo>
                <a:lnTo>
                  <a:pt x="1229360" y="2275840"/>
                </a:lnTo>
                <a:lnTo>
                  <a:pt x="1310640" y="2265680"/>
                </a:lnTo>
                <a:lnTo>
                  <a:pt x="1381760" y="2235200"/>
                </a:lnTo>
                <a:lnTo>
                  <a:pt x="1452880" y="2194560"/>
                </a:lnTo>
                <a:lnTo>
                  <a:pt x="1534160" y="2143760"/>
                </a:lnTo>
                <a:lnTo>
                  <a:pt x="1615440" y="2072640"/>
                </a:lnTo>
                <a:lnTo>
                  <a:pt x="1686560" y="2021840"/>
                </a:lnTo>
                <a:lnTo>
                  <a:pt x="1757680" y="1960880"/>
                </a:lnTo>
                <a:lnTo>
                  <a:pt x="1828800" y="1920240"/>
                </a:lnTo>
                <a:lnTo>
                  <a:pt x="1899920" y="1859280"/>
                </a:lnTo>
                <a:lnTo>
                  <a:pt x="1971040" y="1818640"/>
                </a:lnTo>
                <a:lnTo>
                  <a:pt x="2042160" y="1798320"/>
                </a:lnTo>
                <a:lnTo>
                  <a:pt x="2113280" y="1798320"/>
                </a:lnTo>
                <a:lnTo>
                  <a:pt x="2194560" y="1788160"/>
                </a:lnTo>
                <a:lnTo>
                  <a:pt x="2265680" y="1788160"/>
                </a:lnTo>
                <a:lnTo>
                  <a:pt x="2336800" y="1788160"/>
                </a:lnTo>
                <a:lnTo>
                  <a:pt x="2418080" y="1788160"/>
                </a:lnTo>
                <a:lnTo>
                  <a:pt x="2489200" y="1788160"/>
                </a:lnTo>
                <a:lnTo>
                  <a:pt x="2560320" y="1788160"/>
                </a:lnTo>
                <a:lnTo>
                  <a:pt x="2631440" y="1788160"/>
                </a:lnTo>
                <a:lnTo>
                  <a:pt x="2702560" y="1788160"/>
                </a:lnTo>
                <a:lnTo>
                  <a:pt x="2773680" y="1798320"/>
                </a:lnTo>
                <a:lnTo>
                  <a:pt x="2844800" y="1818640"/>
                </a:lnTo>
                <a:lnTo>
                  <a:pt x="2915920" y="1828800"/>
                </a:lnTo>
                <a:lnTo>
                  <a:pt x="2987040" y="1838960"/>
                </a:lnTo>
                <a:lnTo>
                  <a:pt x="3058160" y="1838960"/>
                </a:lnTo>
                <a:lnTo>
                  <a:pt x="3129280" y="1838960"/>
                </a:lnTo>
                <a:lnTo>
                  <a:pt x="3200400" y="1838960"/>
                </a:lnTo>
                <a:lnTo>
                  <a:pt x="3271520" y="1849120"/>
                </a:lnTo>
                <a:lnTo>
                  <a:pt x="3342640" y="1849120"/>
                </a:lnTo>
                <a:lnTo>
                  <a:pt x="3413760" y="1828800"/>
                </a:lnTo>
                <a:lnTo>
                  <a:pt x="3484880" y="1808480"/>
                </a:lnTo>
                <a:lnTo>
                  <a:pt x="3556000" y="1788160"/>
                </a:lnTo>
                <a:lnTo>
                  <a:pt x="3627120" y="1757680"/>
                </a:lnTo>
                <a:lnTo>
                  <a:pt x="3708400" y="1717040"/>
                </a:lnTo>
                <a:lnTo>
                  <a:pt x="3779520" y="1676400"/>
                </a:lnTo>
                <a:lnTo>
                  <a:pt x="3850640" y="1615440"/>
                </a:lnTo>
                <a:lnTo>
                  <a:pt x="3921760" y="1544320"/>
                </a:lnTo>
                <a:lnTo>
                  <a:pt x="3942080" y="1473200"/>
                </a:lnTo>
                <a:lnTo>
                  <a:pt x="3962400" y="1402080"/>
                </a:lnTo>
                <a:lnTo>
                  <a:pt x="3972560" y="1330960"/>
                </a:lnTo>
                <a:lnTo>
                  <a:pt x="3982720" y="1259840"/>
                </a:lnTo>
                <a:lnTo>
                  <a:pt x="3992880" y="1188720"/>
                </a:lnTo>
                <a:lnTo>
                  <a:pt x="3992880" y="1117600"/>
                </a:lnTo>
                <a:lnTo>
                  <a:pt x="4003040" y="1046480"/>
                </a:lnTo>
                <a:lnTo>
                  <a:pt x="4003040" y="955040"/>
                </a:lnTo>
                <a:lnTo>
                  <a:pt x="4003040" y="883920"/>
                </a:lnTo>
                <a:lnTo>
                  <a:pt x="3992880" y="812800"/>
                </a:lnTo>
                <a:lnTo>
                  <a:pt x="3972560" y="741680"/>
                </a:lnTo>
                <a:lnTo>
                  <a:pt x="3952240" y="660400"/>
                </a:lnTo>
                <a:lnTo>
                  <a:pt x="3921760" y="579120"/>
                </a:lnTo>
                <a:lnTo>
                  <a:pt x="3901440" y="508000"/>
                </a:lnTo>
                <a:lnTo>
                  <a:pt x="3860800" y="426720"/>
                </a:lnTo>
                <a:lnTo>
                  <a:pt x="3820160" y="355600"/>
                </a:lnTo>
                <a:lnTo>
                  <a:pt x="3779520" y="284480"/>
                </a:lnTo>
                <a:lnTo>
                  <a:pt x="3718560" y="213360"/>
                </a:lnTo>
                <a:lnTo>
                  <a:pt x="3657600" y="142240"/>
                </a:lnTo>
                <a:lnTo>
                  <a:pt x="3586480" y="91440"/>
                </a:lnTo>
                <a:lnTo>
                  <a:pt x="3515360" y="50800"/>
                </a:lnTo>
                <a:lnTo>
                  <a:pt x="3444240" y="30480"/>
                </a:lnTo>
                <a:lnTo>
                  <a:pt x="3373120" y="30480"/>
                </a:lnTo>
                <a:lnTo>
                  <a:pt x="3302000" y="0"/>
                </a:lnTo>
                <a:lnTo>
                  <a:pt x="3230880" y="0"/>
                </a:lnTo>
                <a:lnTo>
                  <a:pt x="3159760" y="40640"/>
                </a:lnTo>
                <a:lnTo>
                  <a:pt x="3098800" y="111760"/>
                </a:lnTo>
                <a:lnTo>
                  <a:pt x="3027680" y="152400"/>
                </a:lnTo>
                <a:lnTo>
                  <a:pt x="2956560" y="193040"/>
                </a:lnTo>
                <a:lnTo>
                  <a:pt x="2885440" y="233680"/>
                </a:lnTo>
                <a:lnTo>
                  <a:pt x="2814320" y="284480"/>
                </a:lnTo>
                <a:lnTo>
                  <a:pt x="2743200" y="335280"/>
                </a:lnTo>
                <a:lnTo>
                  <a:pt x="2672080" y="386080"/>
                </a:lnTo>
                <a:lnTo>
                  <a:pt x="2611120" y="457200"/>
                </a:lnTo>
                <a:lnTo>
                  <a:pt x="2540000" y="518160"/>
                </a:lnTo>
                <a:lnTo>
                  <a:pt x="2468880" y="579120"/>
                </a:lnTo>
                <a:lnTo>
                  <a:pt x="2397760" y="619760"/>
                </a:lnTo>
                <a:lnTo>
                  <a:pt x="2326640" y="670560"/>
                </a:lnTo>
                <a:lnTo>
                  <a:pt x="2255520" y="731520"/>
                </a:lnTo>
                <a:lnTo>
                  <a:pt x="2184400" y="792480"/>
                </a:lnTo>
                <a:lnTo>
                  <a:pt x="2153920" y="812800"/>
                </a:lnTo>
                <a:lnTo>
                  <a:pt x="2082800" y="843280"/>
                </a:lnTo>
                <a:lnTo>
                  <a:pt x="2011680" y="873760"/>
                </a:lnTo>
                <a:lnTo>
                  <a:pt x="1940560" y="914400"/>
                </a:lnTo>
                <a:lnTo>
                  <a:pt x="1869440" y="975360"/>
                </a:lnTo>
                <a:lnTo>
                  <a:pt x="1798320" y="1016000"/>
                </a:lnTo>
                <a:lnTo>
                  <a:pt x="1727200" y="1056640"/>
                </a:lnTo>
                <a:lnTo>
                  <a:pt x="1656080" y="1097280"/>
                </a:lnTo>
                <a:lnTo>
                  <a:pt x="1584960" y="1137920"/>
                </a:lnTo>
                <a:lnTo>
                  <a:pt x="1513840" y="1188720"/>
                </a:lnTo>
                <a:lnTo>
                  <a:pt x="1442720" y="1239520"/>
                </a:lnTo>
                <a:lnTo>
                  <a:pt x="1361440" y="1280160"/>
                </a:lnTo>
                <a:lnTo>
                  <a:pt x="1290320" y="1330960"/>
                </a:lnTo>
                <a:lnTo>
                  <a:pt x="1219200" y="1381760"/>
                </a:lnTo>
                <a:lnTo>
                  <a:pt x="1148080" y="1422400"/>
                </a:lnTo>
                <a:lnTo>
                  <a:pt x="1076960" y="1442720"/>
                </a:lnTo>
                <a:lnTo>
                  <a:pt x="1005840" y="1463040"/>
                </a:lnTo>
                <a:lnTo>
                  <a:pt x="934720" y="1473200"/>
                </a:lnTo>
                <a:lnTo>
                  <a:pt x="863600" y="1483360"/>
                </a:lnTo>
                <a:lnTo>
                  <a:pt x="792480" y="1503680"/>
                </a:lnTo>
                <a:lnTo>
                  <a:pt x="701040" y="1554480"/>
                </a:lnTo>
                <a:lnTo>
                  <a:pt x="640080" y="1625600"/>
                </a:lnTo>
                <a:lnTo>
                  <a:pt x="568960" y="1666240"/>
                </a:lnTo>
                <a:lnTo>
                  <a:pt x="487680" y="1737360"/>
                </a:lnTo>
                <a:lnTo>
                  <a:pt x="416560" y="1788160"/>
                </a:lnTo>
                <a:lnTo>
                  <a:pt x="335280" y="1849120"/>
                </a:lnTo>
                <a:lnTo>
                  <a:pt x="264160" y="1910080"/>
                </a:lnTo>
                <a:lnTo>
                  <a:pt x="213360" y="1981200"/>
                </a:lnTo>
                <a:lnTo>
                  <a:pt x="152400" y="2052320"/>
                </a:lnTo>
                <a:lnTo>
                  <a:pt x="101600" y="2123440"/>
                </a:lnTo>
                <a:lnTo>
                  <a:pt x="50800" y="2194560"/>
                </a:lnTo>
                <a:lnTo>
                  <a:pt x="10160" y="2265680"/>
                </a:lnTo>
                <a:lnTo>
                  <a:pt x="0" y="2336800"/>
                </a:lnTo>
                <a:lnTo>
                  <a:pt x="71120" y="2174240"/>
                </a:lnTo>
              </a:path>
            </a:pathLst>
          </a:cu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文本框 32"/>
          <p:cNvSpPr txBox="1"/>
          <p:nvPr/>
        </p:nvSpPr>
        <p:spPr>
          <a:xfrm>
            <a:off x="4984115" y="2720975"/>
            <a:ext cx="528320" cy="368300"/>
          </a:xfrm>
          <a:prstGeom prst="rect">
            <a:avLst/>
          </a:prstGeom>
          <a:noFill/>
        </p:spPr>
        <p:txBody>
          <a:bodyPr wrap="square" rtlCol="0">
            <a:spAutoFit/>
          </a:bodyPr>
          <a:p>
            <a:r>
              <a:rPr lang="en-US" altLang="zh-CN"/>
              <a:t>V1</a:t>
            </a:r>
            <a:endParaRPr lang="en-US" altLang="zh-CN"/>
          </a:p>
        </p:txBody>
      </p:sp>
      <p:sp>
        <p:nvSpPr>
          <p:cNvPr id="34" name="文本框 33"/>
          <p:cNvSpPr txBox="1"/>
          <p:nvPr/>
        </p:nvSpPr>
        <p:spPr>
          <a:xfrm>
            <a:off x="4104640" y="2435225"/>
            <a:ext cx="497840" cy="368300"/>
          </a:xfrm>
          <a:prstGeom prst="rect">
            <a:avLst/>
          </a:prstGeom>
          <a:noFill/>
        </p:spPr>
        <p:txBody>
          <a:bodyPr wrap="square" rtlCol="0">
            <a:spAutoFit/>
          </a:bodyPr>
          <a:p>
            <a:r>
              <a:rPr lang="en-US" altLang="zh-CN"/>
              <a:t>V2</a:t>
            </a:r>
            <a:endParaRPr lang="en-US" altLang="zh-CN"/>
          </a:p>
        </p:txBody>
      </p:sp>
      <p:sp>
        <p:nvSpPr>
          <p:cNvPr id="35" name="文本框 34"/>
          <p:cNvSpPr txBox="1"/>
          <p:nvPr/>
        </p:nvSpPr>
        <p:spPr>
          <a:xfrm>
            <a:off x="3291840" y="2679065"/>
            <a:ext cx="589280" cy="410210"/>
          </a:xfrm>
          <a:prstGeom prst="rect">
            <a:avLst/>
          </a:prstGeom>
          <a:noFill/>
        </p:spPr>
        <p:txBody>
          <a:bodyPr wrap="square" rtlCol="0">
            <a:noAutofit/>
          </a:bodyPr>
          <a:p>
            <a:r>
              <a:rPr lang="en-US" altLang="zh-CN"/>
              <a:t>V4</a:t>
            </a:r>
            <a:endParaRPr lang="en-US" altLang="zh-CN"/>
          </a:p>
          <a:p>
            <a:endParaRPr lang="en-US" altLang="zh-CN"/>
          </a:p>
        </p:txBody>
      </p:sp>
      <p:sp>
        <p:nvSpPr>
          <p:cNvPr id="36" name="文本框 35"/>
          <p:cNvSpPr txBox="1"/>
          <p:nvPr/>
        </p:nvSpPr>
        <p:spPr>
          <a:xfrm>
            <a:off x="2245360" y="3471545"/>
            <a:ext cx="721360" cy="368300"/>
          </a:xfrm>
          <a:prstGeom prst="rect">
            <a:avLst/>
          </a:prstGeom>
          <a:noFill/>
        </p:spPr>
        <p:txBody>
          <a:bodyPr wrap="square" rtlCol="0">
            <a:spAutoFit/>
          </a:bodyPr>
          <a:p>
            <a:r>
              <a:rPr lang="en-US" altLang="zh-CN"/>
              <a:t>IT</a:t>
            </a:r>
            <a:endParaRPr lang="en-US" altLang="zh-CN"/>
          </a:p>
        </p:txBody>
      </p:sp>
      <p:sp>
        <p:nvSpPr>
          <p:cNvPr id="37" name="文本框 36"/>
          <p:cNvSpPr txBox="1"/>
          <p:nvPr/>
        </p:nvSpPr>
        <p:spPr>
          <a:xfrm>
            <a:off x="3794125" y="1365885"/>
            <a:ext cx="680720" cy="645160"/>
          </a:xfrm>
          <a:prstGeom prst="rect">
            <a:avLst/>
          </a:prstGeom>
          <a:noFill/>
        </p:spPr>
        <p:txBody>
          <a:bodyPr wrap="square" rtlCol="0">
            <a:spAutoFit/>
          </a:bodyPr>
          <a:p>
            <a:r>
              <a:rPr lang="en-US" altLang="zh-CN"/>
              <a:t>MT/</a:t>
            </a:r>
            <a:br>
              <a:rPr lang="en-US" altLang="zh-CN"/>
            </a:br>
            <a:r>
              <a:rPr lang="en-US" altLang="zh-CN"/>
              <a:t>MST</a:t>
            </a:r>
            <a:endParaRPr lang="en-US" altLang="zh-CN"/>
          </a:p>
        </p:txBody>
      </p:sp>
      <p:sp>
        <p:nvSpPr>
          <p:cNvPr id="38" name="弧形 37"/>
          <p:cNvSpPr/>
          <p:nvPr/>
        </p:nvSpPr>
        <p:spPr>
          <a:xfrm>
            <a:off x="4104640" y="2597785"/>
            <a:ext cx="879475" cy="394335"/>
          </a:xfrm>
          <a:prstGeom prst="arc">
            <a:avLst>
              <a:gd name="adj1" fmla="val 16215028"/>
              <a:gd name="adj2" fmla="val 2806"/>
            </a:avLst>
          </a:prstGeom>
          <a:ln w="53975">
            <a:solidFill>
              <a:schemeClr val="accent6"/>
            </a:solidFill>
            <a:miter lim="800000"/>
            <a:headEnd type="arrow"/>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9" name="弧形 38"/>
          <p:cNvSpPr/>
          <p:nvPr/>
        </p:nvSpPr>
        <p:spPr>
          <a:xfrm rot="18780000">
            <a:off x="3312795" y="2786380"/>
            <a:ext cx="967105" cy="394335"/>
          </a:xfrm>
          <a:prstGeom prst="arc">
            <a:avLst>
              <a:gd name="adj1" fmla="val 16215028"/>
              <a:gd name="adj2" fmla="val 0"/>
            </a:avLst>
          </a:prstGeom>
          <a:ln w="53975">
            <a:solidFill>
              <a:schemeClr val="accent6"/>
            </a:solidFill>
            <a:miter lim="800000"/>
            <a:headEnd type="arrow"/>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40" name="直接箭头连接符 39"/>
          <p:cNvCxnSpPr>
            <a:endCxn id="36" idx="0"/>
          </p:cNvCxnSpPr>
          <p:nvPr/>
        </p:nvCxnSpPr>
        <p:spPr>
          <a:xfrm flipH="1">
            <a:off x="2606040" y="3007360"/>
            <a:ext cx="716280" cy="464185"/>
          </a:xfrm>
          <a:prstGeom prst="straightConnector1">
            <a:avLst/>
          </a:prstGeom>
          <a:ln w="53975">
            <a:solidFill>
              <a:schemeClr val="accent6"/>
            </a:solidFill>
            <a:tailEnd type="arrow"/>
          </a:ln>
        </p:spPr>
        <p:style>
          <a:lnRef idx="2">
            <a:schemeClr val="accent1"/>
          </a:lnRef>
          <a:fillRef idx="0">
            <a:srgbClr val="FFFFFF"/>
          </a:fillRef>
          <a:effectRef idx="0">
            <a:srgbClr val="FFFFFF"/>
          </a:effectRef>
          <a:fontRef idx="minor">
            <a:schemeClr val="tx1"/>
          </a:fontRef>
        </p:style>
      </p:cxnSp>
      <p:sp>
        <p:nvSpPr>
          <p:cNvPr id="41" name="弧形 40"/>
          <p:cNvSpPr/>
          <p:nvPr/>
        </p:nvSpPr>
        <p:spPr>
          <a:xfrm>
            <a:off x="3220720" y="2021205"/>
            <a:ext cx="1827530" cy="1535430"/>
          </a:xfrm>
          <a:prstGeom prst="arc">
            <a:avLst>
              <a:gd name="adj1" fmla="val 16215028"/>
              <a:gd name="adj2" fmla="val 2806"/>
            </a:avLst>
          </a:prstGeom>
          <a:ln w="53975">
            <a:solidFill>
              <a:schemeClr val="accent6"/>
            </a:solidFill>
            <a:miter lim="800000"/>
            <a:headEnd type="arrow"/>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2" name="下箭头 41"/>
          <p:cNvSpPr/>
          <p:nvPr/>
        </p:nvSpPr>
        <p:spPr>
          <a:xfrm rot="4200000">
            <a:off x="3599815" y="2227580"/>
            <a:ext cx="292735" cy="1939290"/>
          </a:xfrm>
          <a:prstGeom prst="downArrow">
            <a:avLst>
              <a:gd name="adj1" fmla="val 50000"/>
              <a:gd name="adj2" fmla="val 59800"/>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下箭头 42"/>
          <p:cNvSpPr/>
          <p:nvPr/>
        </p:nvSpPr>
        <p:spPr>
          <a:xfrm rot="8520000">
            <a:off x="4812030" y="1436370"/>
            <a:ext cx="292735" cy="1469390"/>
          </a:xfrm>
          <a:prstGeom prst="downArrow">
            <a:avLst>
              <a:gd name="adj1" fmla="val 50000"/>
              <a:gd name="adj2" fmla="val 59800"/>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219</Words>
  <Application>WPS 演示</Application>
  <PresentationFormat/>
  <Paragraphs>43</Paragraphs>
  <Slides>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vt:i4>
      </vt:variant>
    </vt:vector>
  </HeadingPairs>
  <TitlesOfParts>
    <vt:vector size="14" baseType="lpstr">
      <vt:lpstr>Arial</vt:lpstr>
      <vt:lpstr>宋体</vt:lpstr>
      <vt:lpstr>Wingdings</vt:lpstr>
      <vt:lpstr>Arial</vt:lpstr>
      <vt:lpstr>微软雅黑</vt:lpstr>
      <vt:lpstr>Arial Unicode MS</vt:lpstr>
      <vt:lpstr>Calibri</vt:lpstr>
      <vt:lpstr>Times New Roman</vt:lpstr>
      <vt:lpstr>黑体</vt:lpstr>
      <vt:lpstr>Office theme</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郑绎萌</cp:lastModifiedBy>
  <cp:revision>2</cp:revision>
  <dcterms:created xsi:type="dcterms:W3CDTF">2026-01-22T18:50:57Z</dcterms:created>
  <dcterms:modified xsi:type="dcterms:W3CDTF">2026-01-22T19:17:17Z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wqlLaW5nc29mdCBQREYgdG8gV1BTIDExMEI</vt:lpwstr>
  </property>
  <property fmtid="{D5CDD505-2E9C-101B-9397-08002B2CF9AE}" pid="3" name="Created">
    <vt:filetime>2026-01-23T00:42:21Z</vt:filetime>
  </property>
  <property fmtid="{D5CDD505-2E9C-101B-9397-08002B2CF9AE}" pid="4" name="UsrData">
    <vt:lpwstr>6971e2eba3fb5d001fc4019awl</vt:lpwstr>
  </property>
  <property fmtid="{D5CDD505-2E9C-101B-9397-08002B2CF9AE}" pid="5" name="ICV">
    <vt:lpwstr>5BE596E6B44D45AA817A97F7E85F5AF9_12</vt:lpwstr>
  </property>
  <property fmtid="{D5CDD505-2E9C-101B-9397-08002B2CF9AE}" pid="6" name="KSOProductBuildVer">
    <vt:lpwstr>2052-12.1.0.22175</vt:lpwstr>
  </property>
</Properties>
</file>